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5" r:id="rId2"/>
    <p:sldId id="28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41480DF3-EAA8-4EC6-8F87-83C390EFB5F4}">
          <p14:sldIdLst>
            <p14:sldId id="285"/>
            <p14:sldId id="286"/>
          </p14:sldIdLst>
        </p14:section>
        <p14:section name="Appendix" id="{24526DA1-E3D8-4DC0-B319-133B44247541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越智 啓人" initials="越智" lastIdx="9" clrIdx="0">
    <p:extLst>
      <p:ext uri="{19B8F6BF-5375-455C-9EA6-DF929625EA0E}">
        <p15:presenceInfo xmlns:p15="http://schemas.microsoft.com/office/powerpoint/2012/main" userId="越智 啓人" providerId="None"/>
      </p:ext>
    </p:extLst>
  </p:cmAuthor>
  <p:cmAuthor id="2" name="越智 啓人" initials="越智 [2]" lastIdx="3" clrIdx="1">
    <p:extLst>
      <p:ext uri="{19B8F6BF-5375-455C-9EA6-DF929625EA0E}">
        <p15:presenceInfo xmlns:p15="http://schemas.microsoft.com/office/powerpoint/2012/main" userId="S::hiroto_ochi@r.recruit.co.jp::1b6c446f-4993-454b-a52f-19b65a0322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E6E6"/>
    <a:srgbClr val="D9D9D9"/>
    <a:srgbClr val="BFBFBF"/>
    <a:srgbClr val="A6A6A6"/>
    <a:srgbClr val="F2F2F2"/>
    <a:srgbClr val="7F7F7F"/>
    <a:srgbClr val="18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90" autoAdjust="0"/>
    <p:restoredTop sz="94680"/>
  </p:normalViewPr>
  <p:slideViewPr>
    <p:cSldViewPr snapToGrid="0" snapToObjects="1">
      <p:cViewPr>
        <p:scale>
          <a:sx n="100" d="100"/>
          <a:sy n="100" d="100"/>
        </p:scale>
        <p:origin x="7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5E5A7-DB92-445F-B635-6DC753C674DF}" type="datetimeFigureOut">
              <a:rPr kumimoji="1" lang="ja-JP" altLang="en-US" smtClean="0"/>
              <a:t>2024/1/14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04DA5-89D6-40CE-92C2-9AA528AB2D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858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1DF83-D0E9-A548-A575-B1DC56D7882C}" type="datetimeFigureOut">
              <a:rPr kumimoji="1" lang="ja-JP" altLang="en-US" smtClean="0"/>
              <a:t>2024/1/14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4F6FD-E016-B643-85BE-6BFA70C72B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88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47682F-65AE-264B-83F2-41A9AF13A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F711AC5-CD4E-4643-971E-DD9342674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CBA5D7-B63E-404D-9B80-F6068497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7A7B-BF63-CB45-B3E3-D7C829CFB112}" type="datetime1">
              <a:rPr kumimoji="1" lang="ja-JP" altLang="en-US" smtClean="0"/>
              <a:t>2024/1/14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166899-E5F4-394D-9DD1-4F59A90B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ja-JP"/>
              <a:t>(C) Recruit □□□□□□□□ Co., Ltd. All rights reserved. 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1ED122-F142-974B-87EB-D0253B2D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CB7BD-B8BD-0947-BB8F-325DA399EB1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EEFDDD0-41F6-AC40-90D4-F626BEC1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7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8BD9A4-F499-144C-94EA-B2B57F0E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CEC-A101-0545-8B79-0C981E3AF2AA}" type="datetime1">
              <a:rPr kumimoji="1" lang="ja-JP" altLang="en-US" smtClean="0"/>
              <a:t>2024/1/14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90CE55-EC2F-EC4B-9925-375DE82D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ja-JP"/>
              <a:t>(C) Recruit □□□□□□□□ Co., Ltd. All rights reserved. 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95D7B9-9318-3C46-B87B-47E6CD1F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CB7BD-B8BD-0947-BB8F-325DA399EB1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95F0BAE-0E4B-4C40-8314-4E195B969A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3046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8A87DCA-BED0-164D-96AC-5B75C4C54D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9574" y="42137"/>
            <a:ext cx="1124454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200">
                <a:solidFill>
                  <a:schemeClr val="accent1">
                    <a:lumMod val="7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22C953F1-5881-8742-806D-47AE68E812A3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E15A860-0855-604E-97AC-97548C69E407}" type="slidenum">
              <a:rPr kumimoji="0" lang="en-US" altLang="ja-JP" sz="1400" smtClean="0">
                <a:solidFill>
                  <a:srgbClr val="34464D"/>
                </a:solidFill>
                <a:latin typeface="Arial" panose="020B0604020202020204" pitchFamily="34" charset="0"/>
                <a:ea typeface="Osaka" charset="-128"/>
              </a:rPr>
              <a:pPr>
                <a:defRPr/>
              </a:pPr>
              <a:t>‹#›</a:t>
            </a:fld>
            <a:endParaRPr kumimoji="0" lang="en-US" altLang="ja-JP" sz="1400" dirty="0">
              <a:solidFill>
                <a:srgbClr val="34464D"/>
              </a:solidFill>
              <a:latin typeface="Arial" panose="020B0604020202020204" pitchFamily="34" charset="0"/>
              <a:ea typeface="Osaka" charset="-128"/>
            </a:endParaRPr>
          </a:p>
          <a:p>
            <a:endParaRPr lang="ja-JP" altLang="en-US" dirty="0"/>
          </a:p>
        </p:txBody>
      </p:sp>
      <p:sp>
        <p:nvSpPr>
          <p:cNvPr id="16" name="テキスト プレースホルダー 20">
            <a:extLst>
              <a:ext uri="{FF2B5EF4-FFF2-40B4-BE49-F238E27FC236}">
                <a16:creationId xmlns:a16="http://schemas.microsoft.com/office/drawing/2014/main" id="{3B9FE9DE-046D-0249-863C-5A29DE5587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9573" y="898524"/>
            <a:ext cx="11244543" cy="5197475"/>
          </a:xfrm>
        </p:spPr>
        <p:txBody>
          <a:bodyPr/>
          <a:lstStyle>
            <a:lvl1pPr>
              <a:defRPr sz="32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 dirty="0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158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1BDE16-2563-CC4E-B46D-AE3C10133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D983B6A8-C408-174A-A7E3-4992D0EA3D0E}" type="datetime1">
              <a:rPr lang="ja-JP" altLang="en-US" smtClean="0"/>
              <a:pPr/>
              <a:t>2024/1/14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B1E13D-A87C-3648-A9AB-E93C42CD9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ja-JP" dirty="0"/>
              <a:t>(C) Recruit □□□□□□□□ Co., Ltd. All rights reserved.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B2531D-EAC6-5942-9D27-77A0A4E75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0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1" lang="ja-JP" altLang="en-US" sz="12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B5CB7BD-B8BD-0947-BB8F-325DA399EB1F}" type="slidenum">
              <a:rPr lang="en-US" altLang="ja-JP" smtClean="0"/>
              <a:pPr/>
              <a:t>‹#›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45662ED-81BD-8A4D-B6E0-1230C25BD5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9574" y="68263"/>
            <a:ext cx="1124454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200" kern="1200">
                <a:solidFill>
                  <a:schemeClr val="accent1">
                    <a:lumMod val="75000"/>
                  </a:schemeClr>
                </a:solidFill>
                <a:latin typeface="Osaka Regular-Mono" panose="020B0600000000000000" pitchFamily="34" charset="-128"/>
                <a:ea typeface="Osaka Regular-Mono" panose="020B0600000000000000" pitchFamily="34" charset="-128"/>
                <a:cs typeface="+mj-cs"/>
              </a:defRPr>
            </a:lvl1pPr>
          </a:lstStyle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マスタ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タイトルの書式設定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1D136FC-D046-CD47-A63B-98971FC2A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75" y="933360"/>
            <a:ext cx="11244542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マスタ</a:t>
            </a:r>
            <a:r>
              <a:rPr kumimoji="1" lang="en-US" altLang="ja-JP" sz="32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</a:t>
            </a:r>
            <a:r>
              <a:rPr kumimoji="1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テキストの書式設定</a:t>
            </a:r>
            <a:endParaRPr kumimoji="1" lang="en-US" altLang="ja-JP" sz="3200" b="0" i="0" u="none" strike="noStrike" kern="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Arial"/>
              <a:ea typeface="Osak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第</a:t>
            </a:r>
            <a:r>
              <a:rPr kumimoji="1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2 </a:t>
            </a:r>
            <a:r>
              <a:rPr kumimoji="1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レベル</a:t>
            </a:r>
            <a:endParaRPr kumimoji="1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Arial"/>
              <a:ea typeface="Osak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第</a:t>
            </a:r>
            <a:r>
              <a:rPr kumimoji="1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3 </a:t>
            </a:r>
            <a:r>
              <a:rPr kumimoji="1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レベル</a:t>
            </a:r>
            <a:endParaRPr kumimoji="1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Arial"/>
              <a:ea typeface="Osaka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第</a:t>
            </a:r>
            <a:r>
              <a:rPr kumimoji="1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4 </a:t>
            </a: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レベル</a:t>
            </a:r>
            <a:endParaRPr kumimoji="1" lang="en-US" altLang="ja-JP" sz="2000" b="0" i="0" u="none" strike="noStrike" kern="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Arial"/>
              <a:ea typeface="Osaka"/>
            </a:endParaRP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第</a:t>
            </a:r>
            <a:r>
              <a:rPr kumimoji="1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5 </a:t>
            </a: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1627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37A42DC-63FA-0743-B907-BFF179B7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L1 / L2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整理結果（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ITIL4+NRI+R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35" name="フッター プレースホルダー 1">
            <a:extLst>
              <a:ext uri="{FF2B5EF4-FFF2-40B4-BE49-F238E27FC236}">
                <a16:creationId xmlns:a16="http://schemas.microsoft.com/office/drawing/2014/main" id="{B918F139-082F-4E43-BB0E-414A650E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" altLang="ja-JP" sz="1050" dirty="0"/>
              <a:t>(C) Recruit Co., Ltd. All rights reserved. </a:t>
            </a:r>
            <a:endParaRPr lang="ja-JP" altLang="en-US" sz="1050" dirty="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5E0284-E737-563C-6A20-B3B0EB82C290}"/>
              </a:ext>
            </a:extLst>
          </p:cNvPr>
          <p:cNvSpPr/>
          <p:nvPr/>
        </p:nvSpPr>
        <p:spPr>
          <a:xfrm>
            <a:off x="8249770" y="651114"/>
            <a:ext cx="2029045" cy="321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開発・保守領域</a:t>
            </a:r>
            <a:endParaRPr lang="en-US" altLang="ja-JP" sz="1400" b="1" u="sng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A7E5710-E232-E6E2-697C-B8C7E32F89C2}"/>
              </a:ext>
            </a:extLst>
          </p:cNvPr>
          <p:cNvSpPr/>
          <p:nvPr/>
        </p:nvSpPr>
        <p:spPr>
          <a:xfrm>
            <a:off x="8249770" y="977762"/>
            <a:ext cx="2029045" cy="3707082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</a:ln>
          <a:effectLst/>
        </p:spPr>
        <p:txBody>
          <a:bodyPr vert="eaVert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08428EC-A17A-2B49-4B35-EB781FAA4340}"/>
              </a:ext>
            </a:extLst>
          </p:cNvPr>
          <p:cNvSpPr/>
          <p:nvPr/>
        </p:nvSpPr>
        <p:spPr>
          <a:xfrm>
            <a:off x="5218186" y="645532"/>
            <a:ext cx="2657207" cy="321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運用管理領域</a:t>
            </a:r>
            <a:endParaRPr lang="en-US" altLang="ja-JP" sz="1400" b="1" u="sng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85D48A1-E593-D550-3837-55ACEAE614F2}"/>
              </a:ext>
            </a:extLst>
          </p:cNvPr>
          <p:cNvSpPr/>
          <p:nvPr/>
        </p:nvSpPr>
        <p:spPr>
          <a:xfrm>
            <a:off x="5218186" y="972180"/>
            <a:ext cx="2657207" cy="3707082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</a:ln>
          <a:effectLst/>
        </p:spPr>
        <p:txBody>
          <a:bodyPr vert="eaVert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ABD9DC89-9D54-4637-B319-A6DDF5E7FD58}"/>
              </a:ext>
            </a:extLst>
          </p:cNvPr>
          <p:cNvSpPr/>
          <p:nvPr/>
        </p:nvSpPr>
        <p:spPr>
          <a:xfrm>
            <a:off x="2024670" y="1024752"/>
            <a:ext cx="361110" cy="4713110"/>
          </a:xfrm>
          <a:prstGeom prst="rect">
            <a:avLst/>
          </a:prstGeom>
          <a:solidFill>
            <a:schemeClr val="bg2"/>
          </a:solidFill>
          <a:ln w="19050" cap="flat" cmpd="sng" algn="ctr">
            <a:solidFill>
              <a:schemeClr val="bg2">
                <a:lumMod val="50000"/>
              </a:schemeClr>
            </a:solidFill>
            <a:prstDash val="solid"/>
          </a:ln>
          <a:effectLst/>
        </p:spPr>
        <p:txBody>
          <a:bodyPr vert="eaVert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ユーザ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3" name="コネクタ: カギ線 189">
            <a:extLst>
              <a:ext uri="{FF2B5EF4-FFF2-40B4-BE49-F238E27FC236}">
                <a16:creationId xmlns:a16="http://schemas.microsoft.com/office/drawing/2014/main" id="{676D8704-6FF7-419C-91D4-96B2DBCE8C8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385780" y="2262831"/>
            <a:ext cx="573000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コネクタ: カギ線 189">
            <a:extLst>
              <a:ext uri="{FF2B5EF4-FFF2-40B4-BE49-F238E27FC236}">
                <a16:creationId xmlns:a16="http://schemas.microsoft.com/office/drawing/2014/main" id="{C28EE8D9-992B-492A-9026-73E3DD2135B9}"/>
              </a:ext>
            </a:extLst>
          </p:cNvPr>
          <p:cNvCxnSpPr>
            <a:cxnSpLocks/>
            <a:stCxn id="116" idx="3"/>
            <a:endCxn id="99" idx="1"/>
          </p:cNvCxnSpPr>
          <p:nvPr/>
        </p:nvCxnSpPr>
        <p:spPr>
          <a:xfrm flipV="1">
            <a:off x="6809376" y="2636101"/>
            <a:ext cx="746213" cy="23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カギ線 189">
            <a:extLst>
              <a:ext uri="{FF2B5EF4-FFF2-40B4-BE49-F238E27FC236}">
                <a16:creationId xmlns:a16="http://schemas.microsoft.com/office/drawing/2014/main" id="{87DC44D2-57C9-4184-84B1-C96B4375445E}"/>
              </a:ext>
            </a:extLst>
          </p:cNvPr>
          <p:cNvCxnSpPr>
            <a:cxnSpLocks/>
            <a:stCxn id="64" idx="3"/>
            <a:endCxn id="176" idx="0"/>
          </p:cNvCxnSpPr>
          <p:nvPr/>
        </p:nvCxnSpPr>
        <p:spPr>
          <a:xfrm>
            <a:off x="8505852" y="2054423"/>
            <a:ext cx="1133797" cy="1518627"/>
          </a:xfrm>
          <a:prstGeom prst="bentConnector2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89">
            <a:extLst>
              <a:ext uri="{FF2B5EF4-FFF2-40B4-BE49-F238E27FC236}">
                <a16:creationId xmlns:a16="http://schemas.microsoft.com/office/drawing/2014/main" id="{7179CA2E-C342-4A73-B1A2-336B886160B0}"/>
              </a:ext>
            </a:extLst>
          </p:cNvPr>
          <p:cNvCxnSpPr>
            <a:cxnSpLocks/>
            <a:stCxn id="64" idx="0"/>
            <a:endCxn id="61" idx="2"/>
          </p:cNvCxnSpPr>
          <p:nvPr/>
        </p:nvCxnSpPr>
        <p:spPr>
          <a:xfrm rot="16200000" flipV="1">
            <a:off x="7356035" y="1197159"/>
            <a:ext cx="469535" cy="87383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89">
            <a:extLst>
              <a:ext uri="{FF2B5EF4-FFF2-40B4-BE49-F238E27FC236}">
                <a16:creationId xmlns:a16="http://schemas.microsoft.com/office/drawing/2014/main" id="{C375648C-0C67-4ED7-8ADA-A76FB22F1A9C}"/>
              </a:ext>
            </a:extLst>
          </p:cNvPr>
          <p:cNvCxnSpPr>
            <a:cxnSpLocks/>
            <a:stCxn id="38" idx="3"/>
            <a:endCxn id="64" idx="1"/>
          </p:cNvCxnSpPr>
          <p:nvPr/>
        </p:nvCxnSpPr>
        <p:spPr>
          <a:xfrm>
            <a:off x="6213403" y="2054423"/>
            <a:ext cx="1336182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コネクタ: カギ線 189">
            <a:extLst>
              <a:ext uri="{FF2B5EF4-FFF2-40B4-BE49-F238E27FC236}">
                <a16:creationId xmlns:a16="http://schemas.microsoft.com/office/drawing/2014/main" id="{337849E4-B5D0-40B8-B7D8-C07CEA539314}"/>
              </a:ext>
            </a:extLst>
          </p:cNvPr>
          <p:cNvCxnSpPr>
            <a:cxnSpLocks/>
            <a:stCxn id="38" idx="2"/>
            <a:endCxn id="19" idx="0"/>
          </p:cNvCxnSpPr>
          <p:nvPr/>
        </p:nvCxnSpPr>
        <p:spPr>
          <a:xfrm rot="5400000">
            <a:off x="5107590" y="2173404"/>
            <a:ext cx="560102" cy="69329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189">
            <a:extLst>
              <a:ext uri="{FF2B5EF4-FFF2-40B4-BE49-F238E27FC236}">
                <a16:creationId xmlns:a16="http://schemas.microsoft.com/office/drawing/2014/main" id="{B3AB5E70-6D58-4017-BD30-65080A24B31A}"/>
              </a:ext>
            </a:extLst>
          </p:cNvPr>
          <p:cNvCxnSpPr>
            <a:cxnSpLocks/>
            <a:stCxn id="38" idx="2"/>
            <a:endCxn id="98" idx="0"/>
          </p:cNvCxnSpPr>
          <p:nvPr/>
        </p:nvCxnSpPr>
        <p:spPr>
          <a:xfrm>
            <a:off x="5734290" y="2240002"/>
            <a:ext cx="1960" cy="133700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2A433AA-FE95-89A8-F92A-4BAFE6404248}"/>
              </a:ext>
            </a:extLst>
          </p:cNvPr>
          <p:cNvSpPr/>
          <p:nvPr/>
        </p:nvSpPr>
        <p:spPr>
          <a:xfrm>
            <a:off x="2958780" y="972180"/>
            <a:ext cx="1882201" cy="258130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</a:ln>
          <a:effectLst/>
        </p:spPr>
        <p:txBody>
          <a:bodyPr vert="eaVert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FC22148-B6FA-B124-C3A1-0D3F985887FE}"/>
              </a:ext>
            </a:extLst>
          </p:cNvPr>
          <p:cNvSpPr/>
          <p:nvPr/>
        </p:nvSpPr>
        <p:spPr>
          <a:xfrm>
            <a:off x="2958780" y="645532"/>
            <a:ext cx="1882201" cy="321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サービスデスク領域</a:t>
            </a:r>
            <a:endParaRPr lang="en-US" altLang="ja-JP" sz="1400" b="1" u="sng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880C080-7E6F-45F7-886E-37FCFD9E354F}"/>
              </a:ext>
            </a:extLst>
          </p:cNvPr>
          <p:cNvSpPr/>
          <p:nvPr/>
        </p:nvSpPr>
        <p:spPr>
          <a:xfrm>
            <a:off x="2985558" y="1868844"/>
            <a:ext cx="724529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サービス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リクエスト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FE2B0D3-8FEF-0BE8-3E52-95EB2E9BBA04}"/>
              </a:ext>
            </a:extLst>
          </p:cNvPr>
          <p:cNvSpPr/>
          <p:nvPr/>
        </p:nvSpPr>
        <p:spPr>
          <a:xfrm>
            <a:off x="4081635" y="1868844"/>
            <a:ext cx="724529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チケット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0" name="コネクタ: カギ線 189">
            <a:extLst>
              <a:ext uri="{FF2B5EF4-FFF2-40B4-BE49-F238E27FC236}">
                <a16:creationId xmlns:a16="http://schemas.microsoft.com/office/drawing/2014/main" id="{4CDD93F2-1DC2-4067-B9EE-C79407744440}"/>
              </a:ext>
            </a:extLst>
          </p:cNvPr>
          <p:cNvCxnSpPr>
            <a:cxnSpLocks/>
            <a:stCxn id="26" idx="3"/>
            <a:endCxn id="14" idx="1"/>
          </p:cNvCxnSpPr>
          <p:nvPr/>
        </p:nvCxnSpPr>
        <p:spPr>
          <a:xfrm>
            <a:off x="3710087" y="2054423"/>
            <a:ext cx="371548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C4A0454-2031-FE5F-1319-61E9739864D1}"/>
              </a:ext>
            </a:extLst>
          </p:cNvPr>
          <p:cNvSpPr/>
          <p:nvPr/>
        </p:nvSpPr>
        <p:spPr>
          <a:xfrm>
            <a:off x="2985558" y="1028151"/>
            <a:ext cx="876930" cy="37080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サービス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カタログ管理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D3262BD-314A-EB2C-AF98-AA75F6282C77}"/>
              </a:ext>
            </a:extLst>
          </p:cNvPr>
          <p:cNvSpPr/>
          <p:nvPr/>
        </p:nvSpPr>
        <p:spPr>
          <a:xfrm>
            <a:off x="4555434" y="2800104"/>
            <a:ext cx="971116" cy="37080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ナレッジ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432893BA-E2B3-4C1A-AFCD-611C65CCD76F}"/>
              </a:ext>
            </a:extLst>
          </p:cNvPr>
          <p:cNvSpPr txBox="1"/>
          <p:nvPr/>
        </p:nvSpPr>
        <p:spPr>
          <a:xfrm>
            <a:off x="3638097" y="2069654"/>
            <a:ext cx="515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起票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9A9856D-C930-307C-DDC6-B8D7B2BF0318}"/>
              </a:ext>
            </a:extLst>
          </p:cNvPr>
          <p:cNvSpPr/>
          <p:nvPr/>
        </p:nvSpPr>
        <p:spPr>
          <a:xfrm>
            <a:off x="5255176" y="1868844"/>
            <a:ext cx="95822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インシデント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4" name="コネクタ: カギ線 189">
            <a:extLst>
              <a:ext uri="{FF2B5EF4-FFF2-40B4-BE49-F238E27FC236}">
                <a16:creationId xmlns:a16="http://schemas.microsoft.com/office/drawing/2014/main" id="{05468587-EB89-9600-ACD9-DECE89AEC54B}"/>
              </a:ext>
            </a:extLst>
          </p:cNvPr>
          <p:cNvCxnSpPr>
            <a:cxnSpLocks/>
            <a:stCxn id="14" idx="3"/>
            <a:endCxn id="38" idx="1"/>
          </p:cNvCxnSpPr>
          <p:nvPr/>
        </p:nvCxnSpPr>
        <p:spPr>
          <a:xfrm>
            <a:off x="4806164" y="2054423"/>
            <a:ext cx="449012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F666D6F-D242-2181-E9E4-613D4EA66FDB}"/>
              </a:ext>
            </a:extLst>
          </p:cNvPr>
          <p:cNvSpPr/>
          <p:nvPr/>
        </p:nvSpPr>
        <p:spPr>
          <a:xfrm>
            <a:off x="5257136" y="1030829"/>
            <a:ext cx="95626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サービスレベル管理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AFB0AD4-A84B-6F4F-E01A-0ADE649341E6}"/>
              </a:ext>
            </a:extLst>
          </p:cNvPr>
          <p:cNvSpPr txBox="1"/>
          <p:nvPr/>
        </p:nvSpPr>
        <p:spPr>
          <a:xfrm>
            <a:off x="4970544" y="2283301"/>
            <a:ext cx="754786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情報連携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C9ED609-5369-3551-7162-BD0EC5C11273}"/>
              </a:ext>
            </a:extLst>
          </p:cNvPr>
          <p:cNvSpPr/>
          <p:nvPr/>
        </p:nvSpPr>
        <p:spPr>
          <a:xfrm>
            <a:off x="6675750" y="1028151"/>
            <a:ext cx="95626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49D6C565-1680-654E-CE2B-5AE2C213E59F}"/>
              </a:ext>
            </a:extLst>
          </p:cNvPr>
          <p:cNvSpPr/>
          <p:nvPr/>
        </p:nvSpPr>
        <p:spPr>
          <a:xfrm>
            <a:off x="7549585" y="1868844"/>
            <a:ext cx="95626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6AC28089-412C-89A4-FAA2-2944D267D1B1}"/>
              </a:ext>
            </a:extLst>
          </p:cNvPr>
          <p:cNvSpPr txBox="1"/>
          <p:nvPr/>
        </p:nvSpPr>
        <p:spPr>
          <a:xfrm>
            <a:off x="4783228" y="2070975"/>
            <a:ext cx="515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割当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7" name="コネクタ: カギ線 189">
            <a:extLst>
              <a:ext uri="{FF2B5EF4-FFF2-40B4-BE49-F238E27FC236}">
                <a16:creationId xmlns:a16="http://schemas.microsoft.com/office/drawing/2014/main" id="{6DC0535E-2A6A-C0EF-78B4-CD2DB7A311BA}"/>
              </a:ext>
            </a:extLst>
          </p:cNvPr>
          <p:cNvCxnSpPr>
            <a:cxnSpLocks/>
            <a:stCxn id="64" idx="0"/>
            <a:endCxn id="49" idx="2"/>
          </p:cNvCxnSpPr>
          <p:nvPr/>
        </p:nvCxnSpPr>
        <p:spPr>
          <a:xfrm rot="16200000" flipV="1">
            <a:off x="6648067" y="489191"/>
            <a:ext cx="466857" cy="229244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2830C6D5-289D-6DD5-20A2-78DD57269E30}"/>
              </a:ext>
            </a:extLst>
          </p:cNvPr>
          <p:cNvSpPr txBox="1"/>
          <p:nvPr/>
        </p:nvSpPr>
        <p:spPr>
          <a:xfrm>
            <a:off x="5741391" y="1405492"/>
            <a:ext cx="754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件数集計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2403292C-F520-7511-C9A5-1DBB21E44F75}"/>
              </a:ext>
            </a:extLst>
          </p:cNvPr>
          <p:cNvSpPr txBox="1"/>
          <p:nvPr/>
        </p:nvSpPr>
        <p:spPr>
          <a:xfrm>
            <a:off x="7163152" y="1405492"/>
            <a:ext cx="754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案件</a:t>
            </a:r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化</a:t>
            </a: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7F191FA6-2952-98E8-C3EC-C86D449BFC88}"/>
              </a:ext>
            </a:extLst>
          </p:cNvPr>
          <p:cNvSpPr/>
          <p:nvPr/>
        </p:nvSpPr>
        <p:spPr>
          <a:xfrm>
            <a:off x="7555589" y="2450522"/>
            <a:ext cx="95822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セキュリティ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パッチ管理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04" name="コネクタ: カギ線 189">
            <a:extLst>
              <a:ext uri="{FF2B5EF4-FFF2-40B4-BE49-F238E27FC236}">
                <a16:creationId xmlns:a16="http://schemas.microsoft.com/office/drawing/2014/main" id="{D8AAD7F2-BFAC-FE20-7018-DDF88343C29B}"/>
              </a:ext>
            </a:extLst>
          </p:cNvPr>
          <p:cNvCxnSpPr>
            <a:cxnSpLocks/>
            <a:stCxn id="38" idx="3"/>
            <a:endCxn id="134" idx="0"/>
          </p:cNvCxnSpPr>
          <p:nvPr/>
        </p:nvCxnSpPr>
        <p:spPr>
          <a:xfrm>
            <a:off x="6213403" y="2054423"/>
            <a:ext cx="937950" cy="1518627"/>
          </a:xfrm>
          <a:prstGeom prst="bentConnector2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3A3FFBC2-93CF-F687-1C35-C00569B8DFBA}"/>
              </a:ext>
            </a:extLst>
          </p:cNvPr>
          <p:cNvSpPr/>
          <p:nvPr/>
        </p:nvSpPr>
        <p:spPr>
          <a:xfrm>
            <a:off x="6089446" y="2450752"/>
            <a:ext cx="719930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構成管理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B5EDEDD0-9315-81B4-93BC-D5FDBDDC6A05}"/>
              </a:ext>
            </a:extLst>
          </p:cNvPr>
          <p:cNvSpPr txBox="1"/>
          <p:nvPr/>
        </p:nvSpPr>
        <p:spPr>
          <a:xfrm>
            <a:off x="5678562" y="3110350"/>
            <a:ext cx="515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権限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</a:t>
            </a: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2D032CB8-92CC-DA2A-6303-87C65E68A543}"/>
              </a:ext>
            </a:extLst>
          </p:cNvPr>
          <p:cNvSpPr txBox="1"/>
          <p:nvPr/>
        </p:nvSpPr>
        <p:spPr>
          <a:xfrm>
            <a:off x="2359714" y="1862330"/>
            <a:ext cx="65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問合せ</a:t>
            </a:r>
            <a:r>
              <a:rPr kumimoji="1"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回答</a:t>
            </a: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F24A341E-80B0-89C3-A4AB-0D7E1E4BA687}"/>
              </a:ext>
            </a:extLst>
          </p:cNvPr>
          <p:cNvSpPr txBox="1"/>
          <p:nvPr/>
        </p:nvSpPr>
        <p:spPr>
          <a:xfrm>
            <a:off x="6991425" y="1666756"/>
            <a:ext cx="700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恒久</a:t>
            </a:r>
            <a:endParaRPr kumimoji="1"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対応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A4C34154-2C62-62DD-29CF-48FEF3330BA5}"/>
              </a:ext>
            </a:extLst>
          </p:cNvPr>
          <p:cNvSpPr txBox="1"/>
          <p:nvPr/>
        </p:nvSpPr>
        <p:spPr>
          <a:xfrm>
            <a:off x="7088577" y="2971559"/>
            <a:ext cx="1003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セキュリティ対応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93E926E9-28EC-E086-DB00-51A0F438907B}"/>
              </a:ext>
            </a:extLst>
          </p:cNvPr>
          <p:cNvSpPr/>
          <p:nvPr/>
        </p:nvSpPr>
        <p:spPr>
          <a:xfrm>
            <a:off x="5257136" y="3577011"/>
            <a:ext cx="95822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アクセス管理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BF55C987-3563-4556-A864-B6B9C1CB9B05}"/>
              </a:ext>
            </a:extLst>
          </p:cNvPr>
          <p:cNvSpPr/>
          <p:nvPr/>
        </p:nvSpPr>
        <p:spPr>
          <a:xfrm>
            <a:off x="6673220" y="3573050"/>
            <a:ext cx="956266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変更管理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55" name="コネクタ: カギ線 189">
            <a:extLst>
              <a:ext uri="{FF2B5EF4-FFF2-40B4-BE49-F238E27FC236}">
                <a16:creationId xmlns:a16="http://schemas.microsoft.com/office/drawing/2014/main" id="{2DEAC210-A2EB-406A-8B13-3C56EBA58635}"/>
              </a:ext>
            </a:extLst>
          </p:cNvPr>
          <p:cNvCxnSpPr>
            <a:cxnSpLocks/>
            <a:stCxn id="98" idx="3"/>
            <a:endCxn id="134" idx="1"/>
          </p:cNvCxnSpPr>
          <p:nvPr/>
        </p:nvCxnSpPr>
        <p:spPr>
          <a:xfrm flipV="1">
            <a:off x="6215363" y="3758629"/>
            <a:ext cx="457857" cy="3961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0169AF4B-12D0-AA85-E197-EC076AB5E976}"/>
              </a:ext>
            </a:extLst>
          </p:cNvPr>
          <p:cNvSpPr txBox="1"/>
          <p:nvPr/>
        </p:nvSpPr>
        <p:spPr>
          <a:xfrm>
            <a:off x="6191910" y="3356381"/>
            <a:ext cx="515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権限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変更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4740FFA1-B974-0603-BA73-51C62B225EFA}"/>
              </a:ext>
            </a:extLst>
          </p:cNvPr>
          <p:cNvSpPr txBox="1"/>
          <p:nvPr/>
        </p:nvSpPr>
        <p:spPr>
          <a:xfrm>
            <a:off x="6755194" y="2061704"/>
            <a:ext cx="478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暫定</a:t>
            </a:r>
            <a:endParaRPr kumimoji="1"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対応</a:t>
            </a:r>
          </a:p>
        </p:txBody>
      </p:sp>
      <p:sp>
        <p:nvSpPr>
          <p:cNvPr id="230" name="フリーフォーム: 図形 12">
            <a:extLst>
              <a:ext uri="{FF2B5EF4-FFF2-40B4-BE49-F238E27FC236}">
                <a16:creationId xmlns:a16="http://schemas.microsoft.com/office/drawing/2014/main" id="{907B56DC-3783-4C2F-B357-6E93A74D3039}"/>
              </a:ext>
            </a:extLst>
          </p:cNvPr>
          <p:cNvSpPr>
            <a:spLocks/>
          </p:cNvSpPr>
          <p:nvPr/>
        </p:nvSpPr>
        <p:spPr bwMode="auto">
          <a:xfrm>
            <a:off x="7115044" y="2586334"/>
            <a:ext cx="74613" cy="57150"/>
          </a:xfrm>
          <a:custGeom>
            <a:avLst/>
            <a:gdLst>
              <a:gd name="T0" fmla="*/ 0 w 76200"/>
              <a:gd name="T1" fmla="*/ 1779 h 114315"/>
              <a:gd name="T2" fmla="*/ 39177 w 76200"/>
              <a:gd name="T3" fmla="*/ 0 h 114315"/>
              <a:gd name="T4" fmla="*/ 67159 w 76200"/>
              <a:gd name="T5" fmla="*/ 1680 h 1143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200" h="114315">
                <a:moveTo>
                  <a:pt x="0" y="114315"/>
                </a:moveTo>
                <a:cubicBezTo>
                  <a:pt x="15875" y="57694"/>
                  <a:pt x="31750" y="1073"/>
                  <a:pt x="44450" y="15"/>
                </a:cubicBezTo>
                <a:cubicBezTo>
                  <a:pt x="57150" y="-1043"/>
                  <a:pt x="66675" y="53461"/>
                  <a:pt x="76200" y="107965"/>
                </a:cubicBezTo>
              </a:path>
            </a:pathLst>
          </a:custGeom>
          <a:solidFill>
            <a:srgbClr val="E7E6E6"/>
          </a:solidFill>
          <a:ln w="6350">
            <a:solidFill>
              <a:schemeClr val="bg2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endParaRPr lang="ja-JP" altLang="en-US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66" name="コネクタ: カギ線 189">
            <a:extLst>
              <a:ext uri="{FF2B5EF4-FFF2-40B4-BE49-F238E27FC236}">
                <a16:creationId xmlns:a16="http://schemas.microsoft.com/office/drawing/2014/main" id="{F8575B6A-7903-5749-46CC-301CB39D028F}"/>
              </a:ext>
            </a:extLst>
          </p:cNvPr>
          <p:cNvCxnSpPr>
            <a:cxnSpLocks/>
            <a:stCxn id="99" idx="2"/>
            <a:endCxn id="134" idx="0"/>
          </p:cNvCxnSpPr>
          <p:nvPr/>
        </p:nvCxnSpPr>
        <p:spPr>
          <a:xfrm rot="5400000">
            <a:off x="7217343" y="2755690"/>
            <a:ext cx="751370" cy="88335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コネクタ: カギ線 189">
            <a:extLst>
              <a:ext uri="{FF2B5EF4-FFF2-40B4-BE49-F238E27FC236}">
                <a16:creationId xmlns:a16="http://schemas.microsoft.com/office/drawing/2014/main" id="{5A98545E-5068-BC8A-5045-D784BEA904B4}"/>
              </a:ext>
            </a:extLst>
          </p:cNvPr>
          <p:cNvCxnSpPr>
            <a:cxnSpLocks/>
            <a:stCxn id="176" idx="0"/>
            <a:endCxn id="116" idx="2"/>
          </p:cNvCxnSpPr>
          <p:nvPr/>
        </p:nvCxnSpPr>
        <p:spPr>
          <a:xfrm rot="16200000" flipV="1">
            <a:off x="7668960" y="1602361"/>
            <a:ext cx="751140" cy="3190238"/>
          </a:xfrm>
          <a:prstGeom prst="bentConnector3">
            <a:avLst>
              <a:gd name="adj1" fmla="val 79166"/>
            </a:avLst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E0517FB2-4161-DB42-595C-567C48A80903}"/>
              </a:ext>
            </a:extLst>
          </p:cNvPr>
          <p:cNvSpPr/>
          <p:nvPr/>
        </p:nvSpPr>
        <p:spPr>
          <a:xfrm>
            <a:off x="9059921" y="3573050"/>
            <a:ext cx="1159455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ソフトウェア開発</a:t>
            </a:r>
            <a:b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および管理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2" name="コネクタ: カギ線 189">
            <a:extLst>
              <a:ext uri="{FF2B5EF4-FFF2-40B4-BE49-F238E27FC236}">
                <a16:creationId xmlns:a16="http://schemas.microsoft.com/office/drawing/2014/main" id="{CB83C331-0BD5-5698-2B82-8EA38DC610F1}"/>
              </a:ext>
            </a:extLst>
          </p:cNvPr>
          <p:cNvCxnSpPr>
            <a:cxnSpLocks/>
            <a:stCxn id="99" idx="3"/>
            <a:endCxn id="176" idx="0"/>
          </p:cNvCxnSpPr>
          <p:nvPr/>
        </p:nvCxnSpPr>
        <p:spPr>
          <a:xfrm>
            <a:off x="8513816" y="2636101"/>
            <a:ext cx="1125833" cy="936949"/>
          </a:xfrm>
          <a:prstGeom prst="bentConnector2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テキスト ボックス 188">
            <a:extLst>
              <a:ext uri="{FF2B5EF4-FFF2-40B4-BE49-F238E27FC236}">
                <a16:creationId xmlns:a16="http://schemas.microsoft.com/office/drawing/2014/main" id="{733F0778-C67D-D4CC-552D-B38BC6E9B2A6}"/>
              </a:ext>
            </a:extLst>
          </p:cNvPr>
          <p:cNvSpPr txBox="1"/>
          <p:nvPr/>
        </p:nvSpPr>
        <p:spPr>
          <a:xfrm>
            <a:off x="8505852" y="2725338"/>
            <a:ext cx="1003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資源同期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0" name="テキスト ボックス 189">
            <a:extLst>
              <a:ext uri="{FF2B5EF4-FFF2-40B4-BE49-F238E27FC236}">
                <a16:creationId xmlns:a16="http://schemas.microsoft.com/office/drawing/2014/main" id="{46D70750-AD03-95E7-A4AA-7C889DA1D24F}"/>
              </a:ext>
            </a:extLst>
          </p:cNvPr>
          <p:cNvSpPr txBox="1"/>
          <p:nvPr/>
        </p:nvSpPr>
        <p:spPr>
          <a:xfrm>
            <a:off x="8505851" y="2393489"/>
            <a:ext cx="1003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セキュリティ対応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1" name="テキスト ボックス 190">
            <a:extLst>
              <a:ext uri="{FF2B5EF4-FFF2-40B4-BE49-F238E27FC236}">
                <a16:creationId xmlns:a16="http://schemas.microsoft.com/office/drawing/2014/main" id="{B181C49A-D69E-41D0-D9E8-AA238A22247F}"/>
              </a:ext>
            </a:extLst>
          </p:cNvPr>
          <p:cNvSpPr txBox="1"/>
          <p:nvPr/>
        </p:nvSpPr>
        <p:spPr>
          <a:xfrm>
            <a:off x="8571324" y="1823433"/>
            <a:ext cx="1003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案件化</a:t>
            </a:r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F8E1EF1B-6CF5-DB84-7D79-A0E694B247F2}"/>
              </a:ext>
            </a:extLst>
          </p:cNvPr>
          <p:cNvSpPr/>
          <p:nvPr/>
        </p:nvSpPr>
        <p:spPr>
          <a:xfrm>
            <a:off x="5252075" y="4216922"/>
            <a:ext cx="95822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維持管理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7513C1F1-D28A-94B2-8A99-D9AFF698C1DB}"/>
              </a:ext>
            </a:extLst>
          </p:cNvPr>
          <p:cNvSpPr/>
          <p:nvPr/>
        </p:nvSpPr>
        <p:spPr>
          <a:xfrm>
            <a:off x="6673220" y="4212961"/>
            <a:ext cx="956266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リリース管理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展開管理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4" name="コネクタ: カギ線 189">
            <a:extLst>
              <a:ext uri="{FF2B5EF4-FFF2-40B4-BE49-F238E27FC236}">
                <a16:creationId xmlns:a16="http://schemas.microsoft.com/office/drawing/2014/main" id="{D3B3D2CB-3FA4-14AD-662C-6070D812CC5D}"/>
              </a:ext>
            </a:extLst>
          </p:cNvPr>
          <p:cNvCxnSpPr>
            <a:cxnSpLocks/>
            <a:stCxn id="192" idx="3"/>
            <a:endCxn id="193" idx="1"/>
          </p:cNvCxnSpPr>
          <p:nvPr/>
        </p:nvCxnSpPr>
        <p:spPr>
          <a:xfrm flipV="1">
            <a:off x="6210302" y="4398540"/>
            <a:ext cx="462918" cy="3961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テキスト ボックス 194">
            <a:extLst>
              <a:ext uri="{FF2B5EF4-FFF2-40B4-BE49-F238E27FC236}">
                <a16:creationId xmlns:a16="http://schemas.microsoft.com/office/drawing/2014/main" id="{917E1578-89EC-149A-ADDE-1C011E3BACED}"/>
              </a:ext>
            </a:extLst>
          </p:cNvPr>
          <p:cNvSpPr txBox="1"/>
          <p:nvPr/>
        </p:nvSpPr>
        <p:spPr>
          <a:xfrm>
            <a:off x="6186849" y="3996292"/>
            <a:ext cx="515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定常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変更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00" name="コネクタ: カギ線 189">
            <a:extLst>
              <a:ext uri="{FF2B5EF4-FFF2-40B4-BE49-F238E27FC236}">
                <a16:creationId xmlns:a16="http://schemas.microsoft.com/office/drawing/2014/main" id="{6B90CBD4-84EF-0786-CB4F-E58A75A0F464}"/>
              </a:ext>
            </a:extLst>
          </p:cNvPr>
          <p:cNvCxnSpPr>
            <a:cxnSpLocks/>
            <a:stCxn id="134" idx="2"/>
            <a:endCxn id="193" idx="0"/>
          </p:cNvCxnSpPr>
          <p:nvPr/>
        </p:nvCxnSpPr>
        <p:spPr>
          <a:xfrm>
            <a:off x="7151353" y="3944208"/>
            <a:ext cx="0" cy="268753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3E0A0605-A5FB-100A-84CD-3556CA5C8530}"/>
              </a:ext>
            </a:extLst>
          </p:cNvPr>
          <p:cNvSpPr txBox="1"/>
          <p:nvPr/>
        </p:nvSpPr>
        <p:spPr>
          <a:xfrm>
            <a:off x="7160835" y="3952984"/>
            <a:ext cx="75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変更指示</a:t>
            </a: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A4CE3F84-047E-8524-0342-2BA3C8A662A3}"/>
              </a:ext>
            </a:extLst>
          </p:cNvPr>
          <p:cNvSpPr/>
          <p:nvPr/>
        </p:nvSpPr>
        <p:spPr>
          <a:xfrm>
            <a:off x="2024670" y="6123866"/>
            <a:ext cx="5451692" cy="276402"/>
          </a:xfrm>
          <a:prstGeom prst="rect">
            <a:avLst/>
          </a:prstGeom>
          <a:solidFill>
            <a:schemeClr val="bg2"/>
          </a:solidFill>
          <a:ln w="19050" cap="flat" cmpd="sng" algn="ctr">
            <a:solidFill>
              <a:schemeClr val="bg2">
                <a:lumMod val="50000"/>
              </a:schemeClr>
            </a:solidFill>
            <a:prstDash val="solid"/>
          </a:ln>
          <a:effectLst/>
        </p:spPr>
        <p:txBody>
          <a:bodyPr vert="horz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システム（本番）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90B2AC77-AE61-8A63-76F4-9A4AB388AFFC}"/>
              </a:ext>
            </a:extLst>
          </p:cNvPr>
          <p:cNvSpPr/>
          <p:nvPr/>
        </p:nvSpPr>
        <p:spPr>
          <a:xfrm>
            <a:off x="2955476" y="3968145"/>
            <a:ext cx="1599957" cy="1769717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</a:ln>
          <a:effectLst/>
        </p:spPr>
        <p:txBody>
          <a:bodyPr vert="eaVert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E9BB8D9E-A9A1-1EFD-E540-B7A5A6DE9C60}"/>
              </a:ext>
            </a:extLst>
          </p:cNvPr>
          <p:cNvSpPr/>
          <p:nvPr/>
        </p:nvSpPr>
        <p:spPr>
          <a:xfrm>
            <a:off x="2955476" y="3641497"/>
            <a:ext cx="1580151" cy="321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業務管理領域</a:t>
            </a:r>
            <a:endParaRPr lang="en-US" altLang="ja-JP" sz="1400" b="1" u="sng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25B0440F-732B-CD45-2791-BA63F7DA0A9F}"/>
              </a:ext>
            </a:extLst>
          </p:cNvPr>
          <p:cNvSpPr/>
          <p:nvPr/>
        </p:nvSpPr>
        <p:spPr>
          <a:xfrm>
            <a:off x="3383287" y="4022522"/>
            <a:ext cx="724529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監視運用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0B3D67ED-7C64-23CF-F562-2CB643CA75F5}"/>
              </a:ext>
            </a:extLst>
          </p:cNvPr>
          <p:cNvSpPr/>
          <p:nvPr/>
        </p:nvSpPr>
        <p:spPr>
          <a:xfrm>
            <a:off x="3383287" y="4459817"/>
            <a:ext cx="724529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マスタ運用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A88D2DC4-E9C5-9F22-A382-461AD6953E51}"/>
              </a:ext>
            </a:extLst>
          </p:cNvPr>
          <p:cNvSpPr/>
          <p:nvPr/>
        </p:nvSpPr>
        <p:spPr>
          <a:xfrm>
            <a:off x="3383287" y="4897112"/>
            <a:ext cx="724529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ジョブ運用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DB2E5830-F96C-21DF-322E-0F16FB7C7277}"/>
              </a:ext>
            </a:extLst>
          </p:cNvPr>
          <p:cNvSpPr/>
          <p:nvPr/>
        </p:nvSpPr>
        <p:spPr>
          <a:xfrm>
            <a:off x="3383287" y="5334407"/>
            <a:ext cx="724529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プリント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運用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0C861729-E1E7-1C6D-D6B4-909554821B02}"/>
              </a:ext>
            </a:extLst>
          </p:cNvPr>
          <p:cNvSpPr/>
          <p:nvPr/>
        </p:nvSpPr>
        <p:spPr>
          <a:xfrm>
            <a:off x="5218186" y="4682132"/>
            <a:ext cx="5060861" cy="321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SRE</a:t>
            </a:r>
            <a:r>
              <a:rPr lang="ja-JP" altLang="en-US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領域</a:t>
            </a:r>
            <a:endParaRPr lang="en-US" altLang="ja-JP" sz="1400" b="1" u="sng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20" name="コネクタ: カギ線 189">
            <a:extLst>
              <a:ext uri="{FF2B5EF4-FFF2-40B4-BE49-F238E27FC236}">
                <a16:creationId xmlns:a16="http://schemas.microsoft.com/office/drawing/2014/main" id="{48C3284E-F948-3519-A6BE-017D934581BF}"/>
              </a:ext>
            </a:extLst>
          </p:cNvPr>
          <p:cNvCxnSpPr>
            <a:cxnSpLocks/>
          </p:cNvCxnSpPr>
          <p:nvPr/>
        </p:nvCxnSpPr>
        <p:spPr>
          <a:xfrm flipH="1" flipV="1">
            <a:off x="4339125" y="2240002"/>
            <a:ext cx="3858" cy="1728143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コネクタ: カギ線 189">
            <a:extLst>
              <a:ext uri="{FF2B5EF4-FFF2-40B4-BE49-F238E27FC236}">
                <a16:creationId xmlns:a16="http://schemas.microsoft.com/office/drawing/2014/main" id="{2AF0298F-9CF7-B3F7-45EC-D06DCD2A57A0}"/>
              </a:ext>
            </a:extLst>
          </p:cNvPr>
          <p:cNvCxnSpPr>
            <a:cxnSpLocks/>
          </p:cNvCxnSpPr>
          <p:nvPr/>
        </p:nvCxnSpPr>
        <p:spPr>
          <a:xfrm>
            <a:off x="2378104" y="4831366"/>
            <a:ext cx="573000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9F418D02-B1C2-6AFD-1263-DE1690401C01}"/>
              </a:ext>
            </a:extLst>
          </p:cNvPr>
          <p:cNvSpPr txBox="1"/>
          <p:nvPr/>
        </p:nvSpPr>
        <p:spPr>
          <a:xfrm>
            <a:off x="2352038" y="4430865"/>
            <a:ext cx="65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申請</a:t>
            </a:r>
            <a:r>
              <a:rPr kumimoji="1"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br>
              <a:rPr kumimoji="1"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</a:t>
            </a:r>
          </a:p>
        </p:txBody>
      </p:sp>
      <p:sp>
        <p:nvSpPr>
          <p:cNvPr id="238" name="テキスト ボックス 237">
            <a:extLst>
              <a:ext uri="{FF2B5EF4-FFF2-40B4-BE49-F238E27FC236}">
                <a16:creationId xmlns:a16="http://schemas.microsoft.com/office/drawing/2014/main" id="{F7AB2DE8-6297-B3A1-5BD6-ED665EAA1B5B}"/>
              </a:ext>
            </a:extLst>
          </p:cNvPr>
          <p:cNvSpPr txBox="1"/>
          <p:nvPr/>
        </p:nvSpPr>
        <p:spPr>
          <a:xfrm>
            <a:off x="3933486" y="3402597"/>
            <a:ext cx="515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起票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92CC654A-3CDE-E024-0BFA-3F7B25EFDE0E}"/>
              </a:ext>
            </a:extLst>
          </p:cNvPr>
          <p:cNvSpPr/>
          <p:nvPr/>
        </p:nvSpPr>
        <p:spPr>
          <a:xfrm>
            <a:off x="7691772" y="6123866"/>
            <a:ext cx="2587275" cy="276402"/>
          </a:xfrm>
          <a:prstGeom prst="rect">
            <a:avLst/>
          </a:prstGeom>
          <a:solidFill>
            <a:schemeClr val="bg2"/>
          </a:solidFill>
          <a:ln w="19050" cap="flat" cmpd="sng" algn="ctr">
            <a:solidFill>
              <a:schemeClr val="bg2">
                <a:lumMod val="50000"/>
              </a:schemeClr>
            </a:solidFill>
            <a:prstDash val="solid"/>
          </a:ln>
          <a:effectLst/>
        </p:spPr>
        <p:txBody>
          <a:bodyPr vert="horz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システム（検証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開発）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6242A38D-596F-4023-6A47-43AD08D9354F}"/>
              </a:ext>
            </a:extLst>
          </p:cNvPr>
          <p:cNvSpPr/>
          <p:nvPr/>
        </p:nvSpPr>
        <p:spPr>
          <a:xfrm>
            <a:off x="5213731" y="5015051"/>
            <a:ext cx="5065084" cy="72281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</a:ln>
          <a:effectLst/>
        </p:spPr>
        <p:txBody>
          <a:bodyPr vert="eaVert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DE368049-219B-08BB-7FBB-B90E84D8E9B4}"/>
              </a:ext>
            </a:extLst>
          </p:cNvPr>
          <p:cNvSpPr/>
          <p:nvPr/>
        </p:nvSpPr>
        <p:spPr>
          <a:xfrm>
            <a:off x="9059921" y="5145370"/>
            <a:ext cx="1159455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リリース管理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展開管理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開発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cxnSp>
        <p:nvCxnSpPr>
          <p:cNvPr id="253" name="コネクタ: カギ線 189">
            <a:extLst>
              <a:ext uri="{FF2B5EF4-FFF2-40B4-BE49-F238E27FC236}">
                <a16:creationId xmlns:a16="http://schemas.microsoft.com/office/drawing/2014/main" id="{5AB30F56-3E27-9EE3-C99D-E4BCB0071CD1}"/>
              </a:ext>
            </a:extLst>
          </p:cNvPr>
          <p:cNvCxnSpPr>
            <a:cxnSpLocks/>
            <a:stCxn id="176" idx="1"/>
            <a:endCxn id="134" idx="3"/>
          </p:cNvCxnSpPr>
          <p:nvPr/>
        </p:nvCxnSpPr>
        <p:spPr>
          <a:xfrm flipH="1">
            <a:off x="7629486" y="3758629"/>
            <a:ext cx="1430435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コネクタ: カギ線 189">
            <a:extLst>
              <a:ext uri="{FF2B5EF4-FFF2-40B4-BE49-F238E27FC236}">
                <a16:creationId xmlns:a16="http://schemas.microsoft.com/office/drawing/2014/main" id="{5281479B-778C-6837-C748-B55D7A01B69B}"/>
              </a:ext>
            </a:extLst>
          </p:cNvPr>
          <p:cNvCxnSpPr>
            <a:cxnSpLocks/>
            <a:stCxn id="176" idx="2"/>
            <a:endCxn id="252" idx="0"/>
          </p:cNvCxnSpPr>
          <p:nvPr/>
        </p:nvCxnSpPr>
        <p:spPr>
          <a:xfrm>
            <a:off x="9639649" y="3944208"/>
            <a:ext cx="0" cy="1201162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フリーフォーム: 図形 12">
            <a:extLst>
              <a:ext uri="{FF2B5EF4-FFF2-40B4-BE49-F238E27FC236}">
                <a16:creationId xmlns:a16="http://schemas.microsoft.com/office/drawing/2014/main" id="{85107AA8-5441-1D35-6078-A1DA627FF41C}"/>
              </a:ext>
            </a:extLst>
          </p:cNvPr>
          <p:cNvSpPr>
            <a:spLocks/>
          </p:cNvSpPr>
          <p:nvPr/>
        </p:nvSpPr>
        <p:spPr bwMode="auto">
          <a:xfrm>
            <a:off x="7121394" y="2929234"/>
            <a:ext cx="74613" cy="57150"/>
          </a:xfrm>
          <a:custGeom>
            <a:avLst/>
            <a:gdLst>
              <a:gd name="T0" fmla="*/ 0 w 76200"/>
              <a:gd name="T1" fmla="*/ 1779 h 114315"/>
              <a:gd name="T2" fmla="*/ 39177 w 76200"/>
              <a:gd name="T3" fmla="*/ 0 h 114315"/>
              <a:gd name="T4" fmla="*/ 67159 w 76200"/>
              <a:gd name="T5" fmla="*/ 1680 h 1143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200" h="114315">
                <a:moveTo>
                  <a:pt x="0" y="114315"/>
                </a:moveTo>
                <a:cubicBezTo>
                  <a:pt x="15875" y="57694"/>
                  <a:pt x="31750" y="1073"/>
                  <a:pt x="44450" y="15"/>
                </a:cubicBezTo>
                <a:cubicBezTo>
                  <a:pt x="57150" y="-1043"/>
                  <a:pt x="66675" y="53461"/>
                  <a:pt x="76200" y="107965"/>
                </a:cubicBezTo>
              </a:path>
            </a:pathLst>
          </a:custGeom>
          <a:solidFill>
            <a:srgbClr val="E7E6E6"/>
          </a:solidFill>
          <a:ln w="6350">
            <a:solidFill>
              <a:schemeClr val="bg2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endParaRPr lang="ja-JP" altLang="en-US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1" name="フリーフォーム: 図形 12">
            <a:extLst>
              <a:ext uri="{FF2B5EF4-FFF2-40B4-BE49-F238E27FC236}">
                <a16:creationId xmlns:a16="http://schemas.microsoft.com/office/drawing/2014/main" id="{5624CFF3-6FB4-335F-D6A7-748E32B86787}"/>
              </a:ext>
            </a:extLst>
          </p:cNvPr>
          <p:cNvSpPr>
            <a:spLocks/>
          </p:cNvSpPr>
          <p:nvPr/>
        </p:nvSpPr>
        <p:spPr bwMode="auto">
          <a:xfrm>
            <a:off x="7996424" y="2929234"/>
            <a:ext cx="74613" cy="57150"/>
          </a:xfrm>
          <a:custGeom>
            <a:avLst/>
            <a:gdLst>
              <a:gd name="T0" fmla="*/ 0 w 76200"/>
              <a:gd name="T1" fmla="*/ 1779 h 114315"/>
              <a:gd name="T2" fmla="*/ 39177 w 76200"/>
              <a:gd name="T3" fmla="*/ 0 h 114315"/>
              <a:gd name="T4" fmla="*/ 67159 w 76200"/>
              <a:gd name="T5" fmla="*/ 1680 h 1143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200" h="114315">
                <a:moveTo>
                  <a:pt x="0" y="114315"/>
                </a:moveTo>
                <a:cubicBezTo>
                  <a:pt x="15875" y="57694"/>
                  <a:pt x="31750" y="1073"/>
                  <a:pt x="44450" y="15"/>
                </a:cubicBezTo>
                <a:cubicBezTo>
                  <a:pt x="57150" y="-1043"/>
                  <a:pt x="66675" y="53461"/>
                  <a:pt x="76200" y="107965"/>
                </a:cubicBezTo>
              </a:path>
            </a:pathLst>
          </a:custGeom>
          <a:solidFill>
            <a:srgbClr val="FFFFFF"/>
          </a:solidFill>
          <a:ln w="6350">
            <a:solidFill>
              <a:schemeClr val="bg2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endParaRPr lang="ja-JP" altLang="en-US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64" name="コネクタ: カギ線 189">
            <a:extLst>
              <a:ext uri="{FF2B5EF4-FFF2-40B4-BE49-F238E27FC236}">
                <a16:creationId xmlns:a16="http://schemas.microsoft.com/office/drawing/2014/main" id="{20B3C3BB-EA08-4363-236F-2B08CB02B9A1}"/>
              </a:ext>
            </a:extLst>
          </p:cNvPr>
          <p:cNvCxnSpPr>
            <a:cxnSpLocks/>
            <a:stCxn id="176" idx="1"/>
            <a:endCxn id="193" idx="3"/>
          </p:cNvCxnSpPr>
          <p:nvPr/>
        </p:nvCxnSpPr>
        <p:spPr>
          <a:xfrm rot="10800000" flipV="1">
            <a:off x="7629487" y="3758628"/>
            <a:ext cx="1430435" cy="639911"/>
          </a:xfrm>
          <a:prstGeom prst="bentConnector3">
            <a:avLst>
              <a:gd name="adj1" fmla="val 13243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テキスト ボックス 266">
            <a:extLst>
              <a:ext uri="{FF2B5EF4-FFF2-40B4-BE49-F238E27FC236}">
                <a16:creationId xmlns:a16="http://schemas.microsoft.com/office/drawing/2014/main" id="{37F65BE6-64D2-C308-E20F-CB3E550F70E8}"/>
              </a:ext>
            </a:extLst>
          </p:cNvPr>
          <p:cNvSpPr txBox="1"/>
          <p:nvPr/>
        </p:nvSpPr>
        <p:spPr>
          <a:xfrm>
            <a:off x="8044530" y="4011743"/>
            <a:ext cx="100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継続的</a:t>
            </a:r>
            <a:endParaRPr kumimoji="1"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デプロイ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9" name="テキスト ボックス 268">
            <a:extLst>
              <a:ext uri="{FF2B5EF4-FFF2-40B4-BE49-F238E27FC236}">
                <a16:creationId xmlns:a16="http://schemas.microsoft.com/office/drawing/2014/main" id="{5B3DB7F1-7FE8-56DF-883C-2DE958B49F3E}"/>
              </a:ext>
            </a:extLst>
          </p:cNvPr>
          <p:cNvSpPr txBox="1"/>
          <p:nvPr/>
        </p:nvSpPr>
        <p:spPr>
          <a:xfrm>
            <a:off x="8127142" y="3518643"/>
            <a:ext cx="10033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本番移行判定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E608310B-F6D8-169B-B1A6-6C6D4B6FBF34}"/>
              </a:ext>
            </a:extLst>
          </p:cNvPr>
          <p:cNvSpPr/>
          <p:nvPr/>
        </p:nvSpPr>
        <p:spPr>
          <a:xfrm>
            <a:off x="7688413" y="5145370"/>
            <a:ext cx="1159455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キャパシティおよび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パフォーマンス管理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827C910E-5E8D-6DFF-2B54-07319D872CFA}"/>
              </a:ext>
            </a:extLst>
          </p:cNvPr>
          <p:cNvSpPr/>
          <p:nvPr/>
        </p:nvSpPr>
        <p:spPr>
          <a:xfrm>
            <a:off x="6470244" y="5145370"/>
            <a:ext cx="100611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可用性管理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067F1F40-DF3F-68E9-B2D1-AC41652A70BA}"/>
              </a:ext>
            </a:extLst>
          </p:cNvPr>
          <p:cNvSpPr/>
          <p:nvPr/>
        </p:nvSpPr>
        <p:spPr>
          <a:xfrm>
            <a:off x="5252075" y="5145370"/>
            <a:ext cx="1006117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プロビジョニング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74" name="コネクタ: カギ線 189">
            <a:extLst>
              <a:ext uri="{FF2B5EF4-FFF2-40B4-BE49-F238E27FC236}">
                <a16:creationId xmlns:a16="http://schemas.microsoft.com/office/drawing/2014/main" id="{DC1010AD-550C-BD88-62E3-172E70CD5434}"/>
              </a:ext>
            </a:extLst>
          </p:cNvPr>
          <p:cNvCxnSpPr>
            <a:cxnSpLocks/>
            <a:stCxn id="193" idx="2"/>
            <a:endCxn id="206" idx="0"/>
          </p:cNvCxnSpPr>
          <p:nvPr/>
        </p:nvCxnSpPr>
        <p:spPr>
          <a:xfrm rot="5400000">
            <a:off x="5181062" y="4153574"/>
            <a:ext cx="1539747" cy="2400837"/>
          </a:xfrm>
          <a:prstGeom prst="bentConnector3">
            <a:avLst>
              <a:gd name="adj1" fmla="val 17725"/>
            </a:avLst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テキスト ボックス 279">
            <a:extLst>
              <a:ext uri="{FF2B5EF4-FFF2-40B4-BE49-F238E27FC236}">
                <a16:creationId xmlns:a16="http://schemas.microsoft.com/office/drawing/2014/main" id="{B5CEC04D-3B9E-609A-DFA4-E76C63D87EC7}"/>
              </a:ext>
            </a:extLst>
          </p:cNvPr>
          <p:cNvSpPr txBox="1"/>
          <p:nvPr/>
        </p:nvSpPr>
        <p:spPr>
          <a:xfrm>
            <a:off x="9541556" y="3955385"/>
            <a:ext cx="7486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継続的</a:t>
            </a:r>
            <a:endParaRPr kumimoji="1"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デリバリ</a:t>
            </a:r>
            <a:r>
              <a:rPr kumimoji="1"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br>
              <a:rPr kumimoji="1"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テスト</a:t>
            </a:r>
          </a:p>
        </p:txBody>
      </p:sp>
      <p:sp>
        <p:nvSpPr>
          <p:cNvPr id="281" name="テキスト ボックス 280">
            <a:extLst>
              <a:ext uri="{FF2B5EF4-FFF2-40B4-BE49-F238E27FC236}">
                <a16:creationId xmlns:a16="http://schemas.microsoft.com/office/drawing/2014/main" id="{80D6DE53-A856-4EB3-8BA7-9F851896FF66}"/>
              </a:ext>
            </a:extLst>
          </p:cNvPr>
          <p:cNvSpPr txBox="1"/>
          <p:nvPr/>
        </p:nvSpPr>
        <p:spPr>
          <a:xfrm>
            <a:off x="9558014" y="5740493"/>
            <a:ext cx="823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環境変更</a:t>
            </a:r>
            <a:r>
              <a:rPr kumimoji="1"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資源リリース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82" name="コネクタ: カギ線 189">
            <a:extLst>
              <a:ext uri="{FF2B5EF4-FFF2-40B4-BE49-F238E27FC236}">
                <a16:creationId xmlns:a16="http://schemas.microsoft.com/office/drawing/2014/main" id="{1D1689DB-2EF8-8F86-4D6D-068F24315634}"/>
              </a:ext>
            </a:extLst>
          </p:cNvPr>
          <p:cNvCxnSpPr>
            <a:cxnSpLocks/>
          </p:cNvCxnSpPr>
          <p:nvPr/>
        </p:nvCxnSpPr>
        <p:spPr>
          <a:xfrm flipH="1">
            <a:off x="9639648" y="5519207"/>
            <a:ext cx="1" cy="60465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テキスト ボックス 285">
            <a:extLst>
              <a:ext uri="{FF2B5EF4-FFF2-40B4-BE49-F238E27FC236}">
                <a16:creationId xmlns:a16="http://schemas.microsoft.com/office/drawing/2014/main" id="{59A65817-8159-241F-E43B-F0B0820C0E7A}"/>
              </a:ext>
            </a:extLst>
          </p:cNvPr>
          <p:cNvSpPr txBox="1"/>
          <p:nvPr/>
        </p:nvSpPr>
        <p:spPr>
          <a:xfrm>
            <a:off x="4702892" y="5740493"/>
            <a:ext cx="823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環境変更</a:t>
            </a:r>
            <a:r>
              <a:rPr kumimoji="1"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資源リリース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87" name="コネクタ: カギ線 189">
            <a:extLst>
              <a:ext uri="{FF2B5EF4-FFF2-40B4-BE49-F238E27FC236}">
                <a16:creationId xmlns:a16="http://schemas.microsoft.com/office/drawing/2014/main" id="{B6FE4719-5B8E-022E-D3C9-18834A201639}"/>
              </a:ext>
            </a:extLst>
          </p:cNvPr>
          <p:cNvCxnSpPr>
            <a:cxnSpLocks/>
            <a:endCxn id="240" idx="1"/>
          </p:cNvCxnSpPr>
          <p:nvPr/>
        </p:nvCxnSpPr>
        <p:spPr>
          <a:xfrm>
            <a:off x="4555434" y="5376457"/>
            <a:ext cx="658297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テキスト ボックス 287">
            <a:extLst>
              <a:ext uri="{FF2B5EF4-FFF2-40B4-BE49-F238E27FC236}">
                <a16:creationId xmlns:a16="http://schemas.microsoft.com/office/drawing/2014/main" id="{113AEC66-230D-324F-AEF2-0374A6C3B3D5}"/>
              </a:ext>
            </a:extLst>
          </p:cNvPr>
          <p:cNvSpPr txBox="1"/>
          <p:nvPr/>
        </p:nvSpPr>
        <p:spPr>
          <a:xfrm>
            <a:off x="4704447" y="5004076"/>
            <a:ext cx="515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提供</a:t>
            </a:r>
          </a:p>
        </p:txBody>
      </p:sp>
      <p:cxnSp>
        <p:nvCxnSpPr>
          <p:cNvPr id="300" name="コネクタ: カギ線 189">
            <a:extLst>
              <a:ext uri="{FF2B5EF4-FFF2-40B4-BE49-F238E27FC236}">
                <a16:creationId xmlns:a16="http://schemas.microsoft.com/office/drawing/2014/main" id="{0E53F2FA-847C-23FE-371E-02EB2933210B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3452704" y="3231197"/>
            <a:ext cx="2896714" cy="914323"/>
          </a:xfrm>
          <a:prstGeom prst="bentConnector3">
            <a:avLst>
              <a:gd name="adj1" fmla="val 85841"/>
            </a:avLst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テキスト ボックス 310">
            <a:extLst>
              <a:ext uri="{FF2B5EF4-FFF2-40B4-BE49-F238E27FC236}">
                <a16:creationId xmlns:a16="http://schemas.microsoft.com/office/drawing/2014/main" id="{5695F0E2-47DD-7041-1157-21DC7F57DCD3}"/>
              </a:ext>
            </a:extLst>
          </p:cNvPr>
          <p:cNvSpPr txBox="1"/>
          <p:nvPr/>
        </p:nvSpPr>
        <p:spPr>
          <a:xfrm>
            <a:off x="4432032" y="4348567"/>
            <a:ext cx="515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</a:t>
            </a:r>
            <a:endParaRPr kumimoji="1"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変更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4" name="コネクタ: カギ線 189">
            <a:extLst>
              <a:ext uri="{FF2B5EF4-FFF2-40B4-BE49-F238E27FC236}">
                <a16:creationId xmlns:a16="http://schemas.microsoft.com/office/drawing/2014/main" id="{3E169444-9D95-667C-35E2-2C9A1AACD337}"/>
              </a:ext>
            </a:extLst>
          </p:cNvPr>
          <p:cNvCxnSpPr>
            <a:cxnSpLocks/>
            <a:stCxn id="273" idx="0"/>
            <a:endCxn id="193" idx="2"/>
          </p:cNvCxnSpPr>
          <p:nvPr/>
        </p:nvCxnSpPr>
        <p:spPr>
          <a:xfrm rot="5400000" flipH="1" flipV="1">
            <a:off x="6172618" y="4166636"/>
            <a:ext cx="561251" cy="139621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テキスト ボックス 316">
            <a:extLst>
              <a:ext uri="{FF2B5EF4-FFF2-40B4-BE49-F238E27FC236}">
                <a16:creationId xmlns:a16="http://schemas.microsoft.com/office/drawing/2014/main" id="{0153EA14-4BCF-9BD6-D21F-1C2877588F3C}"/>
              </a:ext>
            </a:extLst>
          </p:cNvPr>
          <p:cNvSpPr txBox="1"/>
          <p:nvPr/>
        </p:nvSpPr>
        <p:spPr>
          <a:xfrm>
            <a:off x="5699441" y="4904521"/>
            <a:ext cx="700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</a:t>
            </a:r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変更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8" name="コネクタ: カギ線 189">
            <a:extLst>
              <a:ext uri="{FF2B5EF4-FFF2-40B4-BE49-F238E27FC236}">
                <a16:creationId xmlns:a16="http://schemas.microsoft.com/office/drawing/2014/main" id="{D58E193D-9B5E-4C6A-BF9C-539948DDC23A}"/>
              </a:ext>
            </a:extLst>
          </p:cNvPr>
          <p:cNvCxnSpPr>
            <a:cxnSpLocks/>
            <a:endCxn id="193" idx="2"/>
          </p:cNvCxnSpPr>
          <p:nvPr/>
        </p:nvCxnSpPr>
        <p:spPr>
          <a:xfrm flipV="1">
            <a:off x="7151353" y="4584119"/>
            <a:ext cx="0" cy="430932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テキスト ボックス 322">
            <a:extLst>
              <a:ext uri="{FF2B5EF4-FFF2-40B4-BE49-F238E27FC236}">
                <a16:creationId xmlns:a16="http://schemas.microsoft.com/office/drawing/2014/main" id="{CD21D930-909C-6D15-6833-E483BDC42B85}"/>
              </a:ext>
            </a:extLst>
          </p:cNvPr>
          <p:cNvSpPr txBox="1"/>
          <p:nvPr/>
        </p:nvSpPr>
        <p:spPr>
          <a:xfrm>
            <a:off x="6378838" y="4847371"/>
            <a:ext cx="8478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安定化指示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24" name="コネクタ: カギ線 189">
            <a:extLst>
              <a:ext uri="{FF2B5EF4-FFF2-40B4-BE49-F238E27FC236}">
                <a16:creationId xmlns:a16="http://schemas.microsoft.com/office/drawing/2014/main" id="{D3782620-B51A-D5B6-7C5C-4FFACC0B1353}"/>
              </a:ext>
            </a:extLst>
          </p:cNvPr>
          <p:cNvCxnSpPr>
            <a:cxnSpLocks/>
            <a:endCxn id="192" idx="1"/>
          </p:cNvCxnSpPr>
          <p:nvPr/>
        </p:nvCxnSpPr>
        <p:spPr>
          <a:xfrm>
            <a:off x="4535627" y="4225092"/>
            <a:ext cx="716448" cy="17740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テキスト ボックス 324">
            <a:extLst>
              <a:ext uri="{FF2B5EF4-FFF2-40B4-BE49-F238E27FC236}">
                <a16:creationId xmlns:a16="http://schemas.microsoft.com/office/drawing/2014/main" id="{5A2CF5CB-E7C5-23AF-DF70-F06A874AF1CE}"/>
              </a:ext>
            </a:extLst>
          </p:cNvPr>
          <p:cNvSpPr txBox="1"/>
          <p:nvPr/>
        </p:nvSpPr>
        <p:spPr>
          <a:xfrm>
            <a:off x="4541590" y="3855182"/>
            <a:ext cx="515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提供</a:t>
            </a:r>
          </a:p>
        </p:txBody>
      </p:sp>
      <p:sp>
        <p:nvSpPr>
          <p:cNvPr id="331" name="テキスト ボックス 330">
            <a:extLst>
              <a:ext uri="{FF2B5EF4-FFF2-40B4-BE49-F238E27FC236}">
                <a16:creationId xmlns:a16="http://schemas.microsoft.com/office/drawing/2014/main" id="{6580FB09-CBDE-33D6-12CA-51FA31FDE087}"/>
              </a:ext>
            </a:extLst>
          </p:cNvPr>
          <p:cNvSpPr txBox="1"/>
          <p:nvPr/>
        </p:nvSpPr>
        <p:spPr>
          <a:xfrm>
            <a:off x="2056653" y="5740493"/>
            <a:ext cx="823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サービス</a:t>
            </a:r>
            <a:endParaRPr kumimoji="1"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</a:t>
            </a:r>
            <a:endParaRPr kumimoji="1" lang="ja-JP" altLang="en-US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32" name="コネクタ: カギ線 189">
            <a:extLst>
              <a:ext uri="{FF2B5EF4-FFF2-40B4-BE49-F238E27FC236}">
                <a16:creationId xmlns:a16="http://schemas.microsoft.com/office/drawing/2014/main" id="{DC7D4DBF-9C02-032D-806C-49E88E4020D6}"/>
              </a:ext>
            </a:extLst>
          </p:cNvPr>
          <p:cNvCxnSpPr>
            <a:cxnSpLocks/>
            <a:stCxn id="130" idx="2"/>
          </p:cNvCxnSpPr>
          <p:nvPr/>
        </p:nvCxnSpPr>
        <p:spPr>
          <a:xfrm>
            <a:off x="2205225" y="5737862"/>
            <a:ext cx="0" cy="38600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テキスト ボックス 336">
            <a:extLst>
              <a:ext uri="{FF2B5EF4-FFF2-40B4-BE49-F238E27FC236}">
                <a16:creationId xmlns:a16="http://schemas.microsoft.com/office/drawing/2014/main" id="{94F262D7-BA10-BF27-A121-4171B75E4FF7}"/>
              </a:ext>
            </a:extLst>
          </p:cNvPr>
          <p:cNvSpPr txBox="1"/>
          <p:nvPr/>
        </p:nvSpPr>
        <p:spPr>
          <a:xfrm>
            <a:off x="3680136" y="5740493"/>
            <a:ext cx="807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監視</a:t>
            </a:r>
            <a:r>
              <a:rPr kumimoji="1"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</a:p>
          <a:p>
            <a:pPr algn="ctr"/>
            <a:r>
              <a:rPr kumimoji="1"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</a:t>
            </a:r>
          </a:p>
        </p:txBody>
      </p:sp>
      <p:cxnSp>
        <p:nvCxnSpPr>
          <p:cNvPr id="338" name="コネクタ: カギ線 189">
            <a:extLst>
              <a:ext uri="{FF2B5EF4-FFF2-40B4-BE49-F238E27FC236}">
                <a16:creationId xmlns:a16="http://schemas.microsoft.com/office/drawing/2014/main" id="{0C543391-D899-7B98-BE81-F26584DD179C}"/>
              </a:ext>
            </a:extLst>
          </p:cNvPr>
          <p:cNvCxnSpPr>
            <a:cxnSpLocks/>
            <a:stCxn id="209" idx="2"/>
          </p:cNvCxnSpPr>
          <p:nvPr/>
        </p:nvCxnSpPr>
        <p:spPr>
          <a:xfrm>
            <a:off x="3755455" y="5737862"/>
            <a:ext cx="0" cy="37735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495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37A42DC-63FA-0743-B907-BFF179B7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スコープ</a:t>
            </a:r>
          </a:p>
        </p:txBody>
      </p:sp>
      <p:sp>
        <p:nvSpPr>
          <p:cNvPr id="35" name="フッター プレースホルダー 1">
            <a:extLst>
              <a:ext uri="{FF2B5EF4-FFF2-40B4-BE49-F238E27FC236}">
                <a16:creationId xmlns:a16="http://schemas.microsoft.com/office/drawing/2014/main" id="{B918F139-082F-4E43-BB0E-414A650E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" altLang="ja-JP" sz="1050" dirty="0"/>
              <a:t>(C) Recruit Co., Ltd. All rights reserved. </a:t>
            </a:r>
            <a:endParaRPr lang="ja-JP" altLang="en-US" sz="1050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FC22148-B6FA-B124-C3A1-0D3F985887FE}"/>
              </a:ext>
            </a:extLst>
          </p:cNvPr>
          <p:cNvSpPr/>
          <p:nvPr/>
        </p:nvSpPr>
        <p:spPr>
          <a:xfrm>
            <a:off x="1833935" y="606778"/>
            <a:ext cx="1882201" cy="321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XXX</a:t>
            </a:r>
            <a:r>
              <a:rPr lang="ja-JP" altLang="en-US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領域</a:t>
            </a:r>
            <a:endParaRPr lang="en-US" altLang="ja-JP" sz="1400" b="1" u="sng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7042DC-D637-940B-EA8F-ADAD9B3DFF4F}"/>
              </a:ext>
            </a:extLst>
          </p:cNvPr>
          <p:cNvSpPr/>
          <p:nvPr/>
        </p:nvSpPr>
        <p:spPr>
          <a:xfrm>
            <a:off x="365437" y="966598"/>
            <a:ext cx="761411" cy="631825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vert="horz" wrap="none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kern="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</a:t>
            </a:r>
            <a:endParaRPr kumimoji="0" lang="en-US" altLang="ja-JP" sz="1400" kern="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kern="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環境</a:t>
            </a:r>
            <a:endParaRPr kumimoji="0" lang="en-US" altLang="ja-JP" sz="1400" kern="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D4ACDB3-EC88-2221-B2D6-750D292385B4}"/>
              </a:ext>
            </a:extLst>
          </p:cNvPr>
          <p:cNvSpPr/>
          <p:nvPr/>
        </p:nvSpPr>
        <p:spPr>
          <a:xfrm>
            <a:off x="365436" y="1632489"/>
            <a:ext cx="761411" cy="3142912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vert="horz"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kern="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0" lang="en-US" altLang="ja-JP" sz="1400" kern="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kern="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管理基盤</a:t>
            </a:r>
            <a:endParaRPr kumimoji="0" lang="en-US" altLang="ja-JP" sz="1400" kern="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17C39BF-6F18-E4A6-F88D-B01D060407B6}"/>
              </a:ext>
            </a:extLst>
          </p:cNvPr>
          <p:cNvSpPr/>
          <p:nvPr/>
        </p:nvSpPr>
        <p:spPr>
          <a:xfrm>
            <a:off x="365435" y="4809467"/>
            <a:ext cx="761411" cy="88245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vert="horz"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kern="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0" lang="en-US" altLang="ja-JP" sz="1400" kern="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kern="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ソース群</a:t>
            </a:r>
            <a:endParaRPr kumimoji="0" lang="en-US" altLang="ja-JP" sz="1400" kern="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92BDE63-B8E7-2AA6-378F-1FE0DD979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325" y="1753878"/>
            <a:ext cx="6801583" cy="355970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A89753-5533-0E37-0072-D97205CC2546}"/>
              </a:ext>
            </a:extLst>
          </p:cNvPr>
          <p:cNvSpPr/>
          <p:nvPr/>
        </p:nvSpPr>
        <p:spPr>
          <a:xfrm>
            <a:off x="1650308" y="5065116"/>
            <a:ext cx="719930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NeoARC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8539B34-B737-865F-9F5A-CEDD920AB670}"/>
              </a:ext>
            </a:extLst>
          </p:cNvPr>
          <p:cNvSpPr/>
          <p:nvPr/>
        </p:nvSpPr>
        <p:spPr>
          <a:xfrm>
            <a:off x="2522638" y="5065116"/>
            <a:ext cx="719930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6737C74-AB68-12AD-16FB-E1C17E9C7D0C}"/>
              </a:ext>
            </a:extLst>
          </p:cNvPr>
          <p:cNvSpPr/>
          <p:nvPr/>
        </p:nvSpPr>
        <p:spPr>
          <a:xfrm>
            <a:off x="3394968" y="5065116"/>
            <a:ext cx="719930" cy="3711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6951393-8446-8C9D-DFDE-5640AE74B35F}"/>
              </a:ext>
            </a:extLst>
          </p:cNvPr>
          <p:cNvSpPr/>
          <p:nvPr/>
        </p:nvSpPr>
        <p:spPr>
          <a:xfrm>
            <a:off x="1305170" y="4819911"/>
            <a:ext cx="3322094" cy="87201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フローチャート: 磁気ディスク 14">
            <a:extLst>
              <a:ext uri="{FF2B5EF4-FFF2-40B4-BE49-F238E27FC236}">
                <a16:creationId xmlns:a16="http://schemas.microsoft.com/office/drawing/2014/main" id="{AD8772B8-7C5B-22D1-EF74-9CFDE1FFCDE3}"/>
              </a:ext>
            </a:extLst>
          </p:cNvPr>
          <p:cNvSpPr/>
          <p:nvPr/>
        </p:nvSpPr>
        <p:spPr>
          <a:xfrm>
            <a:off x="1650308" y="4284259"/>
            <a:ext cx="719930" cy="371158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SAP</a:t>
            </a:r>
          </a:p>
        </p:txBody>
      </p:sp>
      <p:cxnSp>
        <p:nvCxnSpPr>
          <p:cNvPr id="16" name="コネクタ: カギ線 189">
            <a:extLst>
              <a:ext uri="{FF2B5EF4-FFF2-40B4-BE49-F238E27FC236}">
                <a16:creationId xmlns:a16="http://schemas.microsoft.com/office/drawing/2014/main" id="{BA80F66D-8DF5-F679-A165-01A0EFDD9E23}"/>
              </a:ext>
            </a:extLst>
          </p:cNvPr>
          <p:cNvCxnSpPr>
            <a:cxnSpLocks/>
            <a:stCxn id="9" idx="0"/>
            <a:endCxn id="15" idx="3"/>
          </p:cNvCxnSpPr>
          <p:nvPr/>
        </p:nvCxnSpPr>
        <p:spPr>
          <a:xfrm flipV="1">
            <a:off x="2010273" y="4655417"/>
            <a:ext cx="0" cy="40969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磁気ディスク 20">
            <a:extLst>
              <a:ext uri="{FF2B5EF4-FFF2-40B4-BE49-F238E27FC236}">
                <a16:creationId xmlns:a16="http://schemas.microsoft.com/office/drawing/2014/main" id="{07CFA1D3-68EB-A965-A940-6DC2B7CF6A55}"/>
              </a:ext>
            </a:extLst>
          </p:cNvPr>
          <p:cNvSpPr/>
          <p:nvPr/>
        </p:nvSpPr>
        <p:spPr>
          <a:xfrm>
            <a:off x="1650308" y="3606049"/>
            <a:ext cx="2464590" cy="371158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RIND</a:t>
            </a:r>
          </a:p>
        </p:txBody>
      </p:sp>
      <p:cxnSp>
        <p:nvCxnSpPr>
          <p:cNvPr id="25" name="コネクタ: カギ線 189">
            <a:extLst>
              <a:ext uri="{FF2B5EF4-FFF2-40B4-BE49-F238E27FC236}">
                <a16:creationId xmlns:a16="http://schemas.microsoft.com/office/drawing/2014/main" id="{50B90D08-1865-8A92-EA4E-2320DF1FAF40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2010273" y="3977207"/>
            <a:ext cx="0" cy="307052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コネクタ: カギ線 189">
            <a:extLst>
              <a:ext uri="{FF2B5EF4-FFF2-40B4-BE49-F238E27FC236}">
                <a16:creationId xmlns:a16="http://schemas.microsoft.com/office/drawing/2014/main" id="{6085A865-C2E3-8025-296A-BDAC4524C152}"/>
              </a:ext>
            </a:extLst>
          </p:cNvPr>
          <p:cNvCxnSpPr>
            <a:cxnSpLocks/>
            <a:stCxn id="10" idx="0"/>
            <a:endCxn id="21" idx="3"/>
          </p:cNvCxnSpPr>
          <p:nvPr/>
        </p:nvCxnSpPr>
        <p:spPr>
          <a:xfrm flipV="1">
            <a:off x="2882603" y="3977207"/>
            <a:ext cx="0" cy="108790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コネクタ: カギ線 189">
            <a:extLst>
              <a:ext uri="{FF2B5EF4-FFF2-40B4-BE49-F238E27FC236}">
                <a16:creationId xmlns:a16="http://schemas.microsoft.com/office/drawing/2014/main" id="{2013BE1F-80B3-B6AA-CBD3-9B392A4C67E0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3754933" y="3977207"/>
            <a:ext cx="0" cy="108790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D526AE7-FC91-85C4-4136-68EEE78B027E}"/>
              </a:ext>
            </a:extLst>
          </p:cNvPr>
          <p:cNvSpPr/>
          <p:nvPr/>
        </p:nvSpPr>
        <p:spPr>
          <a:xfrm>
            <a:off x="4123628" y="5065116"/>
            <a:ext cx="503636" cy="3711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FA2935A-867B-593E-4AC2-582C63CDF0B4}"/>
              </a:ext>
            </a:extLst>
          </p:cNvPr>
          <p:cNvSpPr/>
          <p:nvPr/>
        </p:nvSpPr>
        <p:spPr>
          <a:xfrm>
            <a:off x="2400391" y="5568307"/>
            <a:ext cx="958227" cy="2263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RINDinput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フローチャート: 磁気ディスク 42">
            <a:extLst>
              <a:ext uri="{FF2B5EF4-FFF2-40B4-BE49-F238E27FC236}">
                <a16:creationId xmlns:a16="http://schemas.microsoft.com/office/drawing/2014/main" id="{397DF515-1C5D-7B01-FB2D-DBCE4B60D2AE}"/>
              </a:ext>
            </a:extLst>
          </p:cNvPr>
          <p:cNvSpPr/>
          <p:nvPr/>
        </p:nvSpPr>
        <p:spPr>
          <a:xfrm>
            <a:off x="1650308" y="2727127"/>
            <a:ext cx="2464590" cy="371158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err="1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BigQuery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5" name="コネクタ: カギ線 189">
            <a:extLst>
              <a:ext uri="{FF2B5EF4-FFF2-40B4-BE49-F238E27FC236}">
                <a16:creationId xmlns:a16="http://schemas.microsoft.com/office/drawing/2014/main" id="{683431E3-D8A7-9F56-B25F-2A3900A346E6}"/>
              </a:ext>
            </a:extLst>
          </p:cNvPr>
          <p:cNvCxnSpPr>
            <a:cxnSpLocks/>
            <a:stCxn id="21" idx="1"/>
            <a:endCxn id="43" idx="3"/>
          </p:cNvCxnSpPr>
          <p:nvPr/>
        </p:nvCxnSpPr>
        <p:spPr>
          <a:xfrm flipV="1">
            <a:off x="2882603" y="3098285"/>
            <a:ext cx="0" cy="50776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フローチャート: 複数書類 53">
            <a:extLst>
              <a:ext uri="{FF2B5EF4-FFF2-40B4-BE49-F238E27FC236}">
                <a16:creationId xmlns:a16="http://schemas.microsoft.com/office/drawing/2014/main" id="{2A149468-5E63-AB98-66C2-D9B54F36F776}"/>
              </a:ext>
            </a:extLst>
          </p:cNvPr>
          <p:cNvSpPr/>
          <p:nvPr/>
        </p:nvSpPr>
        <p:spPr>
          <a:xfrm>
            <a:off x="5119106" y="5065117"/>
            <a:ext cx="719930" cy="371158"/>
          </a:xfrm>
          <a:prstGeom prst="flowChartMultidocumen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CSV</a:t>
            </a:r>
          </a:p>
        </p:txBody>
      </p:sp>
      <p:sp>
        <p:nvSpPr>
          <p:cNvPr id="56" name="フローチャート: 複数書類 55">
            <a:extLst>
              <a:ext uri="{FF2B5EF4-FFF2-40B4-BE49-F238E27FC236}">
                <a16:creationId xmlns:a16="http://schemas.microsoft.com/office/drawing/2014/main" id="{73D367D6-6A9A-C467-C7E2-EE39A6AB9109}"/>
              </a:ext>
            </a:extLst>
          </p:cNvPr>
          <p:cNvSpPr/>
          <p:nvPr/>
        </p:nvSpPr>
        <p:spPr>
          <a:xfrm>
            <a:off x="5991436" y="5065117"/>
            <a:ext cx="719930" cy="371158"/>
          </a:xfrm>
          <a:prstGeom prst="flowChartMultidocumen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Spread</a:t>
            </a:r>
          </a:p>
          <a:p>
            <a:pPr algn="ctr"/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Sheet</a:t>
            </a:r>
          </a:p>
        </p:txBody>
      </p:sp>
      <p:sp>
        <p:nvSpPr>
          <p:cNvPr id="57" name="フローチャート: 複数書類 56">
            <a:extLst>
              <a:ext uri="{FF2B5EF4-FFF2-40B4-BE49-F238E27FC236}">
                <a16:creationId xmlns:a16="http://schemas.microsoft.com/office/drawing/2014/main" id="{8B86DC3C-2570-5CF5-12FF-7E2A52A414FA}"/>
              </a:ext>
            </a:extLst>
          </p:cNvPr>
          <p:cNvSpPr/>
          <p:nvPr/>
        </p:nvSpPr>
        <p:spPr>
          <a:xfrm>
            <a:off x="6863766" y="5065117"/>
            <a:ext cx="719930" cy="371158"/>
          </a:xfrm>
          <a:prstGeom prst="flowChartMultidocumen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Excel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FFDEEAB2-04A9-2C8D-4929-1FCC1D08A1B2}"/>
              </a:ext>
            </a:extLst>
          </p:cNvPr>
          <p:cNvSpPr/>
          <p:nvPr/>
        </p:nvSpPr>
        <p:spPr>
          <a:xfrm>
            <a:off x="4773968" y="4819912"/>
            <a:ext cx="3322094" cy="87201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EE5A70B-C34C-959D-CDE1-4AEA48CF9ED0}"/>
              </a:ext>
            </a:extLst>
          </p:cNvPr>
          <p:cNvSpPr/>
          <p:nvPr/>
        </p:nvSpPr>
        <p:spPr>
          <a:xfrm>
            <a:off x="7592426" y="5065117"/>
            <a:ext cx="503636" cy="3711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・・・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0F147B53-496C-B78F-14B4-6722876C51CF}"/>
              </a:ext>
            </a:extLst>
          </p:cNvPr>
          <p:cNvSpPr/>
          <p:nvPr/>
        </p:nvSpPr>
        <p:spPr>
          <a:xfrm>
            <a:off x="5869189" y="5568308"/>
            <a:ext cx="958227" cy="2263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事業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経理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独自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input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38B1B5AC-C8B7-D33A-269B-CFEBB2820958}"/>
              </a:ext>
            </a:extLst>
          </p:cNvPr>
          <p:cNvSpPr/>
          <p:nvPr/>
        </p:nvSpPr>
        <p:spPr>
          <a:xfrm>
            <a:off x="1650309" y="3223604"/>
            <a:ext cx="2464590" cy="25712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ETL</a:t>
            </a:r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処理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フローチャート: 磁気ディスク 64">
            <a:extLst>
              <a:ext uri="{FF2B5EF4-FFF2-40B4-BE49-F238E27FC236}">
                <a16:creationId xmlns:a16="http://schemas.microsoft.com/office/drawing/2014/main" id="{13D0F618-B912-0406-FB1A-C5AA648206BF}"/>
              </a:ext>
            </a:extLst>
          </p:cNvPr>
          <p:cNvSpPr/>
          <p:nvPr/>
        </p:nvSpPr>
        <p:spPr>
          <a:xfrm>
            <a:off x="5112945" y="1753878"/>
            <a:ext cx="2464590" cy="371158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一時</a:t>
            </a:r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TBL</a:t>
            </a:r>
          </a:p>
        </p:txBody>
      </p:sp>
      <p:cxnSp>
        <p:nvCxnSpPr>
          <p:cNvPr id="66" name="コネクタ: カギ線 189">
            <a:extLst>
              <a:ext uri="{FF2B5EF4-FFF2-40B4-BE49-F238E27FC236}">
                <a16:creationId xmlns:a16="http://schemas.microsoft.com/office/drawing/2014/main" id="{1FB608C9-36BA-2C48-CEE8-3CB36D959C6C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5528600" y="2109788"/>
            <a:ext cx="14950" cy="295532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コネクタ: カギ線 189">
            <a:extLst>
              <a:ext uri="{FF2B5EF4-FFF2-40B4-BE49-F238E27FC236}">
                <a16:creationId xmlns:a16="http://schemas.microsoft.com/office/drawing/2014/main" id="{B614342E-D2D7-5FA0-F664-0E4B0B487CA6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6400930" y="2124075"/>
            <a:ext cx="9395" cy="2941042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コネクタ: カギ線 189">
            <a:extLst>
              <a:ext uri="{FF2B5EF4-FFF2-40B4-BE49-F238E27FC236}">
                <a16:creationId xmlns:a16="http://schemas.microsoft.com/office/drawing/2014/main" id="{CDC523CF-0D0B-A24D-28BE-706884EBA081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7272402" y="2116931"/>
            <a:ext cx="858" cy="2948186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189">
            <a:extLst>
              <a:ext uri="{FF2B5EF4-FFF2-40B4-BE49-F238E27FC236}">
                <a16:creationId xmlns:a16="http://schemas.microsoft.com/office/drawing/2014/main" id="{30AA8A91-C273-CBBC-B49B-1959DFA2F863}"/>
              </a:ext>
            </a:extLst>
          </p:cNvPr>
          <p:cNvCxnSpPr>
            <a:cxnSpLocks/>
            <a:stCxn id="43" idx="4"/>
          </p:cNvCxnSpPr>
          <p:nvPr/>
        </p:nvCxnSpPr>
        <p:spPr>
          <a:xfrm flipV="1">
            <a:off x="4114898" y="2109788"/>
            <a:ext cx="1171136" cy="802918"/>
          </a:xfrm>
          <a:prstGeom prst="bentConnector3">
            <a:avLst>
              <a:gd name="adj1" fmla="val 100019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91A48820-4C76-BE5F-4E60-B7FF675ABF05}"/>
              </a:ext>
            </a:extLst>
          </p:cNvPr>
          <p:cNvSpPr/>
          <p:nvPr/>
        </p:nvSpPr>
        <p:spPr>
          <a:xfrm>
            <a:off x="5112945" y="2328686"/>
            <a:ext cx="2470751" cy="25712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ETL</a:t>
            </a:r>
            <a:r>
              <a:rPr lang="ja-JP" altLang="en-US" sz="100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処理</a:t>
            </a:r>
            <a:endParaRPr lang="en-US" altLang="ja-JP" sz="100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25900405-1C96-131E-A8C0-88C55EEF5E96}"/>
              </a:ext>
            </a:extLst>
          </p:cNvPr>
          <p:cNvSpPr/>
          <p:nvPr/>
        </p:nvSpPr>
        <p:spPr>
          <a:xfrm>
            <a:off x="5493914" y="598101"/>
            <a:ext cx="1882201" cy="321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Access</a:t>
            </a:r>
            <a:r>
              <a:rPr lang="ja-JP" altLang="en-US" sz="1400" b="1" u="sng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領域</a:t>
            </a:r>
            <a:endParaRPr lang="en-US" altLang="ja-JP" sz="1400" b="1" u="sng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5B3F9BF9-6912-C504-83F1-1D0B5AA534AC}"/>
              </a:ext>
            </a:extLst>
          </p:cNvPr>
          <p:cNvSpPr/>
          <p:nvPr/>
        </p:nvSpPr>
        <p:spPr>
          <a:xfrm>
            <a:off x="4972402" y="1632489"/>
            <a:ext cx="2998918" cy="3955275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horz"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0" lang="en-US" altLang="ja-JP" sz="1400" kern="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5986EDC3-2C39-6A39-8224-73A2AB42BE97}"/>
              </a:ext>
            </a:extLst>
          </p:cNvPr>
          <p:cNvSpPr/>
          <p:nvPr/>
        </p:nvSpPr>
        <p:spPr>
          <a:xfrm>
            <a:off x="1505314" y="2581167"/>
            <a:ext cx="6466006" cy="576744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horz"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0" lang="en-US" altLang="ja-JP" sz="1400" kern="0" dirty="0">
              <a:solidFill>
                <a:schemeClr val="bg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655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29234</TotalTime>
  <Words>237</Words>
  <Application>Microsoft Office PowerPoint</Application>
  <PresentationFormat>ワイド画面</PresentationFormat>
  <Paragraphs>119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 UI</vt:lpstr>
      <vt:lpstr>ＭＳ ゴシック</vt:lpstr>
      <vt:lpstr>游ゴシック</vt:lpstr>
      <vt:lpstr>Arial</vt:lpstr>
      <vt:lpstr>Office テーマ</vt:lpstr>
      <vt:lpstr>L1 / L2整理結果（ITIL4+NRI+R）</vt:lpstr>
      <vt:lpstr>スコープ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越智　啓人</dc:creator>
  <cp:lastModifiedBy>啓人 越智</cp:lastModifiedBy>
  <cp:revision>1158</cp:revision>
  <dcterms:created xsi:type="dcterms:W3CDTF">2018-10-05T05:41:04Z</dcterms:created>
  <dcterms:modified xsi:type="dcterms:W3CDTF">2024-01-14T02:36:44Z</dcterms:modified>
</cp:coreProperties>
</file>