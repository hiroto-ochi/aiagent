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  <p:sldMasterId id="2147483784" r:id="rId5"/>
    <p:sldMasterId id="2147483801" r:id="rId6"/>
  </p:sldMasterIdLst>
  <p:notesMasterIdLst>
    <p:notesMasterId r:id="rId15"/>
  </p:notesMasterIdLst>
  <p:handoutMasterIdLst>
    <p:handoutMasterId r:id="rId16"/>
  </p:handoutMasterIdLst>
  <p:sldIdLst>
    <p:sldId id="9078" r:id="rId7"/>
    <p:sldId id="9082" r:id="rId8"/>
    <p:sldId id="9080" r:id="rId9"/>
    <p:sldId id="9081" r:id="rId10"/>
    <p:sldId id="9077" r:id="rId11"/>
    <p:sldId id="9070" r:id="rId12"/>
    <p:sldId id="9074" r:id="rId13"/>
    <p:sldId id="9076" r:id="rId14"/>
  </p:sldIdLst>
  <p:sldSz cx="12801600" cy="9601200" type="A3"/>
  <p:notesSz cx="6807200" cy="9939338"/>
  <p:custDataLst>
    <p:tags r:id="rId17"/>
  </p:custDataLst>
  <p:defaultTextStyle>
    <a:defPPr>
      <a:defRPr lang="en-US"/>
    </a:defPPr>
    <a:lvl1pPr marL="0" algn="l" defTabSz="1279942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1pPr>
    <a:lvl2pPr marL="639970" algn="l" defTabSz="1279942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2pPr>
    <a:lvl3pPr marL="1279942" algn="l" defTabSz="1279942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3pPr>
    <a:lvl4pPr marL="1919912" algn="l" defTabSz="1279942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4pPr>
    <a:lvl5pPr marL="2559884" algn="l" defTabSz="1279942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5pPr>
    <a:lvl6pPr marL="3199856" algn="l" defTabSz="1279942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6pPr>
    <a:lvl7pPr marL="3839827" algn="l" defTabSz="1279942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7pPr>
    <a:lvl8pPr marL="4479798" algn="l" defTabSz="1279942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8pPr>
    <a:lvl9pPr marL="5119768" algn="l" defTabSz="1279942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189D6046-0B2E-4CF1-B423-B5B1D9724685}">
          <p14:sldIdLst>
            <p14:sldId id="9078"/>
            <p14:sldId id="9082"/>
          </p14:sldIdLst>
        </p14:section>
        <p14:section name="以下過去資料" id="{C88413E5-1BAE-4897-B7D3-0CB62CCD8C25}">
          <p14:sldIdLst>
            <p14:sldId id="9080"/>
            <p14:sldId id="9081"/>
            <p14:sldId id="9077"/>
            <p14:sldId id="9070"/>
            <p14:sldId id="9074"/>
            <p14:sldId id="90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56" userDrawn="1">
          <p15:clr>
            <a:srgbClr val="A4A3A4"/>
          </p15:clr>
        </p15:guide>
        <p15:guide id="2" pos="313" userDrawn="1">
          <p15:clr>
            <a:srgbClr val="A4A3A4"/>
          </p15:clr>
        </p15:guide>
        <p15:guide id="3" orient="horz" pos="393" userDrawn="1">
          <p15:clr>
            <a:srgbClr val="A4A3A4"/>
          </p15:clr>
        </p15:guide>
        <p15:guide id="4" pos="67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89" userDrawn="1">
          <p15:clr>
            <a:srgbClr val="A4A3A4"/>
          </p15:clr>
        </p15:guide>
        <p15:guide id="2" pos="2200" userDrawn="1">
          <p15:clr>
            <a:srgbClr val="A4A3A4"/>
          </p15:clr>
        </p15:guide>
        <p15:guide id="3" orient="horz" pos="3403" userDrawn="1">
          <p15:clr>
            <a:srgbClr val="A4A3A4"/>
          </p15:clr>
        </p15:guide>
        <p15:guide id="4" pos="212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7" name="作成者" initials="A" lastIdx="0" clrIdx="3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CCFF66"/>
    <a:srgbClr val="CCCCFF"/>
    <a:srgbClr val="FFCC66"/>
    <a:srgbClr val="CCECFF"/>
    <a:srgbClr val="FF9999"/>
    <a:srgbClr val="969696"/>
    <a:srgbClr val="FFFFFF"/>
    <a:srgbClr val="FFFF9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3B5C6C-CC75-4D3E-BAD6-7ECF985B9167}" v="2" dt="2020-06-12T02:59:09.7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CAF9ED-07DC-4A11-8D7F-57B35C25682E}" styleName="中間スタイル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中間スタイル 3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淡色スタイル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650" autoAdjust="0"/>
    <p:restoredTop sz="95214" autoAdjust="0"/>
  </p:normalViewPr>
  <p:slideViewPr>
    <p:cSldViewPr>
      <p:cViewPr varScale="1">
        <p:scale>
          <a:sx n="96" d="100"/>
          <a:sy n="96" d="100"/>
        </p:scale>
        <p:origin x="1920" y="78"/>
      </p:cViewPr>
      <p:guideLst>
        <p:guide orient="horz" pos="756"/>
        <p:guide pos="313"/>
        <p:guide orient="horz" pos="393"/>
        <p:guide pos="670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82"/>
    </p:cViewPr>
  </p:sorterViewPr>
  <p:notesViewPr>
    <p:cSldViewPr>
      <p:cViewPr>
        <p:scale>
          <a:sx n="1" d="2"/>
          <a:sy n="1" d="2"/>
        </p:scale>
        <p:origin x="2549" y="408"/>
      </p:cViewPr>
      <p:guideLst>
        <p:guide orient="horz" pos="3189"/>
        <p:guide pos="2200"/>
        <p:guide orient="horz" pos="3403"/>
        <p:guide pos="2129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4"/>
            <a:ext cx="2927834" cy="539825"/>
          </a:xfrm>
          <a:prstGeom prst="rect">
            <a:avLst/>
          </a:prstGeom>
        </p:spPr>
        <p:txBody>
          <a:bodyPr vert="horz" lIns="91518" tIns="45760" rIns="91518" bIns="4576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27415" y="4"/>
            <a:ext cx="2927834" cy="539825"/>
          </a:xfrm>
          <a:prstGeom prst="rect">
            <a:avLst/>
          </a:prstGeom>
        </p:spPr>
        <p:txBody>
          <a:bodyPr vert="horz" lIns="91518" tIns="45760" rIns="91518" bIns="45760" rtlCol="0"/>
          <a:lstStyle>
            <a:lvl1pPr algn="r">
              <a:defRPr sz="1200"/>
            </a:lvl1pPr>
          </a:lstStyle>
          <a:p>
            <a:fld id="{435D837F-5992-44B3-A40C-CEA10232EAC8}" type="datetimeFigureOut">
              <a:rPr lang="en-GB" smtClean="0"/>
              <a:pPr/>
              <a:t>04/01/2023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10262191"/>
            <a:ext cx="2927834" cy="539825"/>
          </a:xfrm>
          <a:prstGeom prst="rect">
            <a:avLst/>
          </a:prstGeom>
        </p:spPr>
        <p:txBody>
          <a:bodyPr vert="horz" lIns="91518" tIns="45760" rIns="91518" bIns="4576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27415" y="10262191"/>
            <a:ext cx="2927834" cy="539825"/>
          </a:xfrm>
          <a:prstGeom prst="rect">
            <a:avLst/>
          </a:prstGeom>
        </p:spPr>
        <p:txBody>
          <a:bodyPr vert="horz" lIns="91518" tIns="45760" rIns="91518" bIns="45760" rtlCol="0" anchor="b"/>
          <a:lstStyle>
            <a:lvl1pPr algn="r">
              <a:defRPr sz="1200"/>
            </a:lvl1pPr>
          </a:lstStyle>
          <a:p>
            <a:fld id="{3D41F044-CAF0-433D-8D5A-E9F04E0AA5F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27414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49325" y="385763"/>
            <a:ext cx="4859338" cy="36464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18" tIns="45760" rIns="91518" bIns="4576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5072" y="4231948"/>
            <a:ext cx="5406643" cy="6100628"/>
          </a:xfrm>
          <a:prstGeom prst="rect">
            <a:avLst/>
          </a:prstGeom>
        </p:spPr>
        <p:txBody>
          <a:bodyPr vert="horz" lIns="91518" tIns="45760" rIns="91518" bIns="4576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10262191"/>
            <a:ext cx="2927834" cy="541667"/>
          </a:xfrm>
          <a:prstGeom prst="rect">
            <a:avLst/>
          </a:prstGeom>
        </p:spPr>
        <p:txBody>
          <a:bodyPr vert="horz" lIns="91518" tIns="45760" rIns="91518" bIns="4576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7415" y="10262191"/>
            <a:ext cx="2927834" cy="541667"/>
          </a:xfrm>
          <a:prstGeom prst="rect">
            <a:avLst/>
          </a:prstGeom>
        </p:spPr>
        <p:txBody>
          <a:bodyPr vert="horz" lIns="91518" tIns="45760" rIns="91518" bIns="45760" rtlCol="0" anchor="b"/>
          <a:lstStyle>
            <a:lvl1pPr algn="r">
              <a:defRPr sz="1200"/>
            </a:lvl1pPr>
          </a:lstStyle>
          <a:p>
            <a:fld id="{14390918-D121-E64F-A459-C3E5964A4A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996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79942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1pPr>
    <a:lvl2pPr marL="639970" algn="l" defTabSz="1279942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2pPr>
    <a:lvl3pPr marL="1279942" algn="l" defTabSz="1279942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3pPr>
    <a:lvl4pPr marL="1919912" algn="l" defTabSz="1279942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4pPr>
    <a:lvl5pPr marL="2559884" algn="l" defTabSz="1279942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5pPr>
    <a:lvl6pPr marL="3199856" algn="l" defTabSz="1279942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6pPr>
    <a:lvl7pPr marL="3839827" algn="l" defTabSz="1279942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7pPr>
    <a:lvl8pPr marL="4479798" algn="l" defTabSz="1279942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8pPr>
    <a:lvl9pPr marL="5119768" algn="l" defTabSz="1279942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949325" y="385763"/>
            <a:ext cx="4859338" cy="3646487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90918-D121-E64F-A459-C3E5964A4A6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388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949325" y="385763"/>
            <a:ext cx="4859338" cy="3646487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90918-D121-E64F-A459-C3E5964A4A6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924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949325" y="385763"/>
            <a:ext cx="4859338" cy="3646487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90918-D121-E64F-A459-C3E5964A4A6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904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949325" y="385763"/>
            <a:ext cx="4859338" cy="3646487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90918-D121-E64F-A459-C3E5964A4A6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521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949325" y="385763"/>
            <a:ext cx="4859338" cy="3646487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90918-D121-E64F-A459-C3E5964A4A6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9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949325" y="385763"/>
            <a:ext cx="4859338" cy="3646487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90918-D121-E64F-A459-C3E5964A4A6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1881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949325" y="385763"/>
            <a:ext cx="4859338" cy="3646487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90918-D121-E64F-A459-C3E5964A4A6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30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949325" y="385763"/>
            <a:ext cx="4859338" cy="3646487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90918-D121-E64F-A459-C3E5964A4A6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013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/>
          <p:cNvSpPr/>
          <p:nvPr userDrawn="1"/>
        </p:nvSpPr>
        <p:spPr>
          <a:xfrm>
            <a:off x="442182" y="1241086"/>
            <a:ext cx="11916960" cy="7400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13"/>
          </a:p>
        </p:txBody>
      </p:sp>
      <p:sp>
        <p:nvSpPr>
          <p:cNvPr id="9" name="Title 3"/>
          <p:cNvSpPr>
            <a:spLocks noGrp="1"/>
          </p:cNvSpPr>
          <p:nvPr>
            <p:ph type="title" hasCustomPrompt="1"/>
          </p:nvPr>
        </p:nvSpPr>
        <p:spPr>
          <a:xfrm>
            <a:off x="628523" y="959989"/>
            <a:ext cx="6795636" cy="13113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4137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kumimoji="1" lang="ja-JP" altLang="en-US"/>
              <a:t>マスター タイトルの</a:t>
            </a:r>
            <a:br>
              <a:rPr kumimoji="1" lang="en-US" altLang="ja-JP"/>
            </a:br>
            <a:r>
              <a:rPr kumimoji="1" lang="ja-JP" altLang="en-US"/>
              <a:t>書式設定 </a:t>
            </a:r>
            <a:r>
              <a:rPr kumimoji="1" lang="en-US" altLang="ja-JP"/>
              <a:t>32pt</a:t>
            </a:r>
            <a:endParaRPr 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1" hasCustomPrompt="1"/>
          </p:nvPr>
        </p:nvSpPr>
        <p:spPr>
          <a:xfrm>
            <a:off x="628523" y="2365041"/>
            <a:ext cx="6795636" cy="374666"/>
          </a:xfrm>
        </p:spPr>
        <p:txBody>
          <a:bodyPr tIns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069" baseline="0">
                <a:solidFill>
                  <a:schemeClr val="tx1"/>
                </a:solidFill>
                <a:latin typeface="+mn-lt"/>
                <a:ea typeface="+mj-ea"/>
              </a:defRPr>
            </a:lvl1pPr>
          </a:lstStyle>
          <a:p>
            <a:pPr lvl="0"/>
            <a:r>
              <a:rPr kumimoji="1" lang="ja-JP" altLang="en-US"/>
              <a:t>マスター サブタイトルの書式設定 </a:t>
            </a:r>
            <a:r>
              <a:rPr kumimoji="1" lang="en-US" altLang="ja-JP"/>
              <a:t>16pt</a:t>
            </a:r>
          </a:p>
        </p:txBody>
      </p:sp>
      <p:pic>
        <p:nvPicPr>
          <p:cNvPr id="15" name="図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968" y="8673608"/>
            <a:ext cx="2975340" cy="614609"/>
          </a:xfrm>
          <a:prstGeom prst="rect">
            <a:avLst/>
          </a:prstGeom>
        </p:spPr>
      </p:pic>
      <p:grpSp>
        <p:nvGrpSpPr>
          <p:cNvPr id="16" name="グループ化 15"/>
          <p:cNvGrpSpPr/>
          <p:nvPr userDrawn="1"/>
        </p:nvGrpSpPr>
        <p:grpSpPr>
          <a:xfrm>
            <a:off x="7714812" y="899388"/>
            <a:ext cx="3810443" cy="8343388"/>
            <a:chOff x="5966924" y="691342"/>
            <a:chExt cx="2947140" cy="6413428"/>
          </a:xfrm>
        </p:grpSpPr>
        <p:sp>
          <p:nvSpPr>
            <p:cNvPr id="18" name="Rounded Rectangle 10"/>
            <p:cNvSpPr/>
            <p:nvPr userDrawn="1"/>
          </p:nvSpPr>
          <p:spPr>
            <a:xfrm flipH="1">
              <a:off x="5966924" y="691342"/>
              <a:ext cx="216000" cy="2376000"/>
            </a:xfrm>
            <a:prstGeom prst="roundRect">
              <a:avLst>
                <a:gd name="adj" fmla="val 49777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10"/>
            </a:p>
          </p:txBody>
        </p:sp>
        <p:sp>
          <p:nvSpPr>
            <p:cNvPr id="23" name="Rounded Rectangle 11"/>
            <p:cNvSpPr/>
            <p:nvPr userDrawn="1"/>
          </p:nvSpPr>
          <p:spPr>
            <a:xfrm flipH="1">
              <a:off x="6538064" y="3713480"/>
              <a:ext cx="2376000" cy="216000"/>
            </a:xfrm>
            <a:prstGeom prst="roundRect">
              <a:avLst>
                <a:gd name="adj" fmla="val 50000"/>
              </a:avLst>
            </a:prstGeom>
            <a:solidFill>
              <a:srgbClr val="9B25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10"/>
            </a:p>
          </p:txBody>
        </p:sp>
        <p:sp>
          <p:nvSpPr>
            <p:cNvPr id="24" name="Rounded Rectangle 12"/>
            <p:cNvSpPr/>
            <p:nvPr userDrawn="1"/>
          </p:nvSpPr>
          <p:spPr>
            <a:xfrm flipH="1">
              <a:off x="5966924" y="4728770"/>
              <a:ext cx="216000" cy="2376000"/>
            </a:xfrm>
            <a:prstGeom prst="roundRect">
              <a:avLst>
                <a:gd name="adj" fmla="val 49777"/>
              </a:avLst>
            </a:prstGeom>
            <a:solidFill>
              <a:srgbClr val="E67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10"/>
            </a:p>
          </p:txBody>
        </p:sp>
      </p:grpSp>
      <p:sp>
        <p:nvSpPr>
          <p:cNvPr id="28" name="テキスト プレースホルダー 117"/>
          <p:cNvSpPr>
            <a:spLocks noGrp="1"/>
          </p:cNvSpPr>
          <p:nvPr>
            <p:ph type="body" sz="quarter" idx="17" hasCustomPrompt="1"/>
          </p:nvPr>
        </p:nvSpPr>
        <p:spPr>
          <a:xfrm>
            <a:off x="629247" y="7440820"/>
            <a:ext cx="2076858" cy="282181"/>
          </a:xfrm>
        </p:spPr>
        <p:txBody>
          <a:bodyPr tIns="0">
            <a:noAutofit/>
          </a:bodyPr>
          <a:lstStyle>
            <a:lvl1pPr marL="0" marR="0" indent="0" algn="l" defTabSz="1276629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9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marL="0" marR="0" indent="0" algn="l" defTabSz="98741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20XX</a:t>
            </a:r>
            <a:r>
              <a:rPr lang="ja-JP" altLang="en-US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年</a:t>
            </a:r>
            <a:r>
              <a:rPr lang="en-US" altLang="ja-JP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X</a:t>
            </a:r>
            <a:r>
              <a:rPr lang="ja-JP" altLang="en-US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月</a:t>
            </a:r>
            <a:r>
              <a:rPr lang="en-US" altLang="ja-JP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X</a:t>
            </a:r>
            <a:r>
              <a:rPr lang="ja-JP" altLang="en-US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日</a:t>
            </a:r>
          </a:p>
        </p:txBody>
      </p:sp>
      <p:sp>
        <p:nvSpPr>
          <p:cNvPr id="29" name="テキスト プレースホルダー 117"/>
          <p:cNvSpPr>
            <a:spLocks noGrp="1"/>
          </p:cNvSpPr>
          <p:nvPr>
            <p:ph type="body" sz="quarter" idx="18" hasCustomPrompt="1"/>
          </p:nvPr>
        </p:nvSpPr>
        <p:spPr>
          <a:xfrm>
            <a:off x="629250" y="8360327"/>
            <a:ext cx="5191580" cy="313281"/>
          </a:xfrm>
        </p:spPr>
        <p:txBody>
          <a:bodyPr tIns="0">
            <a:noAutofit/>
          </a:bodyPr>
          <a:lstStyle>
            <a:lvl1pPr marL="0" marR="0" indent="0" algn="l" defTabSz="118222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ja-JP" altLang="en-US" sz="1809" kern="1200">
                <a:solidFill>
                  <a:schemeClr val="tx1"/>
                </a:solidFill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mar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809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●●●●営業部／プレゼンター名</a:t>
            </a:r>
            <a:endParaRPr lang="en-US" altLang="ja-JP" sz="1809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テキスト プレースホルダー 117"/>
          <p:cNvSpPr>
            <a:spLocks noGrp="1"/>
          </p:cNvSpPr>
          <p:nvPr>
            <p:ph type="body" sz="quarter" idx="19" hasCustomPrompt="1"/>
          </p:nvPr>
        </p:nvSpPr>
        <p:spPr>
          <a:xfrm>
            <a:off x="624418" y="498728"/>
            <a:ext cx="6818416" cy="385214"/>
          </a:xfrm>
        </p:spPr>
        <p:txBody>
          <a:bodyPr tIns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327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株式会社 ●●●● 御中 </a:t>
            </a:r>
            <a:r>
              <a:rPr kumimoji="1" lang="en-US" altLang="zh-CN"/>
              <a:t>18pt</a:t>
            </a:r>
          </a:p>
        </p:txBody>
      </p:sp>
      <p:sp>
        <p:nvSpPr>
          <p:cNvPr id="2" name="正方形/長方形 1"/>
          <p:cNvSpPr/>
          <p:nvPr userDrawn="1"/>
        </p:nvSpPr>
        <p:spPr>
          <a:xfrm>
            <a:off x="5768031" y="9109744"/>
            <a:ext cx="1340721" cy="37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13"/>
          </a:p>
        </p:txBody>
      </p:sp>
    </p:spTree>
    <p:extLst>
      <p:ext uri="{BB962C8B-B14F-4D97-AF65-F5344CB8AC3E}">
        <p14:creationId xmlns:p14="http://schemas.microsoft.com/office/powerpoint/2010/main" val="2535567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/>
          <p:cNvSpPr/>
          <p:nvPr userDrawn="1"/>
        </p:nvSpPr>
        <p:spPr>
          <a:xfrm>
            <a:off x="442320" y="1240878"/>
            <a:ext cx="11916960" cy="7400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13"/>
          </a:p>
        </p:txBody>
      </p:sp>
      <p:sp>
        <p:nvSpPr>
          <p:cNvPr id="21" name="テキスト プレースホルダー 117"/>
          <p:cNvSpPr>
            <a:spLocks noGrp="1"/>
          </p:cNvSpPr>
          <p:nvPr>
            <p:ph type="body" sz="quarter" idx="17" hasCustomPrompt="1"/>
          </p:nvPr>
        </p:nvSpPr>
        <p:spPr>
          <a:xfrm>
            <a:off x="4725859" y="6580463"/>
            <a:ext cx="2076858" cy="282181"/>
          </a:xfrm>
        </p:spPr>
        <p:txBody>
          <a:bodyPr tIns="0">
            <a:noAutofit/>
          </a:bodyPr>
          <a:lstStyle>
            <a:lvl1pPr marL="0" marR="0" indent="0" algn="l" defTabSz="1276629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9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marL="0" marR="0" indent="0" algn="l" defTabSz="98741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20XX</a:t>
            </a:r>
            <a:r>
              <a:rPr lang="ja-JP" altLang="en-US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年</a:t>
            </a:r>
            <a:r>
              <a:rPr lang="en-US" altLang="ja-JP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X</a:t>
            </a:r>
            <a:r>
              <a:rPr lang="ja-JP" altLang="en-US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月</a:t>
            </a:r>
            <a:r>
              <a:rPr lang="en-US" altLang="ja-JP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X</a:t>
            </a:r>
            <a:r>
              <a:rPr lang="ja-JP" altLang="en-US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日</a:t>
            </a:r>
          </a:p>
        </p:txBody>
      </p:sp>
      <p:sp>
        <p:nvSpPr>
          <p:cNvPr id="22" name="テキスト プレースホルダー 117"/>
          <p:cNvSpPr>
            <a:spLocks noGrp="1"/>
          </p:cNvSpPr>
          <p:nvPr>
            <p:ph type="body" sz="quarter" idx="18" hasCustomPrompt="1"/>
          </p:nvPr>
        </p:nvSpPr>
        <p:spPr>
          <a:xfrm>
            <a:off x="4725861" y="7517233"/>
            <a:ext cx="5191580" cy="562000"/>
          </a:xfrm>
        </p:spPr>
        <p:txBody>
          <a:bodyPr tIns="0">
            <a:noAutofit/>
          </a:bodyPr>
          <a:lstStyle>
            <a:lvl1pPr marL="0" marR="0" indent="0" algn="l" defTabSz="118222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ja-JP" altLang="en-US" sz="1809" kern="1200">
                <a:solidFill>
                  <a:schemeClr val="tx1"/>
                </a:solidFill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mar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809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●●●●営業部／プレゼンター名</a:t>
            </a:r>
            <a:endParaRPr lang="en-US" altLang="ja-JP" sz="1809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809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●●●●営業部／プレゼンター名</a:t>
            </a:r>
            <a:endParaRPr lang="en-US" altLang="ja-JP" sz="1809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3"/>
          <p:cNvSpPr>
            <a:spLocks noGrp="1"/>
          </p:cNvSpPr>
          <p:nvPr>
            <p:ph type="title" hasCustomPrompt="1"/>
          </p:nvPr>
        </p:nvSpPr>
        <p:spPr>
          <a:xfrm>
            <a:off x="4724982" y="3301772"/>
            <a:ext cx="7563702" cy="1311353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lnSpc>
                <a:spcPct val="100000"/>
              </a:lnSpc>
              <a:defRPr sz="4137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ja-JP" altLang="en-US"/>
              <a:t>マスター タイトルの</a:t>
            </a:r>
            <a:br>
              <a:rPr lang="en-US" altLang="ja-JP"/>
            </a:br>
            <a:r>
              <a:rPr lang="ja-JP" altLang="en-US"/>
              <a:t>書式設定 </a:t>
            </a:r>
            <a:r>
              <a:rPr lang="en-US" altLang="ja-JP"/>
              <a:t>32pt</a:t>
            </a:r>
            <a:endParaRPr 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 hasCustomPrompt="1"/>
          </p:nvPr>
        </p:nvSpPr>
        <p:spPr>
          <a:xfrm>
            <a:off x="4724982" y="4800643"/>
            <a:ext cx="7563079" cy="374666"/>
          </a:xfrm>
        </p:spPr>
        <p:txBody>
          <a:bodyPr tIns="3600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069" baseline="0">
                <a:solidFill>
                  <a:schemeClr val="tx1"/>
                </a:solidFill>
                <a:latin typeface="+mn-lt"/>
                <a:ea typeface="+mj-ea"/>
              </a:defRPr>
            </a:lvl1pPr>
          </a:lstStyle>
          <a:p>
            <a:pPr lvl="0"/>
            <a:r>
              <a:rPr kumimoji="1" lang="ja-JP" altLang="en-US"/>
              <a:t>マスター サブタイトルの書式設定 </a:t>
            </a:r>
            <a:r>
              <a:rPr kumimoji="1" lang="en-US" altLang="ja-JP"/>
              <a:t>16pt</a:t>
            </a:r>
          </a:p>
        </p:txBody>
      </p:sp>
      <p:grpSp>
        <p:nvGrpSpPr>
          <p:cNvPr id="16" name="グループ化 15"/>
          <p:cNvGrpSpPr>
            <a:grpSpLocks noChangeAspect="1"/>
          </p:cNvGrpSpPr>
          <p:nvPr userDrawn="1"/>
        </p:nvGrpSpPr>
        <p:grpSpPr>
          <a:xfrm>
            <a:off x="328469" y="-199486"/>
            <a:ext cx="3988794" cy="4404744"/>
            <a:chOff x="188408" y="-95252"/>
            <a:chExt cx="2137121" cy="2345475"/>
          </a:xfrm>
        </p:grpSpPr>
        <p:sp>
          <p:nvSpPr>
            <p:cNvPr id="17" name="Rounded Rectangle 5"/>
            <p:cNvSpPr/>
            <p:nvPr userDrawn="1"/>
          </p:nvSpPr>
          <p:spPr>
            <a:xfrm>
              <a:off x="2175900" y="-95252"/>
              <a:ext cx="149629" cy="1695796"/>
            </a:xfrm>
            <a:prstGeom prst="roundRect">
              <a:avLst>
                <a:gd name="adj" fmla="val 49777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10"/>
            </a:p>
          </p:txBody>
        </p:sp>
        <p:sp>
          <p:nvSpPr>
            <p:cNvPr id="18" name="Rounded Rectangle 9"/>
            <p:cNvSpPr/>
            <p:nvPr userDrawn="1"/>
          </p:nvSpPr>
          <p:spPr>
            <a:xfrm>
              <a:off x="188408" y="2100594"/>
              <a:ext cx="1695796" cy="149629"/>
            </a:xfrm>
            <a:prstGeom prst="roundRect">
              <a:avLst>
                <a:gd name="adj" fmla="val 50000"/>
              </a:avLst>
            </a:prstGeom>
            <a:solidFill>
              <a:srgbClr val="9B25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10"/>
            </a:p>
          </p:txBody>
        </p:sp>
      </p:grpSp>
      <p:pic>
        <p:nvPicPr>
          <p:cNvPr id="14" name="図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968" y="8673608"/>
            <a:ext cx="2975340" cy="614609"/>
          </a:xfrm>
          <a:prstGeom prst="rect">
            <a:avLst/>
          </a:prstGeom>
        </p:spPr>
      </p:pic>
      <p:sp>
        <p:nvSpPr>
          <p:cNvPr id="24" name="テキスト プレースホルダー 117"/>
          <p:cNvSpPr>
            <a:spLocks noGrp="1"/>
          </p:cNvSpPr>
          <p:nvPr>
            <p:ph type="body" sz="quarter" idx="19" hasCustomPrompt="1"/>
          </p:nvPr>
        </p:nvSpPr>
        <p:spPr>
          <a:xfrm>
            <a:off x="4724363" y="2271323"/>
            <a:ext cx="7563636" cy="385214"/>
          </a:xfrm>
        </p:spPr>
        <p:txBody>
          <a:bodyPr tIns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327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株式会社 ●●●● 御中 </a:t>
            </a:r>
            <a:r>
              <a:rPr kumimoji="1" lang="en-US" altLang="zh-CN"/>
              <a:t>18pt</a:t>
            </a:r>
          </a:p>
        </p:txBody>
      </p:sp>
      <p:sp>
        <p:nvSpPr>
          <p:cNvPr id="15" name="正方形/長方形 14"/>
          <p:cNvSpPr/>
          <p:nvPr userDrawn="1"/>
        </p:nvSpPr>
        <p:spPr>
          <a:xfrm>
            <a:off x="5768031" y="9109744"/>
            <a:ext cx="1340721" cy="37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13"/>
          </a:p>
        </p:txBody>
      </p:sp>
    </p:spTree>
    <p:extLst>
      <p:ext uri="{BB962C8B-B14F-4D97-AF65-F5344CB8AC3E}">
        <p14:creationId xmlns:p14="http://schemas.microsoft.com/office/powerpoint/2010/main" val="2598918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/>
          <p:cNvSpPr/>
          <p:nvPr userDrawn="1"/>
        </p:nvSpPr>
        <p:spPr>
          <a:xfrm>
            <a:off x="442320" y="1240878"/>
            <a:ext cx="11916960" cy="7400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13"/>
          </a:p>
        </p:txBody>
      </p:sp>
      <p:sp>
        <p:nvSpPr>
          <p:cNvPr id="11" name="Title 3"/>
          <p:cNvSpPr>
            <a:spLocks noGrp="1"/>
          </p:cNvSpPr>
          <p:nvPr userDrawn="1">
            <p:ph type="title" hasCustomPrompt="1"/>
          </p:nvPr>
        </p:nvSpPr>
        <p:spPr>
          <a:xfrm>
            <a:off x="4724982" y="3301772"/>
            <a:ext cx="7563702" cy="1311353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lnSpc>
                <a:spcPct val="100000"/>
              </a:lnSpc>
              <a:defRPr sz="4137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</a:t>
            </a:r>
            <a:br>
              <a:rPr lang="en-US" altLang="ja-JP"/>
            </a:br>
            <a:r>
              <a:rPr lang="ja-JP" altLang="en-US"/>
              <a:t>書式設定 </a:t>
            </a:r>
            <a:r>
              <a:rPr lang="en-US" altLang="ja-JP"/>
              <a:t>32pt</a:t>
            </a:r>
            <a:endParaRPr 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 hasCustomPrompt="1"/>
          </p:nvPr>
        </p:nvSpPr>
        <p:spPr>
          <a:xfrm>
            <a:off x="4724924" y="4800643"/>
            <a:ext cx="7563079" cy="374666"/>
          </a:xfrm>
        </p:spPr>
        <p:txBody>
          <a:bodyPr tIns="36000">
            <a:noAutofit/>
          </a:bodyPr>
          <a:lstStyle>
            <a:lvl1pPr hangingPunct="1">
              <a:lnSpc>
                <a:spcPct val="100000"/>
              </a:lnSpc>
              <a:spcAft>
                <a:spcPts val="0"/>
              </a:spcAft>
              <a:defRPr sz="2069" baseline="0">
                <a:solidFill>
                  <a:schemeClr val="tx1"/>
                </a:solidFill>
                <a:latin typeface="+mn-lt"/>
                <a:ea typeface="+mj-ea"/>
              </a:defRPr>
            </a:lvl1pPr>
          </a:lstStyle>
          <a:p>
            <a:pPr lvl="0"/>
            <a:r>
              <a:rPr kumimoji="1" lang="ja-JP" altLang="en-US"/>
              <a:t>マスター サブタイトルの書式設定 </a:t>
            </a:r>
            <a:r>
              <a:rPr kumimoji="1" lang="en-US" altLang="ja-JP"/>
              <a:t>16pt</a:t>
            </a:r>
          </a:p>
        </p:txBody>
      </p:sp>
      <p:grpSp>
        <p:nvGrpSpPr>
          <p:cNvPr id="16" name="グループ化 15"/>
          <p:cNvGrpSpPr>
            <a:grpSpLocks noChangeAspect="1"/>
          </p:cNvGrpSpPr>
          <p:nvPr userDrawn="1"/>
        </p:nvGrpSpPr>
        <p:grpSpPr>
          <a:xfrm>
            <a:off x="328469" y="-199486"/>
            <a:ext cx="3988794" cy="8784504"/>
            <a:chOff x="188408" y="-95252"/>
            <a:chExt cx="2137121" cy="4677646"/>
          </a:xfrm>
        </p:grpSpPr>
        <p:sp>
          <p:nvSpPr>
            <p:cNvPr id="17" name="Rounded Rectangle 5"/>
            <p:cNvSpPr/>
            <p:nvPr userDrawn="1"/>
          </p:nvSpPr>
          <p:spPr>
            <a:xfrm>
              <a:off x="2175900" y="-95252"/>
              <a:ext cx="149629" cy="1695796"/>
            </a:xfrm>
            <a:prstGeom prst="roundRect">
              <a:avLst>
                <a:gd name="adj" fmla="val 49777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10"/>
            </a:p>
          </p:txBody>
        </p:sp>
        <p:sp>
          <p:nvSpPr>
            <p:cNvPr id="18" name="Rounded Rectangle 9"/>
            <p:cNvSpPr/>
            <p:nvPr userDrawn="1"/>
          </p:nvSpPr>
          <p:spPr>
            <a:xfrm>
              <a:off x="188408" y="2100594"/>
              <a:ext cx="1695796" cy="149629"/>
            </a:xfrm>
            <a:prstGeom prst="roundRect">
              <a:avLst>
                <a:gd name="adj" fmla="val 50000"/>
              </a:avLst>
            </a:prstGeom>
            <a:solidFill>
              <a:srgbClr val="9B25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10"/>
            </a:p>
          </p:txBody>
        </p:sp>
        <p:sp>
          <p:nvSpPr>
            <p:cNvPr id="19" name="Rounded Rectangle 11"/>
            <p:cNvSpPr/>
            <p:nvPr userDrawn="1"/>
          </p:nvSpPr>
          <p:spPr>
            <a:xfrm>
              <a:off x="2175900" y="2886597"/>
              <a:ext cx="149629" cy="1695797"/>
            </a:xfrm>
            <a:prstGeom prst="roundRect">
              <a:avLst>
                <a:gd name="adj" fmla="val 49777"/>
              </a:avLst>
            </a:prstGeom>
            <a:solidFill>
              <a:srgbClr val="E67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10"/>
            </a:p>
          </p:txBody>
        </p:sp>
      </p:grpSp>
      <p:pic>
        <p:nvPicPr>
          <p:cNvPr id="14" name="図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968" y="8673608"/>
            <a:ext cx="2975340" cy="614609"/>
          </a:xfrm>
          <a:prstGeom prst="rect">
            <a:avLst/>
          </a:prstGeom>
        </p:spPr>
      </p:pic>
      <p:sp>
        <p:nvSpPr>
          <p:cNvPr id="21" name="テキスト プレースホルダー 117"/>
          <p:cNvSpPr>
            <a:spLocks noGrp="1"/>
          </p:cNvSpPr>
          <p:nvPr>
            <p:ph type="body" sz="quarter" idx="17" hasCustomPrompt="1"/>
          </p:nvPr>
        </p:nvSpPr>
        <p:spPr>
          <a:xfrm>
            <a:off x="4725859" y="6580463"/>
            <a:ext cx="2076858" cy="282181"/>
          </a:xfrm>
        </p:spPr>
        <p:txBody>
          <a:bodyPr tIns="0">
            <a:noAutofit/>
          </a:bodyPr>
          <a:lstStyle>
            <a:lvl1pPr marL="0" marR="0" indent="0" algn="l" defTabSz="1276629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9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marL="0" marR="0" indent="0" algn="l" defTabSz="98741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20XX</a:t>
            </a:r>
            <a:r>
              <a:rPr lang="ja-JP" altLang="en-US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年</a:t>
            </a:r>
            <a:r>
              <a:rPr lang="en-US" altLang="ja-JP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X</a:t>
            </a:r>
            <a:r>
              <a:rPr lang="ja-JP" altLang="en-US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月</a:t>
            </a:r>
            <a:r>
              <a:rPr lang="en-US" altLang="ja-JP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X</a:t>
            </a:r>
            <a:r>
              <a:rPr lang="ja-JP" altLang="en-US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日</a:t>
            </a:r>
          </a:p>
        </p:txBody>
      </p:sp>
      <p:sp>
        <p:nvSpPr>
          <p:cNvPr id="22" name="テキスト プレースホルダー 117"/>
          <p:cNvSpPr>
            <a:spLocks noGrp="1"/>
          </p:cNvSpPr>
          <p:nvPr>
            <p:ph type="body" sz="quarter" idx="18" hasCustomPrompt="1"/>
          </p:nvPr>
        </p:nvSpPr>
        <p:spPr>
          <a:xfrm>
            <a:off x="4725861" y="7517233"/>
            <a:ext cx="5191580" cy="562000"/>
          </a:xfrm>
        </p:spPr>
        <p:txBody>
          <a:bodyPr tIns="0">
            <a:noAutofit/>
          </a:bodyPr>
          <a:lstStyle>
            <a:lvl1pPr marL="0" marR="0" indent="0" algn="l" defTabSz="118222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ja-JP" altLang="en-US" sz="1809" kern="1200">
                <a:solidFill>
                  <a:schemeClr val="tx1"/>
                </a:solidFill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mar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809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●●●●営業部／プレゼンター名</a:t>
            </a:r>
            <a:endParaRPr lang="en-US" altLang="ja-JP" sz="1809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809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●●●●営業部／プレゼンター名</a:t>
            </a:r>
            <a:endParaRPr lang="en-US" altLang="ja-JP" sz="1809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テキスト プレースホルダー 117"/>
          <p:cNvSpPr>
            <a:spLocks noGrp="1"/>
          </p:cNvSpPr>
          <p:nvPr>
            <p:ph type="body" sz="quarter" idx="19" hasCustomPrompt="1"/>
          </p:nvPr>
        </p:nvSpPr>
        <p:spPr>
          <a:xfrm>
            <a:off x="4724363" y="2271323"/>
            <a:ext cx="7563636" cy="385214"/>
          </a:xfrm>
        </p:spPr>
        <p:txBody>
          <a:bodyPr tIns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327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株式会社 ●●●● 御中 </a:t>
            </a:r>
            <a:r>
              <a:rPr kumimoji="1" lang="en-US" altLang="zh-CN"/>
              <a:t>18pt</a:t>
            </a:r>
          </a:p>
        </p:txBody>
      </p:sp>
      <p:sp>
        <p:nvSpPr>
          <p:cNvPr id="13" name="正方形/長方形 12"/>
          <p:cNvSpPr/>
          <p:nvPr userDrawn="1"/>
        </p:nvSpPr>
        <p:spPr>
          <a:xfrm>
            <a:off x="5768031" y="9109744"/>
            <a:ext cx="1340721" cy="37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13"/>
          </a:p>
        </p:txBody>
      </p:sp>
    </p:spTree>
    <p:extLst>
      <p:ext uri="{BB962C8B-B14F-4D97-AF65-F5344CB8AC3E}">
        <p14:creationId xmlns:p14="http://schemas.microsoft.com/office/powerpoint/2010/main" val="99729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/>
          <p:cNvSpPr/>
          <p:nvPr userDrawn="1"/>
        </p:nvSpPr>
        <p:spPr>
          <a:xfrm>
            <a:off x="442320" y="1240878"/>
            <a:ext cx="11916960" cy="7400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13"/>
          </a:p>
        </p:txBody>
      </p:sp>
      <p:sp>
        <p:nvSpPr>
          <p:cNvPr id="6" name="Text Placeholder 3"/>
          <p:cNvSpPr txBox="1">
            <a:spLocks/>
          </p:cNvSpPr>
          <p:nvPr userDrawn="1"/>
        </p:nvSpPr>
        <p:spPr>
          <a:xfrm>
            <a:off x="628525" y="1147418"/>
            <a:ext cx="11542951" cy="384033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35"/>
          </a:p>
        </p:txBody>
      </p:sp>
      <p:sp>
        <p:nvSpPr>
          <p:cNvPr id="9" name="Title 3"/>
          <p:cNvSpPr>
            <a:spLocks noGrp="1"/>
          </p:cNvSpPr>
          <p:nvPr>
            <p:ph type="title" hasCustomPrompt="1"/>
          </p:nvPr>
        </p:nvSpPr>
        <p:spPr>
          <a:xfrm>
            <a:off x="1002130" y="2271323"/>
            <a:ext cx="10798545" cy="112399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defRPr sz="4137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ja-JP" altLang="en-US"/>
              <a:t>マスター タイトルの書式設定 </a:t>
            </a:r>
            <a:r>
              <a:rPr lang="en-US" altLang="ja-JP"/>
              <a:t>32pt</a:t>
            </a:r>
            <a:endParaRPr lang="en-US"/>
          </a:p>
        </p:txBody>
      </p:sp>
      <p:sp>
        <p:nvSpPr>
          <p:cNvPr id="15" name="テキスト プレースホルダー 14"/>
          <p:cNvSpPr>
            <a:spLocks noGrp="1"/>
          </p:cNvSpPr>
          <p:nvPr>
            <p:ph type="body" sz="quarter" idx="11" hasCustomPrompt="1"/>
          </p:nvPr>
        </p:nvSpPr>
        <p:spPr>
          <a:xfrm>
            <a:off x="1000934" y="3582801"/>
            <a:ext cx="10800387" cy="656739"/>
          </a:xfrm>
        </p:spPr>
        <p:txBody>
          <a:bodyPr tIns="3600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069" baseline="0">
                <a:solidFill>
                  <a:schemeClr val="bg1"/>
                </a:solidFill>
                <a:latin typeface="+mn-lt"/>
                <a:ea typeface="+mj-ea"/>
              </a:defRPr>
            </a:lvl1pPr>
          </a:lstStyle>
          <a:p>
            <a:pPr lvl="0"/>
            <a:r>
              <a:rPr kumimoji="1" lang="ja-JP" altLang="en-US"/>
              <a:t>マスター サブタイトルの書式設定 </a:t>
            </a:r>
            <a:r>
              <a:rPr kumimoji="1" lang="en-US" altLang="ja-JP"/>
              <a:t>16pt</a:t>
            </a:r>
          </a:p>
        </p:txBody>
      </p:sp>
      <p:pic>
        <p:nvPicPr>
          <p:cNvPr id="14" name="図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968" y="8673608"/>
            <a:ext cx="2975340" cy="614609"/>
          </a:xfrm>
          <a:prstGeom prst="rect">
            <a:avLst/>
          </a:prstGeom>
        </p:spPr>
      </p:pic>
      <p:sp>
        <p:nvSpPr>
          <p:cNvPr id="11" name="テキスト プレースホルダー 117"/>
          <p:cNvSpPr>
            <a:spLocks noGrp="1"/>
          </p:cNvSpPr>
          <p:nvPr>
            <p:ph type="body" sz="quarter" idx="17" hasCustomPrompt="1"/>
          </p:nvPr>
        </p:nvSpPr>
        <p:spPr>
          <a:xfrm>
            <a:off x="628524" y="6861079"/>
            <a:ext cx="2076858" cy="282181"/>
          </a:xfrm>
        </p:spPr>
        <p:txBody>
          <a:bodyPr tIns="0">
            <a:noAutofit/>
          </a:bodyPr>
          <a:lstStyle>
            <a:lvl1pPr marL="0" marR="0" indent="0" algn="l" defTabSz="1276629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9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marL="0" marR="0" indent="0" algn="l" defTabSz="98741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20XX</a:t>
            </a:r>
            <a:r>
              <a:rPr lang="ja-JP" altLang="en-US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年</a:t>
            </a:r>
            <a:r>
              <a:rPr lang="en-US" altLang="ja-JP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X</a:t>
            </a:r>
            <a:r>
              <a:rPr lang="ja-JP" altLang="en-US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月</a:t>
            </a:r>
            <a:r>
              <a:rPr lang="en-US" altLang="ja-JP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X</a:t>
            </a:r>
            <a:r>
              <a:rPr lang="ja-JP" altLang="en-US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日</a:t>
            </a:r>
          </a:p>
        </p:txBody>
      </p:sp>
      <p:sp>
        <p:nvSpPr>
          <p:cNvPr id="12" name="テキスト プレースホルダー 117"/>
          <p:cNvSpPr>
            <a:spLocks noGrp="1"/>
          </p:cNvSpPr>
          <p:nvPr>
            <p:ph type="body" sz="quarter" idx="18" hasCustomPrompt="1"/>
          </p:nvPr>
        </p:nvSpPr>
        <p:spPr>
          <a:xfrm>
            <a:off x="628527" y="7797852"/>
            <a:ext cx="5191580" cy="588740"/>
          </a:xfrm>
        </p:spPr>
        <p:txBody>
          <a:bodyPr tIns="0">
            <a:noAutofit/>
          </a:bodyPr>
          <a:lstStyle>
            <a:lvl1pPr marL="0" marR="0" indent="0" algn="l" defTabSz="118222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ja-JP" altLang="en-US" sz="1809" kern="1200">
                <a:solidFill>
                  <a:schemeClr val="tx1"/>
                </a:solidFill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mar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809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●●●●営業部／プレゼンター名</a:t>
            </a:r>
            <a:endParaRPr lang="en-US" altLang="ja-JP" sz="1809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118219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809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●●●●営業部／プレゼンター名</a:t>
            </a:r>
          </a:p>
        </p:txBody>
      </p:sp>
      <p:sp>
        <p:nvSpPr>
          <p:cNvPr id="16" name="テキスト プレースホルダー 117"/>
          <p:cNvSpPr>
            <a:spLocks noGrp="1"/>
          </p:cNvSpPr>
          <p:nvPr>
            <p:ph type="body" sz="quarter" idx="19" hasCustomPrompt="1"/>
          </p:nvPr>
        </p:nvSpPr>
        <p:spPr>
          <a:xfrm>
            <a:off x="628527" y="632022"/>
            <a:ext cx="8732443" cy="385214"/>
          </a:xfrm>
        </p:spPr>
        <p:txBody>
          <a:bodyPr tIns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327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株式会社 ●●●● 御中 </a:t>
            </a:r>
            <a:r>
              <a:rPr kumimoji="1" lang="en-US" altLang="zh-CN"/>
              <a:t>18pt</a:t>
            </a:r>
          </a:p>
        </p:txBody>
      </p:sp>
    </p:spTree>
    <p:extLst>
      <p:ext uri="{BB962C8B-B14F-4D97-AF65-F5344CB8AC3E}">
        <p14:creationId xmlns:p14="http://schemas.microsoft.com/office/powerpoint/2010/main" val="1587987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8" y="8907139"/>
            <a:ext cx="1965807" cy="404938"/>
          </a:xfrm>
          <a:prstGeom prst="rect">
            <a:avLst/>
          </a:prstGeom>
        </p:spPr>
      </p:pic>
      <p:sp>
        <p:nvSpPr>
          <p:cNvPr id="6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628077" y="1428230"/>
            <a:ext cx="11543403" cy="71194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buNone/>
              <a:tabLst/>
              <a:defRPr>
                <a:solidFill>
                  <a:schemeClr val="bg2"/>
                </a:solidFill>
              </a:defRPr>
            </a:lvl1pPr>
            <a:lvl2pPr marL="176865" indent="-176865">
              <a:lnSpc>
                <a:spcPct val="110000"/>
              </a:lnSpc>
              <a:buClrTx/>
              <a:tabLst/>
              <a:defRPr sz="1809">
                <a:solidFill>
                  <a:schemeClr val="tx1"/>
                </a:solidFill>
              </a:defRPr>
            </a:lvl2pPr>
            <a:lvl3pPr marL="418888" indent="-218754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3pPr>
            <a:lvl4pPr marL="628330" indent="-167555">
              <a:lnSpc>
                <a:spcPct val="110000"/>
              </a:lnSpc>
              <a:buClrTx/>
              <a:tabLst/>
              <a:defRPr sz="1551">
                <a:solidFill>
                  <a:schemeClr val="tx1"/>
                </a:solidFill>
              </a:defRPr>
            </a:lvl4pPr>
            <a:lvl5pPr marL="837776" indent="-167555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 </a:t>
            </a:r>
            <a:r>
              <a:rPr lang="en-US" altLang="ja-JP"/>
              <a:t>16pt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 </a:t>
            </a:r>
            <a:r>
              <a:rPr lang="en-US" altLang="ja-JP"/>
              <a:t>14pt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</p:txBody>
      </p:sp>
      <p:sp>
        <p:nvSpPr>
          <p:cNvPr id="4" name="タイトル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 </a:t>
            </a:r>
            <a:r>
              <a:rPr kumimoji="1" lang="en-US" altLang="ja-JP"/>
              <a:t>24pt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1602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二段組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628522" y="1428228"/>
            <a:ext cx="5213091" cy="711866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buNone/>
              <a:tabLst/>
              <a:defRPr sz="2069">
                <a:solidFill>
                  <a:schemeClr val="bg2"/>
                </a:solidFill>
              </a:defRPr>
            </a:lvl1pPr>
            <a:lvl2pPr marL="176865" indent="-176865">
              <a:lnSpc>
                <a:spcPct val="110000"/>
              </a:lnSpc>
              <a:buClrTx/>
              <a:tabLst/>
              <a:defRPr sz="1809">
                <a:solidFill>
                  <a:schemeClr val="tx1"/>
                </a:solidFill>
              </a:defRPr>
            </a:lvl2pPr>
            <a:lvl3pPr marL="418888" indent="-218754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3pPr>
            <a:lvl4pPr marL="628330" indent="-167555">
              <a:lnSpc>
                <a:spcPct val="110000"/>
              </a:lnSpc>
              <a:buClrTx/>
              <a:tabLst/>
              <a:defRPr sz="1551">
                <a:solidFill>
                  <a:schemeClr val="tx1"/>
                </a:solidFill>
              </a:defRPr>
            </a:lvl4pPr>
            <a:lvl5pPr marL="837776" indent="-167555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 </a:t>
            </a:r>
            <a:r>
              <a:rPr lang="en-US" altLang="ja-JP"/>
              <a:t>16pt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 </a:t>
            </a:r>
            <a:r>
              <a:rPr lang="en-US" altLang="ja-JP"/>
              <a:t>14pt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6959988" y="1428228"/>
            <a:ext cx="5213091" cy="711866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buNone/>
              <a:tabLst/>
              <a:defRPr sz="2069">
                <a:solidFill>
                  <a:schemeClr val="bg2"/>
                </a:solidFill>
              </a:defRPr>
            </a:lvl1pPr>
            <a:lvl2pPr marL="176865" indent="-176865">
              <a:lnSpc>
                <a:spcPct val="110000"/>
              </a:lnSpc>
              <a:buClrTx/>
              <a:tabLst/>
              <a:defRPr sz="1809">
                <a:solidFill>
                  <a:schemeClr val="tx1"/>
                </a:solidFill>
              </a:defRPr>
            </a:lvl2pPr>
            <a:lvl3pPr marL="418888" indent="-218754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3pPr>
            <a:lvl4pPr marL="628330" indent="-167555">
              <a:lnSpc>
                <a:spcPct val="110000"/>
              </a:lnSpc>
              <a:buClrTx/>
              <a:tabLst/>
              <a:defRPr sz="1551">
                <a:solidFill>
                  <a:schemeClr val="tx1"/>
                </a:solidFill>
              </a:defRPr>
            </a:lvl4pPr>
            <a:lvl5pPr marL="837776" indent="-167555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 </a:t>
            </a:r>
            <a:r>
              <a:rPr lang="en-US" altLang="ja-JP"/>
              <a:t>16pt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 </a:t>
            </a:r>
            <a:r>
              <a:rPr lang="en-US" altLang="ja-JP"/>
              <a:t>14pt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8" y="8907139"/>
            <a:ext cx="1965807" cy="404938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 </a:t>
            </a:r>
            <a:r>
              <a:rPr kumimoji="1" lang="en-US" altLang="ja-JP"/>
              <a:t>24pt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4093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三段組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628523" y="1428246"/>
            <a:ext cx="3723636" cy="711943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spcAft>
                <a:spcPts val="517"/>
              </a:spcAft>
              <a:buNone/>
              <a:tabLst/>
              <a:defRPr sz="1809" b="0">
                <a:solidFill>
                  <a:schemeClr val="bg2"/>
                </a:solidFill>
              </a:defRPr>
            </a:lvl1pPr>
            <a:lvl2pPr marL="176865" indent="-176865">
              <a:lnSpc>
                <a:spcPct val="110000"/>
              </a:lnSpc>
              <a:spcAft>
                <a:spcPts val="517"/>
              </a:spcAft>
              <a:buClrTx/>
              <a:tabLst/>
              <a:defRPr sz="1551">
                <a:solidFill>
                  <a:schemeClr val="tx1"/>
                </a:solidFill>
              </a:defRPr>
            </a:lvl2pPr>
            <a:lvl3pPr marL="418888" indent="-218754">
              <a:lnSpc>
                <a:spcPct val="110000"/>
              </a:lnSpc>
              <a:spcAft>
                <a:spcPts val="517"/>
              </a:spcAft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3pPr>
            <a:lvl4pPr marL="651603" indent="-218754">
              <a:lnSpc>
                <a:spcPct val="110000"/>
              </a:lnSpc>
              <a:spcAft>
                <a:spcPts val="517"/>
              </a:spcAft>
              <a:buClrTx/>
              <a:tabLst/>
              <a:defRPr sz="1551">
                <a:solidFill>
                  <a:schemeClr val="tx1"/>
                </a:solidFill>
              </a:defRPr>
            </a:lvl4pPr>
            <a:lvl5pPr marL="884319" indent="-218754">
              <a:lnSpc>
                <a:spcPct val="110000"/>
              </a:lnSpc>
              <a:spcAft>
                <a:spcPts val="517"/>
              </a:spcAft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 </a:t>
            </a:r>
            <a:r>
              <a:rPr lang="en-US" altLang="ja-JP"/>
              <a:t>14pt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4538775" y="1428246"/>
            <a:ext cx="3723636" cy="711943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spcAft>
                <a:spcPts val="517"/>
              </a:spcAft>
              <a:buNone/>
              <a:tabLst/>
              <a:defRPr sz="1809" b="0">
                <a:solidFill>
                  <a:schemeClr val="bg2"/>
                </a:solidFill>
              </a:defRPr>
            </a:lvl1pPr>
            <a:lvl2pPr marL="176865" indent="-176865">
              <a:lnSpc>
                <a:spcPct val="110000"/>
              </a:lnSpc>
              <a:spcAft>
                <a:spcPts val="517"/>
              </a:spcAft>
              <a:buClrTx/>
              <a:tabLst/>
              <a:defRPr sz="1551" b="0">
                <a:solidFill>
                  <a:schemeClr val="tx1"/>
                </a:solidFill>
              </a:defRPr>
            </a:lvl2pPr>
            <a:lvl3pPr marL="418888" indent="-218754">
              <a:lnSpc>
                <a:spcPct val="110000"/>
              </a:lnSpc>
              <a:spcAft>
                <a:spcPts val="517"/>
              </a:spcAft>
              <a:buClrTx/>
              <a:buFont typeface="Arial" panose="020B0604020202020204" pitchFamily="34" charset="0"/>
              <a:buChar char="‒"/>
              <a:tabLst/>
              <a:defRPr sz="1551" b="0">
                <a:solidFill>
                  <a:schemeClr val="tx1"/>
                </a:solidFill>
              </a:defRPr>
            </a:lvl3pPr>
            <a:lvl4pPr marL="651603" indent="-218754">
              <a:lnSpc>
                <a:spcPct val="110000"/>
              </a:lnSpc>
              <a:spcAft>
                <a:spcPts val="517"/>
              </a:spcAft>
              <a:buClrTx/>
              <a:tabLst/>
              <a:defRPr sz="1551" b="0">
                <a:solidFill>
                  <a:schemeClr val="tx1"/>
                </a:solidFill>
              </a:defRPr>
            </a:lvl4pPr>
            <a:lvl5pPr marL="884319" indent="-218754">
              <a:lnSpc>
                <a:spcPct val="110000"/>
              </a:lnSpc>
              <a:spcAft>
                <a:spcPts val="517"/>
              </a:spcAft>
              <a:buClrTx/>
              <a:buFont typeface="Arial" panose="020B0604020202020204" pitchFamily="34" charset="0"/>
              <a:buChar char="‒"/>
              <a:tabLst/>
              <a:defRPr sz="1551" b="0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 </a:t>
            </a:r>
            <a:r>
              <a:rPr lang="en-US" altLang="ja-JP"/>
              <a:t>14pt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8" y="8907139"/>
            <a:ext cx="1965807" cy="404938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 </a:t>
            </a:r>
            <a:r>
              <a:rPr kumimoji="1" lang="en-US" altLang="ja-JP"/>
              <a:t>24pt</a:t>
            </a:r>
            <a:endParaRPr kumimoji="1"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20" hasCustomPrompt="1"/>
          </p:nvPr>
        </p:nvSpPr>
        <p:spPr>
          <a:xfrm>
            <a:off x="8448199" y="1428230"/>
            <a:ext cx="3725334" cy="7119711"/>
          </a:xfrm>
        </p:spPr>
        <p:txBody>
          <a:bodyPr>
            <a:normAutofit/>
          </a:bodyPr>
          <a:lstStyle>
            <a:lvl1pPr>
              <a:defRPr sz="1809" b="0"/>
            </a:lvl1pPr>
            <a:lvl2pPr>
              <a:defRPr sz="1551" b="0">
                <a:latin typeface="+mn-ea"/>
                <a:ea typeface="+mn-ea"/>
              </a:defRPr>
            </a:lvl2pPr>
            <a:lvl3pPr>
              <a:defRPr sz="1551" b="0">
                <a:latin typeface="+mn-ea"/>
                <a:ea typeface="+mn-ea"/>
              </a:defRPr>
            </a:lvl3pPr>
            <a:lvl4pPr marL="651603" indent="-218754">
              <a:defRPr sz="1551" b="0">
                <a:latin typeface="+mn-ea"/>
                <a:ea typeface="+mn-ea"/>
              </a:defRPr>
            </a:lvl4pPr>
            <a:lvl5pPr marL="884319" indent="-218754">
              <a:defRPr sz="1551" b="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 </a:t>
            </a:r>
            <a:r>
              <a:rPr kumimoji="1" lang="en-US" altLang="ja-JP"/>
              <a:t>14pt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 </a:t>
            </a:r>
            <a:r>
              <a:rPr kumimoji="1" lang="en-US" altLang="ja-JP"/>
              <a:t>12pt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 </a:t>
            </a:r>
            <a:r>
              <a:rPr kumimoji="1" lang="en-US" altLang="ja-JP"/>
              <a:t>12pt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 </a:t>
            </a:r>
            <a:r>
              <a:rPr kumimoji="1" lang="en-US" altLang="ja-JP"/>
              <a:t>12pt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 </a:t>
            </a:r>
            <a:r>
              <a:rPr kumimoji="1" lang="en-US" altLang="ja-JP"/>
              <a:t>12pt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1851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 </a:t>
            </a:r>
            <a:r>
              <a:rPr kumimoji="1" lang="en-US" altLang="ja-JP"/>
              <a:t>24pt</a:t>
            </a:r>
            <a:endParaRPr kumimoji="1" lang="ja-JP" altLang="en-US"/>
          </a:p>
        </p:txBody>
      </p:sp>
      <p:pic>
        <p:nvPicPr>
          <p:cNvPr id="5" name="図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8" y="8907139"/>
            <a:ext cx="1965807" cy="40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173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動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629805" y="2177644"/>
            <a:ext cx="11543272" cy="561999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10"/>
          </a:p>
        </p:txBody>
      </p:sp>
      <p:sp>
        <p:nvSpPr>
          <p:cNvPr id="7" name="Media Placeholder 2"/>
          <p:cNvSpPr>
            <a:spLocks noGrp="1"/>
          </p:cNvSpPr>
          <p:nvPr>
            <p:ph type="media" sz="quarter" idx="13" hasCustomPrompt="1"/>
          </p:nvPr>
        </p:nvSpPr>
        <p:spPr>
          <a:xfrm>
            <a:off x="2584497" y="2462126"/>
            <a:ext cx="7633454" cy="505799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txBody>
          <a:bodyPr anchor="ctr"/>
          <a:lstStyle>
            <a:lvl1pPr marL="199723" indent="0">
              <a:buFontTx/>
              <a:buNone/>
              <a:tabLst/>
              <a:defRPr b="1">
                <a:solidFill>
                  <a:schemeClr val="bg2"/>
                </a:solidFill>
              </a:defRPr>
            </a:lvl1pPr>
          </a:lstStyle>
          <a:p>
            <a:r>
              <a:rPr lang="ja-JP" altLang="en-US"/>
              <a:t>ビデオを追加</a:t>
            </a:r>
            <a:endParaRPr lang="en-US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8" y="8907139"/>
            <a:ext cx="1965807" cy="404938"/>
          </a:xfrm>
          <a:prstGeom prst="rect">
            <a:avLst/>
          </a:prstGeom>
        </p:spPr>
      </p:pic>
      <p:sp>
        <p:nvSpPr>
          <p:cNvPr id="9" name="タイトル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 </a:t>
            </a:r>
            <a:r>
              <a:rPr kumimoji="1" lang="en-US" altLang="ja-JP"/>
              <a:t>24pt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2413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グラフと右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628074" y="1428244"/>
            <a:ext cx="5213091" cy="711870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グラフを追加</a:t>
            </a:r>
            <a:endParaRPr lang="en-US"/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6959988" y="1428232"/>
            <a:ext cx="5213091" cy="711870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buNone/>
              <a:tabLst/>
              <a:defRPr>
                <a:solidFill>
                  <a:schemeClr val="bg2"/>
                </a:solidFill>
              </a:defRPr>
            </a:lvl1pPr>
            <a:lvl2pPr marL="176865" indent="-176865">
              <a:lnSpc>
                <a:spcPct val="110000"/>
              </a:lnSpc>
              <a:buClrTx/>
              <a:tabLst/>
              <a:defRPr sz="1809">
                <a:solidFill>
                  <a:schemeClr val="tx1"/>
                </a:solidFill>
              </a:defRPr>
            </a:lvl2pPr>
            <a:lvl3pPr marL="418888" indent="-218754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3pPr>
            <a:lvl4pPr marL="628330" indent="-167555">
              <a:lnSpc>
                <a:spcPct val="110000"/>
              </a:lnSpc>
              <a:buClrTx/>
              <a:tabLst/>
              <a:defRPr sz="1551">
                <a:solidFill>
                  <a:schemeClr val="tx1"/>
                </a:solidFill>
              </a:defRPr>
            </a:lvl4pPr>
            <a:lvl5pPr marL="837776" indent="-167555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 </a:t>
            </a:r>
            <a:r>
              <a:rPr lang="en-US" altLang="ja-JP"/>
              <a:t>16pt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 </a:t>
            </a:r>
            <a:r>
              <a:rPr lang="en-US" altLang="ja-JP"/>
              <a:t>14pt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 </a:t>
            </a:r>
            <a:r>
              <a:rPr kumimoji="1" lang="en-US" altLang="ja-JP"/>
              <a:t>24pt</a:t>
            </a:r>
            <a:endParaRPr kumimoji="1" lang="ja-JP" altLang="en-US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8" y="8907139"/>
            <a:ext cx="1965807" cy="40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638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コンテンツと右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6959988" y="1428232"/>
            <a:ext cx="5213091" cy="71187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グラフを追加</a:t>
            </a:r>
            <a:endParaRPr lang="en-US"/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628522" y="1428232"/>
            <a:ext cx="5213091" cy="71187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buNone/>
              <a:tabLst/>
              <a:defRPr>
                <a:solidFill>
                  <a:schemeClr val="bg2"/>
                </a:solidFill>
              </a:defRPr>
            </a:lvl1pPr>
            <a:lvl2pPr marL="176865" indent="-176865">
              <a:lnSpc>
                <a:spcPct val="110000"/>
              </a:lnSpc>
              <a:buClrTx/>
              <a:tabLst/>
              <a:defRPr sz="1809">
                <a:solidFill>
                  <a:schemeClr val="tx1"/>
                </a:solidFill>
              </a:defRPr>
            </a:lvl2pPr>
            <a:lvl3pPr marL="418888" indent="-218754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3pPr>
            <a:lvl4pPr marL="628330" indent="-167555">
              <a:lnSpc>
                <a:spcPct val="110000"/>
              </a:lnSpc>
              <a:buClrTx/>
              <a:tabLst/>
              <a:defRPr sz="1551">
                <a:solidFill>
                  <a:schemeClr val="tx1"/>
                </a:solidFill>
              </a:defRPr>
            </a:lvl4pPr>
            <a:lvl5pPr marL="837776" indent="-167555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 </a:t>
            </a:r>
            <a:r>
              <a:rPr lang="en-US" altLang="ja-JP"/>
              <a:t>16pt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 </a:t>
            </a:r>
            <a:r>
              <a:rPr lang="en-US" altLang="ja-JP"/>
              <a:t>14pt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 </a:t>
            </a:r>
            <a:r>
              <a:rPr kumimoji="1" lang="en-US" altLang="ja-JP"/>
              <a:t>24pt</a:t>
            </a:r>
            <a:endParaRPr kumimoji="1" lang="ja-JP" altLang="en-US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8" y="8907139"/>
            <a:ext cx="1965807" cy="40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5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523" y="1428232"/>
            <a:ext cx="3723636" cy="71194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97200" tIns="97200" rIns="97200" bIns="97200" anchor="t">
            <a:normAutofit/>
          </a:bodyPr>
          <a:lstStyle>
            <a:lvl1pPr marL="16163" indent="0" algn="l">
              <a:lnSpc>
                <a:spcPct val="110000"/>
              </a:lnSpc>
              <a:spcBef>
                <a:spcPts val="0"/>
              </a:spcBef>
              <a:buNone/>
              <a:tabLst/>
              <a:defRPr sz="1551" b="1">
                <a:solidFill>
                  <a:schemeClr val="bg1"/>
                </a:solidFill>
                <a:latin typeface="+mn-ea"/>
                <a:ea typeface="+mn-ea"/>
              </a:defRPr>
            </a:lvl1pPr>
            <a:lvl2pPr marL="176865" indent="-176865" algn="l">
              <a:lnSpc>
                <a:spcPct val="11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tabLst/>
              <a:defRPr sz="1551" b="0">
                <a:solidFill>
                  <a:schemeClr val="bg1"/>
                </a:solidFill>
                <a:latin typeface="+mn-ea"/>
                <a:ea typeface="+mn-ea"/>
              </a:defRPr>
            </a:lvl2pPr>
            <a:lvl3pPr marL="418888" indent="-218754" algn="l">
              <a:lnSpc>
                <a:spcPct val="11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Char char="‒"/>
              <a:tabLst/>
              <a:defRPr kumimoji="1" lang="en-US" altLang="ja-JP" sz="1551" b="0" kern="1200" dirty="0" smtClean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3pPr>
            <a:lvl4pPr marL="628330" indent="-167555" algn="l">
              <a:lnSpc>
                <a:spcPct val="110000"/>
              </a:lnSpc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551" b="0">
                <a:solidFill>
                  <a:schemeClr val="bg1"/>
                </a:solidFill>
                <a:latin typeface="+mn-ea"/>
              </a:defRPr>
            </a:lvl4pPr>
            <a:lvl5pPr marL="837776" indent="-167555" algn="l">
              <a:lnSpc>
                <a:spcPct val="110000"/>
              </a:lnSpc>
              <a:buClr>
                <a:schemeClr val="bg1"/>
              </a:buClr>
              <a:buFont typeface="Arial" panose="020B0604020202020204" pitchFamily="34" charset="0"/>
              <a:buChar char="‒"/>
              <a:tabLst/>
              <a:defRPr sz="1551">
                <a:solidFill>
                  <a:schemeClr val="bg1"/>
                </a:solidFill>
                <a:latin typeface="+mn-ea"/>
              </a:defRPr>
            </a:lvl5pPr>
          </a:lstStyle>
          <a:p>
            <a:pPr lvl="0"/>
            <a:r>
              <a:rPr lang="ja-JP" altLang="en-US"/>
              <a:t>マスター テキストの書式設定 </a:t>
            </a:r>
            <a:r>
              <a:rPr lang="en-US" altLang="ja-JP"/>
              <a:t>12pt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</p:txBody>
      </p:sp>
      <p:sp>
        <p:nvSpPr>
          <p:cNvPr id="10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8449441" y="1428232"/>
            <a:ext cx="3723636" cy="71194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97200" tIns="97200" rIns="97200" bIns="97200" anchor="t">
            <a:normAutofit/>
          </a:bodyPr>
          <a:lstStyle>
            <a:lvl1pPr marL="16163" indent="0" algn="l">
              <a:lnSpc>
                <a:spcPct val="110000"/>
              </a:lnSpc>
              <a:spcBef>
                <a:spcPts val="0"/>
              </a:spcBef>
              <a:buNone/>
              <a:tabLst/>
              <a:defRPr sz="1551" b="1">
                <a:solidFill>
                  <a:schemeClr val="bg1"/>
                </a:solidFill>
                <a:latin typeface="+mn-ea"/>
                <a:ea typeface="+mn-ea"/>
              </a:defRPr>
            </a:lvl1pPr>
            <a:lvl2pPr marL="176865" indent="-176865" algn="l">
              <a:lnSpc>
                <a:spcPct val="11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tabLst/>
              <a:defRPr sz="1551" b="0">
                <a:solidFill>
                  <a:schemeClr val="bg1"/>
                </a:solidFill>
                <a:latin typeface="+mn-ea"/>
                <a:ea typeface="+mn-ea"/>
              </a:defRPr>
            </a:lvl2pPr>
            <a:lvl3pPr marL="418888" indent="-218754" algn="l">
              <a:lnSpc>
                <a:spcPct val="11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‒"/>
              <a:tabLst/>
              <a:defRPr sz="1551" b="0">
                <a:solidFill>
                  <a:schemeClr val="bg1"/>
                </a:solidFill>
                <a:latin typeface="+mn-ea"/>
                <a:ea typeface="+mn-ea"/>
              </a:defRPr>
            </a:lvl3pPr>
            <a:lvl4pPr marL="628330" indent="-167555" algn="l">
              <a:lnSpc>
                <a:spcPct val="110000"/>
              </a:lnSpc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551" b="0">
                <a:solidFill>
                  <a:schemeClr val="bg1"/>
                </a:solidFill>
                <a:latin typeface="+mn-ea"/>
                <a:ea typeface="+mn-ea"/>
              </a:defRPr>
            </a:lvl4pPr>
            <a:lvl5pPr marL="837776" indent="-167555" algn="l">
              <a:lnSpc>
                <a:spcPct val="110000"/>
              </a:lnSpc>
              <a:buClr>
                <a:schemeClr val="bg1"/>
              </a:buClr>
              <a:buFont typeface="Arial" panose="020B0604020202020204" pitchFamily="34" charset="0"/>
              <a:buChar char="‒"/>
              <a:tabLst/>
              <a:defRPr sz="1551">
                <a:solidFill>
                  <a:schemeClr val="bg1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ja-JP" altLang="en-US"/>
              <a:t>マスター テキストの書式設定 </a:t>
            </a:r>
            <a:r>
              <a:rPr lang="en-US" altLang="ja-JP"/>
              <a:t>12pt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 hasCustomPrompt="1"/>
          </p:nvPr>
        </p:nvSpPr>
        <p:spPr>
          <a:xfrm>
            <a:off x="4538775" y="1428232"/>
            <a:ext cx="3723636" cy="71194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97200" tIns="97200" rIns="97200" bIns="97200" anchor="t">
            <a:normAutofit/>
          </a:bodyPr>
          <a:lstStyle>
            <a:lvl1pPr marL="16163" indent="0" algn="l">
              <a:lnSpc>
                <a:spcPct val="110000"/>
              </a:lnSpc>
              <a:spcBef>
                <a:spcPts val="0"/>
              </a:spcBef>
              <a:buNone/>
              <a:tabLst/>
              <a:defRPr sz="1551" b="1">
                <a:solidFill>
                  <a:schemeClr val="bg1"/>
                </a:solidFill>
                <a:latin typeface="+mn-ea"/>
                <a:ea typeface="+mn-ea"/>
              </a:defRPr>
            </a:lvl1pPr>
            <a:lvl2pPr marL="176865" indent="-176865" algn="l">
              <a:lnSpc>
                <a:spcPct val="11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tabLst/>
              <a:defRPr sz="1551" b="0">
                <a:solidFill>
                  <a:schemeClr val="bg1"/>
                </a:solidFill>
                <a:latin typeface="+mn-ea"/>
                <a:ea typeface="+mn-ea"/>
              </a:defRPr>
            </a:lvl2pPr>
            <a:lvl3pPr marL="418888" indent="-218754" algn="l">
              <a:lnSpc>
                <a:spcPct val="11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‒"/>
              <a:tabLst/>
              <a:defRPr sz="1551" b="0">
                <a:solidFill>
                  <a:schemeClr val="bg1"/>
                </a:solidFill>
                <a:latin typeface="+mn-ea"/>
                <a:ea typeface="+mn-ea"/>
              </a:defRPr>
            </a:lvl3pPr>
            <a:lvl4pPr marL="628330" indent="-167555" algn="l">
              <a:lnSpc>
                <a:spcPct val="110000"/>
              </a:lnSpc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551" b="0">
                <a:solidFill>
                  <a:schemeClr val="bg1"/>
                </a:solidFill>
                <a:latin typeface="+mn-ea"/>
                <a:ea typeface="+mn-ea"/>
              </a:defRPr>
            </a:lvl4pPr>
            <a:lvl5pPr marL="837776" indent="-167555" algn="l">
              <a:lnSpc>
                <a:spcPct val="110000"/>
              </a:lnSpc>
              <a:buClr>
                <a:schemeClr val="bg1"/>
              </a:buClr>
              <a:buFont typeface="Arial" panose="020B0604020202020204" pitchFamily="34" charset="0"/>
              <a:buChar char="‒"/>
              <a:tabLst/>
              <a:defRPr sz="1551">
                <a:solidFill>
                  <a:schemeClr val="bg1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ja-JP" altLang="en-US"/>
              <a:t>マスター テキストの書式設定 </a:t>
            </a:r>
            <a:r>
              <a:rPr lang="en-US" altLang="ja-JP"/>
              <a:t>12pt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</p:txBody>
      </p:sp>
      <p:pic>
        <p:nvPicPr>
          <p:cNvPr id="9" name="図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8" y="8907139"/>
            <a:ext cx="1965807" cy="404938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 </a:t>
            </a:r>
            <a:r>
              <a:rPr kumimoji="1" lang="en-US" altLang="ja-JP"/>
              <a:t>24pt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39760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sz="half" idx="18" hasCustomPrompt="1"/>
          </p:nvPr>
        </p:nvSpPr>
        <p:spPr>
          <a:xfrm>
            <a:off x="7890420" y="2177644"/>
            <a:ext cx="4281054" cy="524532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lIns="97200" tIns="97200" rIns="97200" bIns="97200" anchor="t">
            <a:normAutofit/>
          </a:bodyPr>
          <a:lstStyle>
            <a:lvl1pPr marL="16163" indent="0" algn="l">
              <a:lnSpc>
                <a:spcPct val="110000"/>
              </a:lnSpc>
              <a:spcBef>
                <a:spcPts val="0"/>
              </a:spcBef>
              <a:buNone/>
              <a:tabLst/>
              <a:defRPr sz="1809" b="0">
                <a:solidFill>
                  <a:schemeClr val="bg2"/>
                </a:solidFill>
              </a:defRPr>
            </a:lvl1pPr>
            <a:lvl2pPr marL="176865" indent="-176865" algn="l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551" b="0">
                <a:solidFill>
                  <a:schemeClr val="tx1"/>
                </a:solidFill>
              </a:defRPr>
            </a:lvl2pPr>
            <a:lvl3pPr marL="418888" indent="-218754" algn="l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551" b="0">
                <a:solidFill>
                  <a:schemeClr val="tx1"/>
                </a:solidFill>
              </a:defRPr>
            </a:lvl3pPr>
            <a:lvl4pPr marL="651603" indent="-218754" algn="l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551" b="0">
                <a:solidFill>
                  <a:schemeClr val="tx1"/>
                </a:solidFill>
              </a:defRPr>
            </a:lvl4pPr>
            <a:lvl5pPr marL="884319" indent="-218754" algn="l">
              <a:lnSpc>
                <a:spcPct val="110000"/>
              </a:lnSpc>
              <a:buFont typeface="Arial" panose="020B0604020202020204" pitchFamily="34" charset="0"/>
              <a:buChar char="‒"/>
              <a:tabLst/>
              <a:defRPr sz="1551" b="0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 </a:t>
            </a:r>
            <a:r>
              <a:rPr lang="en-US" altLang="ja-JP"/>
              <a:t>14pt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8" y="8907139"/>
            <a:ext cx="1965807" cy="404938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 </a:t>
            </a:r>
            <a:r>
              <a:rPr kumimoji="1" lang="en-US" altLang="ja-JP"/>
              <a:t>24pt</a:t>
            </a:r>
            <a:endParaRPr kumimoji="1" lang="ja-JP" alt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19" hasCustomPrompt="1"/>
          </p:nvPr>
        </p:nvSpPr>
        <p:spPr>
          <a:xfrm>
            <a:off x="628363" y="2177748"/>
            <a:ext cx="7261091" cy="5245329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97200" tIns="97200" rIns="97200" bIns="97200">
            <a:normAutofit/>
          </a:bodyPr>
          <a:lstStyle>
            <a:lvl1pPr>
              <a:spcAft>
                <a:spcPts val="777"/>
              </a:spcAft>
              <a:defRPr sz="2069" b="1">
                <a:solidFill>
                  <a:schemeClr val="bg1"/>
                </a:solidFill>
              </a:defRPr>
            </a:lvl1pPr>
            <a:lvl2pPr>
              <a:spcAft>
                <a:spcPts val="777"/>
              </a:spcAft>
              <a:buClr>
                <a:schemeClr val="bg1"/>
              </a:buClr>
              <a:defRPr sz="1809">
                <a:solidFill>
                  <a:schemeClr val="bg1"/>
                </a:solidFill>
              </a:defRPr>
            </a:lvl2pPr>
            <a:lvl3pPr>
              <a:spcAft>
                <a:spcPts val="777"/>
              </a:spcAft>
              <a:buClr>
                <a:schemeClr val="bg1"/>
              </a:buClr>
              <a:defRPr sz="1551">
                <a:solidFill>
                  <a:schemeClr val="bg1"/>
                </a:solidFill>
              </a:defRPr>
            </a:lvl3pPr>
            <a:lvl4pPr>
              <a:spcAft>
                <a:spcPts val="777"/>
              </a:spcAft>
              <a:buClr>
                <a:schemeClr val="bg1"/>
              </a:buClr>
              <a:defRPr sz="1551">
                <a:solidFill>
                  <a:schemeClr val="bg1"/>
                </a:solidFill>
              </a:defRPr>
            </a:lvl4pPr>
            <a:lvl5pPr>
              <a:spcAft>
                <a:spcPts val="777"/>
              </a:spcAft>
              <a:buClr>
                <a:schemeClr val="bg1"/>
              </a:buClr>
              <a:defRPr sz="1551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 </a:t>
            </a:r>
            <a:r>
              <a:rPr kumimoji="1" lang="en-US" altLang="ja-JP"/>
              <a:t>16pt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 </a:t>
            </a:r>
            <a:r>
              <a:rPr kumimoji="1" lang="en-US" altLang="ja-JP"/>
              <a:t>14pt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 </a:t>
            </a:r>
            <a:r>
              <a:rPr kumimoji="1" lang="en-US" altLang="ja-JP"/>
              <a:t>12pt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 </a:t>
            </a:r>
            <a:r>
              <a:rPr kumimoji="1" lang="en-US" altLang="ja-JP"/>
              <a:t>12pt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 </a:t>
            </a:r>
            <a:r>
              <a:rPr kumimoji="1" lang="en-US" altLang="ja-JP"/>
              <a:t>12pt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5829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 userDrawn="1"/>
        </p:nvSpPr>
        <p:spPr>
          <a:xfrm>
            <a:off x="6288626" y="1273128"/>
            <a:ext cx="6144682" cy="7400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13"/>
          </a:p>
        </p:txBody>
      </p:sp>
      <p:sp>
        <p:nvSpPr>
          <p:cNvPr id="10" name="Rectangle 7"/>
          <p:cNvSpPr/>
          <p:nvPr userDrawn="1"/>
        </p:nvSpPr>
        <p:spPr>
          <a:xfrm>
            <a:off x="628524" y="678816"/>
            <a:ext cx="5771636" cy="80553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1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4" hasCustomPrompt="1"/>
          </p:nvPr>
        </p:nvSpPr>
        <p:spPr>
          <a:xfrm>
            <a:off x="1000727" y="5175079"/>
            <a:ext cx="5026909" cy="74933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069" baseline="0">
                <a:solidFill>
                  <a:schemeClr val="bg1"/>
                </a:solidFill>
                <a:latin typeface="Arial" panose="020B0604020202020204" pitchFamily="34" charset="0"/>
                <a:ea typeface="+mj-ea"/>
              </a:defRPr>
            </a:lvl1pPr>
          </a:lstStyle>
          <a:p>
            <a:pPr lvl="0"/>
            <a:r>
              <a:rPr kumimoji="1" lang="ja-JP" altLang="en-US"/>
              <a:t>マスター サブタイトルの</a:t>
            </a:r>
            <a:br>
              <a:rPr kumimoji="1" lang="en-US" altLang="ja-JP"/>
            </a:br>
            <a:r>
              <a:rPr kumimoji="1" lang="ja-JP" altLang="en-US"/>
              <a:t>書式設定 </a:t>
            </a:r>
            <a:r>
              <a:rPr kumimoji="1" lang="en-US" altLang="ja-JP"/>
              <a:t>16pt</a:t>
            </a:r>
            <a:endParaRPr kumimoji="1" lang="ja-JP" altLang="en-US"/>
          </a:p>
        </p:txBody>
      </p:sp>
      <p:pic>
        <p:nvPicPr>
          <p:cNvPr id="9" name="図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968" y="8673608"/>
            <a:ext cx="2975340" cy="614609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000727" y="3114414"/>
            <a:ext cx="5026909" cy="1873332"/>
          </a:xfrm>
        </p:spPr>
        <p:txBody>
          <a:bodyPr/>
          <a:lstStyle>
            <a:lvl1pPr>
              <a:defRPr sz="3102" baseline="0">
                <a:solidFill>
                  <a:schemeClr val="bg1"/>
                </a:solidFill>
                <a:latin typeface="Arial" panose="020B0604020202020204" pitchFamily="34" charset="0"/>
                <a:ea typeface="+mj-ea"/>
              </a:defRPr>
            </a:lvl1pPr>
          </a:lstStyle>
          <a:p>
            <a:pPr lvl="0"/>
            <a:r>
              <a:rPr lang="ja-JP" altLang="en-US"/>
              <a:t>マスター タイトルの</a:t>
            </a:r>
            <a:br>
              <a:rPr lang="en-US" altLang="ja-JP"/>
            </a:br>
            <a:r>
              <a:rPr lang="ja-JP" altLang="en-US"/>
              <a:t>書式設定 </a:t>
            </a:r>
            <a:r>
              <a:rPr lang="en-US" altLang="ja-JP"/>
              <a:t>24pt</a:t>
            </a:r>
          </a:p>
        </p:txBody>
      </p:sp>
    </p:spTree>
    <p:extLst>
      <p:ext uri="{BB962C8B-B14F-4D97-AF65-F5344CB8AC3E}">
        <p14:creationId xmlns:p14="http://schemas.microsoft.com/office/powerpoint/2010/main" val="1968750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 userDrawn="1"/>
        </p:nvSpPr>
        <p:spPr>
          <a:xfrm>
            <a:off x="442320" y="1240878"/>
            <a:ext cx="11916960" cy="7400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13"/>
          </a:p>
        </p:txBody>
      </p:sp>
      <p:sp>
        <p:nvSpPr>
          <p:cNvPr id="10" name="Text Placeholder 3"/>
          <p:cNvSpPr txBox="1">
            <a:spLocks/>
          </p:cNvSpPr>
          <p:nvPr userDrawn="1"/>
        </p:nvSpPr>
        <p:spPr>
          <a:xfrm>
            <a:off x="628524" y="2271324"/>
            <a:ext cx="11542951" cy="384033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35"/>
          </a:p>
        </p:txBody>
      </p:sp>
      <p:sp>
        <p:nvSpPr>
          <p:cNvPr id="9" name="Title 3"/>
          <p:cNvSpPr>
            <a:spLocks noGrp="1"/>
          </p:cNvSpPr>
          <p:nvPr>
            <p:ph type="title" hasCustomPrompt="1"/>
          </p:nvPr>
        </p:nvSpPr>
        <p:spPr>
          <a:xfrm>
            <a:off x="1000926" y="3395447"/>
            <a:ext cx="10798545" cy="112399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102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ja-JP" altLang="en-US"/>
              <a:t>マスター タイトルの書式設定 </a:t>
            </a:r>
            <a:r>
              <a:rPr lang="en-US" altLang="ja-JP"/>
              <a:t>24pt</a:t>
            </a:r>
            <a:endParaRPr 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1001637" y="4706799"/>
            <a:ext cx="10799040" cy="65566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69">
                <a:solidFill>
                  <a:schemeClr val="bg1"/>
                </a:solidFill>
                <a:latin typeface="+mn-lt"/>
                <a:ea typeface="+mj-ea"/>
              </a:defRPr>
            </a:lvl1pPr>
          </a:lstStyle>
          <a:p>
            <a:pPr lvl="0"/>
            <a:r>
              <a:rPr kumimoji="1" lang="ja-JP" altLang="en-US"/>
              <a:t>マスター サブタイトルの書式設定 </a:t>
            </a:r>
            <a:r>
              <a:rPr kumimoji="1" lang="en-US" altLang="ja-JP"/>
              <a:t>16pt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968" y="8673608"/>
            <a:ext cx="2975340" cy="61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8040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最終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628364" y="8987311"/>
            <a:ext cx="11543272" cy="251185"/>
          </a:xfrm>
          <a:prstGeom prst="rect">
            <a:avLst/>
          </a:prstGeom>
          <a:noFill/>
        </p:spPr>
        <p:txBody>
          <a:bodyPr wrap="square" lIns="0" tIns="65164" rIns="125673" bIns="65164" rtlCol="0" anchor="t" anchorCtr="0">
            <a:spAutoFit/>
          </a:bodyPr>
          <a:lstStyle/>
          <a:p>
            <a:pPr marL="0" marR="0" indent="0" algn="l" defTabSz="886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777">
                <a:solidFill>
                  <a:schemeClr val="tx1"/>
                </a:solidFill>
                <a:latin typeface="+mj-lt"/>
              </a:rPr>
              <a:t>Xerox</a:t>
            </a:r>
            <a:r>
              <a:rPr lang="ja-JP" altLang="en-US" sz="777" err="1">
                <a:solidFill>
                  <a:schemeClr val="tx1"/>
                </a:solidFill>
                <a:latin typeface="+mj-lt"/>
              </a:rPr>
              <a:t>、</a:t>
            </a:r>
            <a:r>
              <a:rPr lang="en-US" altLang="ja-JP" sz="777">
                <a:solidFill>
                  <a:schemeClr val="tx1"/>
                </a:solidFill>
                <a:latin typeface="+mj-lt"/>
              </a:rPr>
              <a:t>Xerox</a:t>
            </a:r>
            <a:r>
              <a:rPr lang="ja-JP" altLang="en-US" sz="777">
                <a:solidFill>
                  <a:schemeClr val="tx1"/>
                </a:solidFill>
                <a:latin typeface="+mj-lt"/>
              </a:rPr>
              <a:t>ロゴ、および</a:t>
            </a:r>
            <a:r>
              <a:rPr lang="en-US" altLang="ja-JP" sz="777">
                <a:solidFill>
                  <a:schemeClr val="tx1"/>
                </a:solidFill>
                <a:latin typeface="+mj-lt"/>
              </a:rPr>
              <a:t>Fuji Xerox</a:t>
            </a:r>
            <a:r>
              <a:rPr lang="ja-JP" altLang="en-US" sz="777">
                <a:solidFill>
                  <a:schemeClr val="tx1"/>
                </a:solidFill>
                <a:latin typeface="+mj-lt"/>
              </a:rPr>
              <a:t>ロゴは、米国ゼロックス社の登録商標または商標です。</a:t>
            </a:r>
          </a:p>
        </p:txBody>
      </p:sp>
      <p:pic>
        <p:nvPicPr>
          <p:cNvPr id="4" name="Picture 7" descr="C:\data\Shinya Murayama\Job\FX_New_検証\logo\fx_3ln_cmyk_200dpi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03088" y="3932180"/>
            <a:ext cx="6003637" cy="1177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361944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/>
          <p:cNvSpPr/>
          <p:nvPr userDrawn="1"/>
        </p:nvSpPr>
        <p:spPr>
          <a:xfrm>
            <a:off x="442182" y="1241086"/>
            <a:ext cx="11916960" cy="7400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13" dirty="0"/>
          </a:p>
        </p:txBody>
      </p:sp>
      <p:sp>
        <p:nvSpPr>
          <p:cNvPr id="9" name="Title 3"/>
          <p:cNvSpPr>
            <a:spLocks noGrp="1"/>
          </p:cNvSpPr>
          <p:nvPr>
            <p:ph type="title" hasCustomPrompt="1"/>
          </p:nvPr>
        </p:nvSpPr>
        <p:spPr>
          <a:xfrm>
            <a:off x="628523" y="959989"/>
            <a:ext cx="6795636" cy="13113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4137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kumimoji="1" lang="ja-JP" altLang="en-US" dirty="0"/>
              <a:t>マスター タイトルの</a:t>
            </a:r>
            <a:br>
              <a:rPr kumimoji="1" lang="en-US" altLang="ja-JP" dirty="0"/>
            </a:br>
            <a:r>
              <a:rPr kumimoji="1" lang="ja-JP" altLang="en-US" dirty="0"/>
              <a:t>書式設定 </a:t>
            </a:r>
            <a:r>
              <a:rPr kumimoji="1" lang="en-US" altLang="ja-JP" dirty="0"/>
              <a:t>32pt</a:t>
            </a:r>
            <a:endParaRPr 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1" hasCustomPrompt="1"/>
          </p:nvPr>
        </p:nvSpPr>
        <p:spPr>
          <a:xfrm>
            <a:off x="628523" y="2365041"/>
            <a:ext cx="6795636" cy="374666"/>
          </a:xfrm>
        </p:spPr>
        <p:txBody>
          <a:bodyPr tIns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069" baseline="0">
                <a:solidFill>
                  <a:schemeClr val="tx1"/>
                </a:solidFill>
                <a:latin typeface="+mn-lt"/>
                <a:ea typeface="+mj-ea"/>
              </a:defRPr>
            </a:lvl1pPr>
          </a:lstStyle>
          <a:p>
            <a:pPr lvl="0"/>
            <a:r>
              <a:rPr kumimoji="1" lang="ja-JP" altLang="en-US" dirty="0"/>
              <a:t>マスター サブタイトルの書式設定 </a:t>
            </a:r>
            <a:r>
              <a:rPr kumimoji="1" lang="en-US" altLang="ja-JP" dirty="0"/>
              <a:t>16pt</a:t>
            </a:r>
          </a:p>
        </p:txBody>
      </p:sp>
      <p:pic>
        <p:nvPicPr>
          <p:cNvPr id="15" name="図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968" y="8673608"/>
            <a:ext cx="2975340" cy="614609"/>
          </a:xfrm>
          <a:prstGeom prst="rect">
            <a:avLst/>
          </a:prstGeom>
        </p:spPr>
      </p:pic>
      <p:grpSp>
        <p:nvGrpSpPr>
          <p:cNvPr id="16" name="グループ化 15"/>
          <p:cNvGrpSpPr/>
          <p:nvPr userDrawn="1"/>
        </p:nvGrpSpPr>
        <p:grpSpPr>
          <a:xfrm>
            <a:off x="7714812" y="899388"/>
            <a:ext cx="3810443" cy="8343388"/>
            <a:chOff x="5966924" y="691342"/>
            <a:chExt cx="2947140" cy="6413428"/>
          </a:xfrm>
        </p:grpSpPr>
        <p:sp>
          <p:nvSpPr>
            <p:cNvPr id="18" name="Rounded Rectangle 10"/>
            <p:cNvSpPr/>
            <p:nvPr userDrawn="1"/>
          </p:nvSpPr>
          <p:spPr>
            <a:xfrm flipH="1">
              <a:off x="5966924" y="691342"/>
              <a:ext cx="216000" cy="2376000"/>
            </a:xfrm>
            <a:prstGeom prst="roundRect">
              <a:avLst>
                <a:gd name="adj" fmla="val 49777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10" dirty="0"/>
            </a:p>
          </p:txBody>
        </p:sp>
        <p:sp>
          <p:nvSpPr>
            <p:cNvPr id="23" name="Rounded Rectangle 11"/>
            <p:cNvSpPr/>
            <p:nvPr userDrawn="1"/>
          </p:nvSpPr>
          <p:spPr>
            <a:xfrm flipH="1">
              <a:off x="6538064" y="3713480"/>
              <a:ext cx="2376000" cy="216000"/>
            </a:xfrm>
            <a:prstGeom prst="roundRect">
              <a:avLst>
                <a:gd name="adj" fmla="val 50000"/>
              </a:avLst>
            </a:prstGeom>
            <a:solidFill>
              <a:srgbClr val="9B25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10" dirty="0"/>
            </a:p>
          </p:txBody>
        </p:sp>
        <p:sp>
          <p:nvSpPr>
            <p:cNvPr id="24" name="Rounded Rectangle 12"/>
            <p:cNvSpPr/>
            <p:nvPr userDrawn="1"/>
          </p:nvSpPr>
          <p:spPr>
            <a:xfrm flipH="1">
              <a:off x="5966924" y="4728770"/>
              <a:ext cx="216000" cy="2376000"/>
            </a:xfrm>
            <a:prstGeom prst="roundRect">
              <a:avLst>
                <a:gd name="adj" fmla="val 49777"/>
              </a:avLst>
            </a:prstGeom>
            <a:solidFill>
              <a:srgbClr val="E67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10" dirty="0"/>
            </a:p>
          </p:txBody>
        </p:sp>
      </p:grpSp>
      <p:sp>
        <p:nvSpPr>
          <p:cNvPr id="28" name="テキスト プレースホルダー 117"/>
          <p:cNvSpPr>
            <a:spLocks noGrp="1"/>
          </p:cNvSpPr>
          <p:nvPr>
            <p:ph type="body" sz="quarter" idx="17" hasCustomPrompt="1"/>
          </p:nvPr>
        </p:nvSpPr>
        <p:spPr>
          <a:xfrm>
            <a:off x="629247" y="7440820"/>
            <a:ext cx="2076858" cy="282181"/>
          </a:xfrm>
        </p:spPr>
        <p:txBody>
          <a:bodyPr tIns="0">
            <a:noAutofit/>
          </a:bodyPr>
          <a:lstStyle>
            <a:lvl1pPr marL="0" marR="0" indent="0" algn="l" defTabSz="1276629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9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marL="0" marR="0" indent="0" algn="l" defTabSz="98741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809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20XX</a:t>
            </a:r>
            <a:r>
              <a:rPr lang="ja-JP" altLang="en-US" sz="1809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年</a:t>
            </a:r>
            <a:r>
              <a:rPr lang="en-US" altLang="ja-JP" sz="1809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X</a:t>
            </a:r>
            <a:r>
              <a:rPr lang="ja-JP" altLang="en-US" sz="1809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月</a:t>
            </a:r>
            <a:r>
              <a:rPr lang="en-US" altLang="ja-JP" sz="1809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X</a:t>
            </a:r>
            <a:r>
              <a:rPr lang="ja-JP" altLang="en-US" sz="1809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日</a:t>
            </a:r>
          </a:p>
        </p:txBody>
      </p:sp>
      <p:sp>
        <p:nvSpPr>
          <p:cNvPr id="29" name="テキスト プレースホルダー 117"/>
          <p:cNvSpPr>
            <a:spLocks noGrp="1"/>
          </p:cNvSpPr>
          <p:nvPr>
            <p:ph type="body" sz="quarter" idx="18" hasCustomPrompt="1"/>
          </p:nvPr>
        </p:nvSpPr>
        <p:spPr>
          <a:xfrm>
            <a:off x="629250" y="8360327"/>
            <a:ext cx="5191580" cy="313281"/>
          </a:xfrm>
        </p:spPr>
        <p:txBody>
          <a:bodyPr tIns="0">
            <a:noAutofit/>
          </a:bodyPr>
          <a:lstStyle>
            <a:lvl1pPr marL="0" marR="0" indent="0" algn="l" defTabSz="118222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ja-JP" altLang="en-US" sz="1809" kern="1200">
                <a:solidFill>
                  <a:schemeClr val="tx1"/>
                </a:solidFill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mar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809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●●●●営業部／プレゼンター名</a:t>
            </a:r>
            <a:endParaRPr lang="en-US" altLang="ja-JP" sz="1809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テキスト プレースホルダー 117"/>
          <p:cNvSpPr>
            <a:spLocks noGrp="1"/>
          </p:cNvSpPr>
          <p:nvPr>
            <p:ph type="body" sz="quarter" idx="19" hasCustomPrompt="1"/>
          </p:nvPr>
        </p:nvSpPr>
        <p:spPr>
          <a:xfrm>
            <a:off x="624418" y="498728"/>
            <a:ext cx="6818416" cy="385214"/>
          </a:xfrm>
        </p:spPr>
        <p:txBody>
          <a:bodyPr tIns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327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 dirty="0"/>
              <a:t>株式会社 ●●●● 御中 </a:t>
            </a:r>
            <a:r>
              <a:rPr kumimoji="1" lang="en-US" altLang="zh-CN" dirty="0"/>
              <a:t>18pt</a:t>
            </a:r>
          </a:p>
        </p:txBody>
      </p:sp>
      <p:sp>
        <p:nvSpPr>
          <p:cNvPr id="2" name="正方形/長方形 1"/>
          <p:cNvSpPr/>
          <p:nvPr userDrawn="1"/>
        </p:nvSpPr>
        <p:spPr>
          <a:xfrm>
            <a:off x="5768031" y="9109744"/>
            <a:ext cx="1340721" cy="37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13"/>
          </a:p>
        </p:txBody>
      </p:sp>
    </p:spTree>
    <p:extLst>
      <p:ext uri="{BB962C8B-B14F-4D97-AF65-F5344CB8AC3E}">
        <p14:creationId xmlns:p14="http://schemas.microsoft.com/office/powerpoint/2010/main" val="25355675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/>
          <p:cNvSpPr/>
          <p:nvPr userDrawn="1"/>
        </p:nvSpPr>
        <p:spPr>
          <a:xfrm>
            <a:off x="442320" y="1240878"/>
            <a:ext cx="11916960" cy="7400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13" dirty="0"/>
          </a:p>
        </p:txBody>
      </p:sp>
      <p:sp>
        <p:nvSpPr>
          <p:cNvPr id="21" name="テキスト プレースホルダー 117"/>
          <p:cNvSpPr>
            <a:spLocks noGrp="1"/>
          </p:cNvSpPr>
          <p:nvPr>
            <p:ph type="body" sz="quarter" idx="17" hasCustomPrompt="1"/>
          </p:nvPr>
        </p:nvSpPr>
        <p:spPr>
          <a:xfrm>
            <a:off x="4725859" y="6580463"/>
            <a:ext cx="2076858" cy="282181"/>
          </a:xfrm>
        </p:spPr>
        <p:txBody>
          <a:bodyPr tIns="0">
            <a:noAutofit/>
          </a:bodyPr>
          <a:lstStyle>
            <a:lvl1pPr marL="0" marR="0" indent="0" algn="l" defTabSz="1276629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9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marL="0" marR="0" indent="0" algn="l" defTabSz="98741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809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20XX</a:t>
            </a:r>
            <a:r>
              <a:rPr lang="ja-JP" altLang="en-US" sz="1809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年</a:t>
            </a:r>
            <a:r>
              <a:rPr lang="en-US" altLang="ja-JP" sz="1809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X</a:t>
            </a:r>
            <a:r>
              <a:rPr lang="ja-JP" altLang="en-US" sz="1809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月</a:t>
            </a:r>
            <a:r>
              <a:rPr lang="en-US" altLang="ja-JP" sz="1809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X</a:t>
            </a:r>
            <a:r>
              <a:rPr lang="ja-JP" altLang="en-US" sz="1809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日</a:t>
            </a:r>
          </a:p>
        </p:txBody>
      </p:sp>
      <p:sp>
        <p:nvSpPr>
          <p:cNvPr id="22" name="テキスト プレースホルダー 117"/>
          <p:cNvSpPr>
            <a:spLocks noGrp="1"/>
          </p:cNvSpPr>
          <p:nvPr>
            <p:ph type="body" sz="quarter" idx="18" hasCustomPrompt="1"/>
          </p:nvPr>
        </p:nvSpPr>
        <p:spPr>
          <a:xfrm>
            <a:off x="4725861" y="7517233"/>
            <a:ext cx="5191580" cy="562000"/>
          </a:xfrm>
        </p:spPr>
        <p:txBody>
          <a:bodyPr tIns="0">
            <a:noAutofit/>
          </a:bodyPr>
          <a:lstStyle>
            <a:lvl1pPr marL="0" marR="0" indent="0" algn="l" defTabSz="118222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ja-JP" altLang="en-US" sz="1809" kern="1200">
                <a:solidFill>
                  <a:schemeClr val="tx1"/>
                </a:solidFill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mar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809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●●●●営業部／プレゼンター名</a:t>
            </a:r>
            <a:endParaRPr lang="en-US" altLang="ja-JP" sz="1809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809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●●●●営業部／プレゼンター名</a:t>
            </a:r>
            <a:endParaRPr lang="en-US" altLang="ja-JP" sz="1809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3"/>
          <p:cNvSpPr>
            <a:spLocks noGrp="1"/>
          </p:cNvSpPr>
          <p:nvPr>
            <p:ph type="title" hasCustomPrompt="1"/>
          </p:nvPr>
        </p:nvSpPr>
        <p:spPr>
          <a:xfrm>
            <a:off x="4724982" y="3301772"/>
            <a:ext cx="7563702" cy="1311353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lnSpc>
                <a:spcPct val="100000"/>
              </a:lnSpc>
              <a:defRPr sz="4137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ja-JP" altLang="en-US" dirty="0"/>
              <a:t>マスター タイトルの</a:t>
            </a:r>
            <a:br>
              <a:rPr lang="en-US" altLang="ja-JP" dirty="0"/>
            </a:br>
            <a:r>
              <a:rPr lang="ja-JP" altLang="en-US" dirty="0"/>
              <a:t>書式設定 </a:t>
            </a:r>
            <a:r>
              <a:rPr lang="en-US" altLang="ja-JP" dirty="0"/>
              <a:t>32pt</a:t>
            </a:r>
            <a:endParaRPr 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 hasCustomPrompt="1"/>
          </p:nvPr>
        </p:nvSpPr>
        <p:spPr>
          <a:xfrm>
            <a:off x="4724982" y="4800643"/>
            <a:ext cx="7563079" cy="374666"/>
          </a:xfrm>
        </p:spPr>
        <p:txBody>
          <a:bodyPr tIns="3600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069" baseline="0">
                <a:solidFill>
                  <a:schemeClr val="tx1"/>
                </a:solidFill>
                <a:latin typeface="+mn-lt"/>
                <a:ea typeface="+mj-ea"/>
              </a:defRPr>
            </a:lvl1pPr>
          </a:lstStyle>
          <a:p>
            <a:pPr lvl="0"/>
            <a:r>
              <a:rPr kumimoji="1" lang="ja-JP" altLang="en-US" dirty="0"/>
              <a:t>マスター サブタイトルの書式設定 </a:t>
            </a:r>
            <a:r>
              <a:rPr kumimoji="1" lang="en-US" altLang="ja-JP" dirty="0"/>
              <a:t>16pt</a:t>
            </a:r>
          </a:p>
        </p:txBody>
      </p:sp>
      <p:grpSp>
        <p:nvGrpSpPr>
          <p:cNvPr id="16" name="グループ化 15"/>
          <p:cNvGrpSpPr>
            <a:grpSpLocks noChangeAspect="1"/>
          </p:cNvGrpSpPr>
          <p:nvPr userDrawn="1"/>
        </p:nvGrpSpPr>
        <p:grpSpPr>
          <a:xfrm>
            <a:off x="328469" y="-199486"/>
            <a:ext cx="3988794" cy="4404744"/>
            <a:chOff x="188408" y="-95252"/>
            <a:chExt cx="2137121" cy="2345475"/>
          </a:xfrm>
        </p:grpSpPr>
        <p:sp>
          <p:nvSpPr>
            <p:cNvPr id="17" name="Rounded Rectangle 5"/>
            <p:cNvSpPr/>
            <p:nvPr userDrawn="1"/>
          </p:nvSpPr>
          <p:spPr>
            <a:xfrm>
              <a:off x="2175900" y="-95252"/>
              <a:ext cx="149629" cy="1695796"/>
            </a:xfrm>
            <a:prstGeom prst="roundRect">
              <a:avLst>
                <a:gd name="adj" fmla="val 49777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10" dirty="0"/>
            </a:p>
          </p:txBody>
        </p:sp>
        <p:sp>
          <p:nvSpPr>
            <p:cNvPr id="18" name="Rounded Rectangle 9"/>
            <p:cNvSpPr/>
            <p:nvPr userDrawn="1"/>
          </p:nvSpPr>
          <p:spPr>
            <a:xfrm>
              <a:off x="188408" y="2100594"/>
              <a:ext cx="1695796" cy="149629"/>
            </a:xfrm>
            <a:prstGeom prst="roundRect">
              <a:avLst>
                <a:gd name="adj" fmla="val 50000"/>
              </a:avLst>
            </a:prstGeom>
            <a:solidFill>
              <a:srgbClr val="9B25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10" dirty="0"/>
            </a:p>
          </p:txBody>
        </p:sp>
      </p:grpSp>
      <p:pic>
        <p:nvPicPr>
          <p:cNvPr id="14" name="図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968" y="8673608"/>
            <a:ext cx="2975340" cy="614609"/>
          </a:xfrm>
          <a:prstGeom prst="rect">
            <a:avLst/>
          </a:prstGeom>
        </p:spPr>
      </p:pic>
      <p:sp>
        <p:nvSpPr>
          <p:cNvPr id="24" name="テキスト プレースホルダー 117"/>
          <p:cNvSpPr>
            <a:spLocks noGrp="1"/>
          </p:cNvSpPr>
          <p:nvPr>
            <p:ph type="body" sz="quarter" idx="19" hasCustomPrompt="1"/>
          </p:nvPr>
        </p:nvSpPr>
        <p:spPr>
          <a:xfrm>
            <a:off x="4724363" y="2271323"/>
            <a:ext cx="7563636" cy="385214"/>
          </a:xfrm>
        </p:spPr>
        <p:txBody>
          <a:bodyPr tIns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327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 dirty="0"/>
              <a:t>株式会社 ●●●● 御中 </a:t>
            </a:r>
            <a:r>
              <a:rPr kumimoji="1" lang="en-US" altLang="zh-CN" dirty="0"/>
              <a:t>18pt</a:t>
            </a:r>
          </a:p>
        </p:txBody>
      </p:sp>
      <p:sp>
        <p:nvSpPr>
          <p:cNvPr id="15" name="正方形/長方形 14"/>
          <p:cNvSpPr/>
          <p:nvPr userDrawn="1"/>
        </p:nvSpPr>
        <p:spPr>
          <a:xfrm>
            <a:off x="5768031" y="9109744"/>
            <a:ext cx="1340721" cy="37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13"/>
          </a:p>
        </p:txBody>
      </p:sp>
    </p:spTree>
    <p:extLst>
      <p:ext uri="{BB962C8B-B14F-4D97-AF65-F5344CB8AC3E}">
        <p14:creationId xmlns:p14="http://schemas.microsoft.com/office/powerpoint/2010/main" val="25989189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/>
          <p:cNvSpPr/>
          <p:nvPr userDrawn="1"/>
        </p:nvSpPr>
        <p:spPr>
          <a:xfrm>
            <a:off x="442320" y="1240878"/>
            <a:ext cx="11916960" cy="7400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13" dirty="0"/>
          </a:p>
        </p:txBody>
      </p:sp>
      <p:sp>
        <p:nvSpPr>
          <p:cNvPr id="11" name="Title 3"/>
          <p:cNvSpPr>
            <a:spLocks noGrp="1"/>
          </p:cNvSpPr>
          <p:nvPr userDrawn="1">
            <p:ph type="title" hasCustomPrompt="1"/>
          </p:nvPr>
        </p:nvSpPr>
        <p:spPr>
          <a:xfrm>
            <a:off x="4724982" y="3301772"/>
            <a:ext cx="7563702" cy="1311353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lnSpc>
                <a:spcPct val="100000"/>
              </a:lnSpc>
              <a:defRPr sz="4137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ja-JP" altLang="en-US" dirty="0"/>
              <a:t>マスター タイトルの</a:t>
            </a:r>
            <a:br>
              <a:rPr lang="en-US" altLang="ja-JP" dirty="0"/>
            </a:br>
            <a:r>
              <a:rPr lang="ja-JP" altLang="en-US" dirty="0"/>
              <a:t>書式設定 </a:t>
            </a:r>
            <a:r>
              <a:rPr lang="en-US" altLang="ja-JP" dirty="0"/>
              <a:t>32pt</a:t>
            </a:r>
            <a:endParaRPr 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 hasCustomPrompt="1"/>
          </p:nvPr>
        </p:nvSpPr>
        <p:spPr>
          <a:xfrm>
            <a:off x="4724924" y="4800643"/>
            <a:ext cx="7563079" cy="374666"/>
          </a:xfrm>
        </p:spPr>
        <p:txBody>
          <a:bodyPr tIns="36000">
            <a:noAutofit/>
          </a:bodyPr>
          <a:lstStyle>
            <a:lvl1pPr hangingPunct="1">
              <a:lnSpc>
                <a:spcPct val="100000"/>
              </a:lnSpc>
              <a:spcAft>
                <a:spcPts val="0"/>
              </a:spcAft>
              <a:defRPr sz="2069" baseline="0">
                <a:solidFill>
                  <a:schemeClr val="tx1"/>
                </a:solidFill>
                <a:latin typeface="+mn-lt"/>
                <a:ea typeface="+mj-ea"/>
              </a:defRPr>
            </a:lvl1pPr>
          </a:lstStyle>
          <a:p>
            <a:pPr lvl="0"/>
            <a:r>
              <a:rPr kumimoji="1" lang="ja-JP" altLang="en-US" dirty="0"/>
              <a:t>マスター サブタイトルの書式設定 </a:t>
            </a:r>
            <a:r>
              <a:rPr kumimoji="1" lang="en-US" altLang="ja-JP" dirty="0"/>
              <a:t>16pt</a:t>
            </a:r>
          </a:p>
        </p:txBody>
      </p:sp>
      <p:grpSp>
        <p:nvGrpSpPr>
          <p:cNvPr id="16" name="グループ化 15"/>
          <p:cNvGrpSpPr>
            <a:grpSpLocks noChangeAspect="1"/>
          </p:cNvGrpSpPr>
          <p:nvPr userDrawn="1"/>
        </p:nvGrpSpPr>
        <p:grpSpPr>
          <a:xfrm>
            <a:off x="328469" y="-199486"/>
            <a:ext cx="3988794" cy="8784504"/>
            <a:chOff x="188408" y="-95252"/>
            <a:chExt cx="2137121" cy="4677646"/>
          </a:xfrm>
        </p:grpSpPr>
        <p:sp>
          <p:nvSpPr>
            <p:cNvPr id="17" name="Rounded Rectangle 5"/>
            <p:cNvSpPr/>
            <p:nvPr userDrawn="1"/>
          </p:nvSpPr>
          <p:spPr>
            <a:xfrm>
              <a:off x="2175900" y="-95252"/>
              <a:ext cx="149629" cy="1695796"/>
            </a:xfrm>
            <a:prstGeom prst="roundRect">
              <a:avLst>
                <a:gd name="adj" fmla="val 49777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10" dirty="0"/>
            </a:p>
          </p:txBody>
        </p:sp>
        <p:sp>
          <p:nvSpPr>
            <p:cNvPr id="18" name="Rounded Rectangle 9"/>
            <p:cNvSpPr/>
            <p:nvPr userDrawn="1"/>
          </p:nvSpPr>
          <p:spPr>
            <a:xfrm>
              <a:off x="188408" y="2100594"/>
              <a:ext cx="1695796" cy="149629"/>
            </a:xfrm>
            <a:prstGeom prst="roundRect">
              <a:avLst>
                <a:gd name="adj" fmla="val 50000"/>
              </a:avLst>
            </a:prstGeom>
            <a:solidFill>
              <a:srgbClr val="9B25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10" dirty="0"/>
            </a:p>
          </p:txBody>
        </p:sp>
        <p:sp>
          <p:nvSpPr>
            <p:cNvPr id="19" name="Rounded Rectangle 11"/>
            <p:cNvSpPr/>
            <p:nvPr userDrawn="1"/>
          </p:nvSpPr>
          <p:spPr>
            <a:xfrm>
              <a:off x="2175900" y="2886597"/>
              <a:ext cx="149629" cy="1695797"/>
            </a:xfrm>
            <a:prstGeom prst="roundRect">
              <a:avLst>
                <a:gd name="adj" fmla="val 49777"/>
              </a:avLst>
            </a:prstGeom>
            <a:solidFill>
              <a:srgbClr val="E67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10" dirty="0"/>
            </a:p>
          </p:txBody>
        </p:sp>
      </p:grpSp>
      <p:pic>
        <p:nvPicPr>
          <p:cNvPr id="14" name="図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968" y="8673608"/>
            <a:ext cx="2975340" cy="614609"/>
          </a:xfrm>
          <a:prstGeom prst="rect">
            <a:avLst/>
          </a:prstGeom>
        </p:spPr>
      </p:pic>
      <p:sp>
        <p:nvSpPr>
          <p:cNvPr id="21" name="テキスト プレースホルダー 117"/>
          <p:cNvSpPr>
            <a:spLocks noGrp="1"/>
          </p:cNvSpPr>
          <p:nvPr>
            <p:ph type="body" sz="quarter" idx="17" hasCustomPrompt="1"/>
          </p:nvPr>
        </p:nvSpPr>
        <p:spPr>
          <a:xfrm>
            <a:off x="4725859" y="6580463"/>
            <a:ext cx="2076858" cy="282181"/>
          </a:xfrm>
        </p:spPr>
        <p:txBody>
          <a:bodyPr tIns="0">
            <a:noAutofit/>
          </a:bodyPr>
          <a:lstStyle>
            <a:lvl1pPr marL="0" marR="0" indent="0" algn="l" defTabSz="1276629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9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marL="0" marR="0" indent="0" algn="l" defTabSz="98741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809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20XX</a:t>
            </a:r>
            <a:r>
              <a:rPr lang="ja-JP" altLang="en-US" sz="1809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年</a:t>
            </a:r>
            <a:r>
              <a:rPr lang="en-US" altLang="ja-JP" sz="1809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X</a:t>
            </a:r>
            <a:r>
              <a:rPr lang="ja-JP" altLang="en-US" sz="1809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月</a:t>
            </a:r>
            <a:r>
              <a:rPr lang="en-US" altLang="ja-JP" sz="1809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X</a:t>
            </a:r>
            <a:r>
              <a:rPr lang="ja-JP" altLang="en-US" sz="1809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日</a:t>
            </a:r>
          </a:p>
        </p:txBody>
      </p:sp>
      <p:sp>
        <p:nvSpPr>
          <p:cNvPr id="22" name="テキスト プレースホルダー 117"/>
          <p:cNvSpPr>
            <a:spLocks noGrp="1"/>
          </p:cNvSpPr>
          <p:nvPr>
            <p:ph type="body" sz="quarter" idx="18" hasCustomPrompt="1"/>
          </p:nvPr>
        </p:nvSpPr>
        <p:spPr>
          <a:xfrm>
            <a:off x="4725861" y="7517233"/>
            <a:ext cx="5191580" cy="562000"/>
          </a:xfrm>
        </p:spPr>
        <p:txBody>
          <a:bodyPr tIns="0">
            <a:noAutofit/>
          </a:bodyPr>
          <a:lstStyle>
            <a:lvl1pPr marL="0" marR="0" indent="0" algn="l" defTabSz="118222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ja-JP" altLang="en-US" sz="1809" kern="1200">
                <a:solidFill>
                  <a:schemeClr val="tx1"/>
                </a:solidFill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mar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809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●●●●営業部／プレゼンター名</a:t>
            </a:r>
            <a:endParaRPr lang="en-US" altLang="ja-JP" sz="1809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809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●●●●営業部／プレゼンター名</a:t>
            </a:r>
            <a:endParaRPr lang="en-US" altLang="ja-JP" sz="1809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テキスト プレースホルダー 117"/>
          <p:cNvSpPr>
            <a:spLocks noGrp="1"/>
          </p:cNvSpPr>
          <p:nvPr>
            <p:ph type="body" sz="quarter" idx="19" hasCustomPrompt="1"/>
          </p:nvPr>
        </p:nvSpPr>
        <p:spPr>
          <a:xfrm>
            <a:off x="4724363" y="2271323"/>
            <a:ext cx="7563636" cy="385214"/>
          </a:xfrm>
        </p:spPr>
        <p:txBody>
          <a:bodyPr tIns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327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 dirty="0"/>
              <a:t>株式会社 ●●●● 御中 </a:t>
            </a:r>
            <a:r>
              <a:rPr kumimoji="1" lang="en-US" altLang="zh-CN" dirty="0"/>
              <a:t>18pt</a:t>
            </a:r>
          </a:p>
        </p:txBody>
      </p:sp>
      <p:sp>
        <p:nvSpPr>
          <p:cNvPr id="13" name="正方形/長方形 12"/>
          <p:cNvSpPr/>
          <p:nvPr userDrawn="1"/>
        </p:nvSpPr>
        <p:spPr>
          <a:xfrm>
            <a:off x="5768031" y="9109744"/>
            <a:ext cx="1340721" cy="37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13"/>
          </a:p>
        </p:txBody>
      </p:sp>
    </p:spTree>
    <p:extLst>
      <p:ext uri="{BB962C8B-B14F-4D97-AF65-F5344CB8AC3E}">
        <p14:creationId xmlns:p14="http://schemas.microsoft.com/office/powerpoint/2010/main" val="997290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/>
          <p:cNvSpPr/>
          <p:nvPr userDrawn="1"/>
        </p:nvSpPr>
        <p:spPr>
          <a:xfrm>
            <a:off x="442320" y="1240878"/>
            <a:ext cx="11916960" cy="7400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13" dirty="0"/>
          </a:p>
        </p:txBody>
      </p:sp>
      <p:sp>
        <p:nvSpPr>
          <p:cNvPr id="6" name="Text Placeholder 3"/>
          <p:cNvSpPr txBox="1">
            <a:spLocks/>
          </p:cNvSpPr>
          <p:nvPr userDrawn="1"/>
        </p:nvSpPr>
        <p:spPr>
          <a:xfrm>
            <a:off x="628525" y="1147418"/>
            <a:ext cx="11542951" cy="384033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35" dirty="0"/>
          </a:p>
        </p:txBody>
      </p:sp>
      <p:sp>
        <p:nvSpPr>
          <p:cNvPr id="9" name="Title 3"/>
          <p:cNvSpPr>
            <a:spLocks noGrp="1"/>
          </p:cNvSpPr>
          <p:nvPr>
            <p:ph type="title" hasCustomPrompt="1"/>
          </p:nvPr>
        </p:nvSpPr>
        <p:spPr>
          <a:xfrm>
            <a:off x="1002130" y="2271323"/>
            <a:ext cx="10798545" cy="112399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defRPr sz="4137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ja-JP" altLang="en-US" dirty="0"/>
              <a:t>マスター タイトルの書式設定 </a:t>
            </a:r>
            <a:r>
              <a:rPr lang="en-US" altLang="ja-JP" dirty="0"/>
              <a:t>32pt</a:t>
            </a:r>
            <a:endParaRPr lang="en-US" dirty="0"/>
          </a:p>
        </p:txBody>
      </p:sp>
      <p:sp>
        <p:nvSpPr>
          <p:cNvPr id="15" name="テキスト プレースホルダー 14"/>
          <p:cNvSpPr>
            <a:spLocks noGrp="1"/>
          </p:cNvSpPr>
          <p:nvPr>
            <p:ph type="body" sz="quarter" idx="11" hasCustomPrompt="1"/>
          </p:nvPr>
        </p:nvSpPr>
        <p:spPr>
          <a:xfrm>
            <a:off x="1000934" y="3582801"/>
            <a:ext cx="10800387" cy="656739"/>
          </a:xfrm>
        </p:spPr>
        <p:txBody>
          <a:bodyPr tIns="3600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069" baseline="0">
                <a:solidFill>
                  <a:schemeClr val="bg1"/>
                </a:solidFill>
                <a:latin typeface="+mn-lt"/>
                <a:ea typeface="+mj-ea"/>
              </a:defRPr>
            </a:lvl1pPr>
          </a:lstStyle>
          <a:p>
            <a:pPr lvl="0"/>
            <a:r>
              <a:rPr kumimoji="1" lang="ja-JP" altLang="en-US" dirty="0"/>
              <a:t>マスター サブタイトルの書式設定 </a:t>
            </a:r>
            <a:r>
              <a:rPr kumimoji="1" lang="en-US" altLang="ja-JP" dirty="0"/>
              <a:t>16pt</a:t>
            </a:r>
          </a:p>
        </p:txBody>
      </p:sp>
      <p:pic>
        <p:nvPicPr>
          <p:cNvPr id="14" name="図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968" y="8673608"/>
            <a:ext cx="2975340" cy="614609"/>
          </a:xfrm>
          <a:prstGeom prst="rect">
            <a:avLst/>
          </a:prstGeom>
        </p:spPr>
      </p:pic>
      <p:sp>
        <p:nvSpPr>
          <p:cNvPr id="11" name="テキスト プレースホルダー 117"/>
          <p:cNvSpPr>
            <a:spLocks noGrp="1"/>
          </p:cNvSpPr>
          <p:nvPr>
            <p:ph type="body" sz="quarter" idx="17" hasCustomPrompt="1"/>
          </p:nvPr>
        </p:nvSpPr>
        <p:spPr>
          <a:xfrm>
            <a:off x="628524" y="6861079"/>
            <a:ext cx="2076858" cy="282181"/>
          </a:xfrm>
        </p:spPr>
        <p:txBody>
          <a:bodyPr tIns="0">
            <a:noAutofit/>
          </a:bodyPr>
          <a:lstStyle>
            <a:lvl1pPr marL="0" marR="0" indent="0" algn="l" defTabSz="1276629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9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marL="0" marR="0" indent="0" algn="l" defTabSz="98741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809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20XX</a:t>
            </a:r>
            <a:r>
              <a:rPr lang="ja-JP" altLang="en-US" sz="1809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年</a:t>
            </a:r>
            <a:r>
              <a:rPr lang="en-US" altLang="ja-JP" sz="1809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X</a:t>
            </a:r>
            <a:r>
              <a:rPr lang="ja-JP" altLang="en-US" sz="1809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月</a:t>
            </a:r>
            <a:r>
              <a:rPr lang="en-US" altLang="ja-JP" sz="1809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X</a:t>
            </a:r>
            <a:r>
              <a:rPr lang="ja-JP" altLang="en-US" sz="1809" dirty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日</a:t>
            </a:r>
          </a:p>
        </p:txBody>
      </p:sp>
      <p:sp>
        <p:nvSpPr>
          <p:cNvPr id="12" name="テキスト プレースホルダー 117"/>
          <p:cNvSpPr>
            <a:spLocks noGrp="1"/>
          </p:cNvSpPr>
          <p:nvPr>
            <p:ph type="body" sz="quarter" idx="18" hasCustomPrompt="1"/>
          </p:nvPr>
        </p:nvSpPr>
        <p:spPr>
          <a:xfrm>
            <a:off x="628527" y="7797852"/>
            <a:ext cx="5191580" cy="588740"/>
          </a:xfrm>
        </p:spPr>
        <p:txBody>
          <a:bodyPr tIns="0">
            <a:noAutofit/>
          </a:bodyPr>
          <a:lstStyle>
            <a:lvl1pPr marL="0" marR="0" indent="0" algn="l" defTabSz="118222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ja-JP" altLang="en-US" sz="1809" kern="1200">
                <a:solidFill>
                  <a:schemeClr val="tx1"/>
                </a:solidFill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mar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809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●●●●営業部／プレゼンター名</a:t>
            </a:r>
            <a:endParaRPr lang="en-US" altLang="ja-JP" sz="1809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118219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809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●●●●営業部／プレゼンター名</a:t>
            </a:r>
          </a:p>
        </p:txBody>
      </p:sp>
      <p:sp>
        <p:nvSpPr>
          <p:cNvPr id="16" name="テキスト プレースホルダー 117"/>
          <p:cNvSpPr>
            <a:spLocks noGrp="1"/>
          </p:cNvSpPr>
          <p:nvPr>
            <p:ph type="body" sz="quarter" idx="19" hasCustomPrompt="1"/>
          </p:nvPr>
        </p:nvSpPr>
        <p:spPr>
          <a:xfrm>
            <a:off x="628527" y="632022"/>
            <a:ext cx="8732443" cy="385214"/>
          </a:xfrm>
        </p:spPr>
        <p:txBody>
          <a:bodyPr tIns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327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 dirty="0"/>
              <a:t>株式会社 ●●●● 御中 </a:t>
            </a:r>
            <a:r>
              <a:rPr kumimoji="1" lang="en-US" altLang="zh-CN" dirty="0"/>
              <a:t>18pt</a:t>
            </a:r>
          </a:p>
        </p:txBody>
      </p:sp>
    </p:spTree>
    <p:extLst>
      <p:ext uri="{BB962C8B-B14F-4D97-AF65-F5344CB8AC3E}">
        <p14:creationId xmlns:p14="http://schemas.microsoft.com/office/powerpoint/2010/main" val="15879873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8" y="8907139"/>
            <a:ext cx="1965807" cy="404938"/>
          </a:xfrm>
          <a:prstGeom prst="rect">
            <a:avLst/>
          </a:prstGeom>
        </p:spPr>
      </p:pic>
      <p:sp>
        <p:nvSpPr>
          <p:cNvPr id="6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628077" y="1428230"/>
            <a:ext cx="11543403" cy="71194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buNone/>
              <a:tabLst/>
              <a:defRPr>
                <a:solidFill>
                  <a:schemeClr val="bg2"/>
                </a:solidFill>
              </a:defRPr>
            </a:lvl1pPr>
            <a:lvl2pPr marL="176865" indent="-176865">
              <a:lnSpc>
                <a:spcPct val="110000"/>
              </a:lnSpc>
              <a:buClrTx/>
              <a:tabLst/>
              <a:defRPr sz="1809">
                <a:solidFill>
                  <a:schemeClr val="tx1"/>
                </a:solidFill>
              </a:defRPr>
            </a:lvl2pPr>
            <a:lvl3pPr marL="418888" indent="-218754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3pPr>
            <a:lvl4pPr marL="628330" indent="-167555">
              <a:lnSpc>
                <a:spcPct val="110000"/>
              </a:lnSpc>
              <a:buClrTx/>
              <a:tabLst/>
              <a:defRPr sz="1551">
                <a:solidFill>
                  <a:schemeClr val="tx1"/>
                </a:solidFill>
              </a:defRPr>
            </a:lvl4pPr>
            <a:lvl5pPr marL="837776" indent="-167555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 dirty="0"/>
              <a:t>マスター テキストの書式設定 </a:t>
            </a:r>
            <a:r>
              <a:rPr lang="en-US" altLang="ja-JP" dirty="0"/>
              <a:t>16pt</a:t>
            </a:r>
            <a:endParaRPr lang="ja-JP" altLang="en-US" dirty="0"/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 </a:t>
            </a:r>
            <a:r>
              <a:rPr lang="en-US" altLang="ja-JP" dirty="0"/>
              <a:t>14pt</a:t>
            </a:r>
            <a:endParaRPr lang="ja-JP" altLang="en-US" dirty="0"/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dirty="0"/>
              <a:t>マスター タイトルの書式設定 </a:t>
            </a:r>
            <a:r>
              <a:rPr kumimoji="1" lang="en-US" altLang="ja-JP" dirty="0"/>
              <a:t>24pt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11602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二段組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628522" y="1428228"/>
            <a:ext cx="5213091" cy="711866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buNone/>
              <a:tabLst/>
              <a:defRPr sz="2069">
                <a:solidFill>
                  <a:schemeClr val="bg2"/>
                </a:solidFill>
              </a:defRPr>
            </a:lvl1pPr>
            <a:lvl2pPr marL="176865" indent="-176865">
              <a:lnSpc>
                <a:spcPct val="110000"/>
              </a:lnSpc>
              <a:buClrTx/>
              <a:tabLst/>
              <a:defRPr sz="1809">
                <a:solidFill>
                  <a:schemeClr val="tx1"/>
                </a:solidFill>
              </a:defRPr>
            </a:lvl2pPr>
            <a:lvl3pPr marL="418888" indent="-218754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3pPr>
            <a:lvl4pPr marL="628330" indent="-167555">
              <a:lnSpc>
                <a:spcPct val="110000"/>
              </a:lnSpc>
              <a:buClrTx/>
              <a:tabLst/>
              <a:defRPr sz="1551">
                <a:solidFill>
                  <a:schemeClr val="tx1"/>
                </a:solidFill>
              </a:defRPr>
            </a:lvl4pPr>
            <a:lvl5pPr marL="837776" indent="-167555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 dirty="0"/>
              <a:t>マスター テキストの書式設定 </a:t>
            </a:r>
            <a:r>
              <a:rPr lang="en-US" altLang="ja-JP" dirty="0"/>
              <a:t>16pt</a:t>
            </a:r>
            <a:endParaRPr lang="ja-JP" altLang="en-US" dirty="0"/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 </a:t>
            </a:r>
            <a:r>
              <a:rPr lang="en-US" altLang="ja-JP" dirty="0"/>
              <a:t>14pt</a:t>
            </a:r>
            <a:endParaRPr lang="ja-JP" altLang="en-US" dirty="0"/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6959988" y="1428228"/>
            <a:ext cx="5213091" cy="711866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buNone/>
              <a:tabLst/>
              <a:defRPr sz="2069">
                <a:solidFill>
                  <a:schemeClr val="bg2"/>
                </a:solidFill>
              </a:defRPr>
            </a:lvl1pPr>
            <a:lvl2pPr marL="176865" indent="-176865">
              <a:lnSpc>
                <a:spcPct val="110000"/>
              </a:lnSpc>
              <a:buClrTx/>
              <a:tabLst/>
              <a:defRPr sz="1809">
                <a:solidFill>
                  <a:schemeClr val="tx1"/>
                </a:solidFill>
              </a:defRPr>
            </a:lvl2pPr>
            <a:lvl3pPr marL="418888" indent="-218754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3pPr>
            <a:lvl4pPr marL="628330" indent="-167555">
              <a:lnSpc>
                <a:spcPct val="110000"/>
              </a:lnSpc>
              <a:buClrTx/>
              <a:tabLst/>
              <a:defRPr sz="1551">
                <a:solidFill>
                  <a:schemeClr val="tx1"/>
                </a:solidFill>
              </a:defRPr>
            </a:lvl4pPr>
            <a:lvl5pPr marL="837776" indent="-167555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 dirty="0"/>
              <a:t>マスター テキストの書式設定 </a:t>
            </a:r>
            <a:r>
              <a:rPr lang="en-US" altLang="ja-JP" dirty="0"/>
              <a:t>16pt</a:t>
            </a:r>
            <a:endParaRPr lang="ja-JP" altLang="en-US" dirty="0"/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 </a:t>
            </a:r>
            <a:r>
              <a:rPr lang="en-US" altLang="ja-JP" dirty="0"/>
              <a:t>14pt</a:t>
            </a:r>
            <a:endParaRPr lang="ja-JP" altLang="en-US" dirty="0"/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8" y="8907139"/>
            <a:ext cx="1965807" cy="404938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dirty="0"/>
              <a:t>マスター タイトルの書式設定 </a:t>
            </a:r>
            <a:r>
              <a:rPr kumimoji="1" lang="en-US" altLang="ja-JP" dirty="0"/>
              <a:t>24pt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640935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三段組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628523" y="1428246"/>
            <a:ext cx="3723636" cy="711943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spcAft>
                <a:spcPts val="517"/>
              </a:spcAft>
              <a:buNone/>
              <a:tabLst/>
              <a:defRPr sz="1809" b="0">
                <a:solidFill>
                  <a:schemeClr val="bg2"/>
                </a:solidFill>
              </a:defRPr>
            </a:lvl1pPr>
            <a:lvl2pPr marL="176865" indent="-176865">
              <a:lnSpc>
                <a:spcPct val="110000"/>
              </a:lnSpc>
              <a:spcAft>
                <a:spcPts val="517"/>
              </a:spcAft>
              <a:buClrTx/>
              <a:tabLst/>
              <a:defRPr sz="1551">
                <a:solidFill>
                  <a:schemeClr val="tx1"/>
                </a:solidFill>
              </a:defRPr>
            </a:lvl2pPr>
            <a:lvl3pPr marL="418888" indent="-218754">
              <a:lnSpc>
                <a:spcPct val="110000"/>
              </a:lnSpc>
              <a:spcAft>
                <a:spcPts val="517"/>
              </a:spcAft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3pPr>
            <a:lvl4pPr marL="651603" indent="-218754">
              <a:lnSpc>
                <a:spcPct val="110000"/>
              </a:lnSpc>
              <a:spcAft>
                <a:spcPts val="517"/>
              </a:spcAft>
              <a:buClrTx/>
              <a:tabLst/>
              <a:defRPr sz="1551">
                <a:solidFill>
                  <a:schemeClr val="tx1"/>
                </a:solidFill>
              </a:defRPr>
            </a:lvl4pPr>
            <a:lvl5pPr marL="884319" indent="-218754">
              <a:lnSpc>
                <a:spcPct val="110000"/>
              </a:lnSpc>
              <a:spcAft>
                <a:spcPts val="517"/>
              </a:spcAft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 dirty="0"/>
              <a:t>マスター テキストの書式設定 </a:t>
            </a:r>
            <a:r>
              <a:rPr lang="en-US" altLang="ja-JP" dirty="0"/>
              <a:t>14pt</a:t>
            </a:r>
            <a:endParaRPr lang="ja-JP" altLang="en-US" dirty="0"/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4538775" y="1428246"/>
            <a:ext cx="3723636" cy="711943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spcAft>
                <a:spcPts val="517"/>
              </a:spcAft>
              <a:buNone/>
              <a:tabLst/>
              <a:defRPr sz="1809" b="0">
                <a:solidFill>
                  <a:schemeClr val="bg2"/>
                </a:solidFill>
              </a:defRPr>
            </a:lvl1pPr>
            <a:lvl2pPr marL="176865" indent="-176865">
              <a:lnSpc>
                <a:spcPct val="110000"/>
              </a:lnSpc>
              <a:spcAft>
                <a:spcPts val="517"/>
              </a:spcAft>
              <a:buClrTx/>
              <a:tabLst/>
              <a:defRPr sz="1551" b="0">
                <a:solidFill>
                  <a:schemeClr val="tx1"/>
                </a:solidFill>
              </a:defRPr>
            </a:lvl2pPr>
            <a:lvl3pPr marL="418888" indent="-218754">
              <a:lnSpc>
                <a:spcPct val="110000"/>
              </a:lnSpc>
              <a:spcAft>
                <a:spcPts val="517"/>
              </a:spcAft>
              <a:buClrTx/>
              <a:buFont typeface="Arial" panose="020B0604020202020204" pitchFamily="34" charset="0"/>
              <a:buChar char="‒"/>
              <a:tabLst/>
              <a:defRPr sz="1551" b="0">
                <a:solidFill>
                  <a:schemeClr val="tx1"/>
                </a:solidFill>
              </a:defRPr>
            </a:lvl3pPr>
            <a:lvl4pPr marL="651603" indent="-218754">
              <a:lnSpc>
                <a:spcPct val="110000"/>
              </a:lnSpc>
              <a:spcAft>
                <a:spcPts val="517"/>
              </a:spcAft>
              <a:buClrTx/>
              <a:tabLst/>
              <a:defRPr sz="1551" b="0">
                <a:solidFill>
                  <a:schemeClr val="tx1"/>
                </a:solidFill>
              </a:defRPr>
            </a:lvl4pPr>
            <a:lvl5pPr marL="884319" indent="-218754">
              <a:lnSpc>
                <a:spcPct val="110000"/>
              </a:lnSpc>
              <a:spcAft>
                <a:spcPts val="517"/>
              </a:spcAft>
              <a:buClrTx/>
              <a:buFont typeface="Arial" panose="020B0604020202020204" pitchFamily="34" charset="0"/>
              <a:buChar char="‒"/>
              <a:tabLst/>
              <a:defRPr sz="1551" b="0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 dirty="0"/>
              <a:t>マスター テキストの書式設定 </a:t>
            </a:r>
            <a:r>
              <a:rPr lang="en-US" altLang="ja-JP" dirty="0"/>
              <a:t>14pt</a:t>
            </a:r>
            <a:endParaRPr lang="ja-JP" altLang="en-US" dirty="0"/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8" y="8907139"/>
            <a:ext cx="1965807" cy="404938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dirty="0"/>
              <a:t>マスター タイトルの書式設定 </a:t>
            </a:r>
            <a:r>
              <a:rPr kumimoji="1" lang="en-US" altLang="ja-JP" dirty="0"/>
              <a:t>24pt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20" hasCustomPrompt="1"/>
          </p:nvPr>
        </p:nvSpPr>
        <p:spPr>
          <a:xfrm>
            <a:off x="8448199" y="1428230"/>
            <a:ext cx="3725334" cy="7119711"/>
          </a:xfrm>
        </p:spPr>
        <p:txBody>
          <a:bodyPr>
            <a:normAutofit/>
          </a:bodyPr>
          <a:lstStyle>
            <a:lvl1pPr>
              <a:defRPr sz="1809" b="0"/>
            </a:lvl1pPr>
            <a:lvl2pPr>
              <a:defRPr sz="1551" b="0">
                <a:latin typeface="+mn-ea"/>
                <a:ea typeface="+mn-ea"/>
              </a:defRPr>
            </a:lvl2pPr>
            <a:lvl3pPr>
              <a:defRPr sz="1551" b="0">
                <a:latin typeface="+mn-ea"/>
                <a:ea typeface="+mn-ea"/>
              </a:defRPr>
            </a:lvl3pPr>
            <a:lvl4pPr marL="651603" indent="-218754">
              <a:defRPr sz="1551" b="0">
                <a:latin typeface="+mn-ea"/>
                <a:ea typeface="+mn-ea"/>
              </a:defRPr>
            </a:lvl4pPr>
            <a:lvl5pPr marL="884319" indent="-218754">
              <a:defRPr sz="1551" b="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 </a:t>
            </a:r>
            <a:r>
              <a:rPr kumimoji="1" lang="en-US" altLang="ja-JP" dirty="0"/>
              <a:t>14pt</a:t>
            </a:r>
            <a:endParaRPr kumimoji="1" lang="ja-JP" altLang="en-US" dirty="0"/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 </a:t>
            </a:r>
            <a:r>
              <a:rPr kumimoji="1" lang="en-US" altLang="ja-JP" dirty="0"/>
              <a:t>12pt</a:t>
            </a:r>
            <a:endParaRPr kumimoji="1" lang="ja-JP" altLang="en-US" dirty="0"/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 </a:t>
            </a:r>
            <a:r>
              <a:rPr kumimoji="1" lang="en-US" altLang="ja-JP" dirty="0"/>
              <a:t>12pt</a:t>
            </a:r>
            <a:endParaRPr kumimoji="1" lang="ja-JP" altLang="en-US" dirty="0"/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 </a:t>
            </a:r>
            <a:r>
              <a:rPr kumimoji="1" lang="en-US" altLang="ja-JP" dirty="0"/>
              <a:t>12pt</a:t>
            </a:r>
            <a:endParaRPr kumimoji="1" lang="ja-JP" altLang="en-US" dirty="0"/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 </a:t>
            </a:r>
            <a:r>
              <a:rPr kumimoji="1" lang="en-US" altLang="ja-JP" dirty="0"/>
              <a:t>12pt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818510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dirty="0"/>
              <a:t>マスター タイトルの書式設定 </a:t>
            </a:r>
            <a:r>
              <a:rPr kumimoji="1" lang="en-US" altLang="ja-JP" dirty="0"/>
              <a:t>24pt</a:t>
            </a:r>
            <a:endParaRPr kumimoji="1" lang="ja-JP" altLang="en-US" dirty="0"/>
          </a:p>
        </p:txBody>
      </p:sp>
      <p:pic>
        <p:nvPicPr>
          <p:cNvPr id="5" name="図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8" y="8907139"/>
            <a:ext cx="1965807" cy="40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1735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動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629805" y="2177644"/>
            <a:ext cx="11543272" cy="561999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10" dirty="0"/>
          </a:p>
        </p:txBody>
      </p:sp>
      <p:sp>
        <p:nvSpPr>
          <p:cNvPr id="7" name="Media Placeholder 2"/>
          <p:cNvSpPr>
            <a:spLocks noGrp="1"/>
          </p:cNvSpPr>
          <p:nvPr>
            <p:ph type="media" sz="quarter" idx="13" hasCustomPrompt="1"/>
          </p:nvPr>
        </p:nvSpPr>
        <p:spPr>
          <a:xfrm>
            <a:off x="2584497" y="2462126"/>
            <a:ext cx="7633454" cy="505799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txBody>
          <a:bodyPr anchor="ctr"/>
          <a:lstStyle>
            <a:lvl1pPr marL="199723" indent="0">
              <a:buFontTx/>
              <a:buNone/>
              <a:tabLst/>
              <a:defRPr b="1">
                <a:solidFill>
                  <a:schemeClr val="bg2"/>
                </a:solidFill>
              </a:defRPr>
            </a:lvl1pPr>
          </a:lstStyle>
          <a:p>
            <a:r>
              <a:rPr lang="ja-JP" altLang="en-US" dirty="0"/>
              <a:t>ビデオを追加</a:t>
            </a:r>
            <a:endParaRPr lang="en-US" dirty="0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8" y="8907139"/>
            <a:ext cx="1965807" cy="404938"/>
          </a:xfrm>
          <a:prstGeom prst="rect">
            <a:avLst/>
          </a:prstGeom>
        </p:spPr>
      </p:pic>
      <p:sp>
        <p:nvSpPr>
          <p:cNvPr id="9" name="タイトル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dirty="0"/>
              <a:t>マスター タイトルの書式設定 </a:t>
            </a:r>
            <a:r>
              <a:rPr kumimoji="1" lang="en-US" altLang="ja-JP" dirty="0"/>
              <a:t>24pt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12413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グラフと右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628074" y="1428244"/>
            <a:ext cx="5213091" cy="711870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 dirty="0"/>
              <a:t>グラフを追加</a:t>
            </a:r>
            <a:endParaRPr lang="en-US" dirty="0"/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6959988" y="1428232"/>
            <a:ext cx="5213091" cy="711870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buNone/>
              <a:tabLst/>
              <a:defRPr>
                <a:solidFill>
                  <a:schemeClr val="bg2"/>
                </a:solidFill>
              </a:defRPr>
            </a:lvl1pPr>
            <a:lvl2pPr marL="176865" indent="-176865">
              <a:lnSpc>
                <a:spcPct val="110000"/>
              </a:lnSpc>
              <a:buClrTx/>
              <a:tabLst/>
              <a:defRPr sz="1809">
                <a:solidFill>
                  <a:schemeClr val="tx1"/>
                </a:solidFill>
              </a:defRPr>
            </a:lvl2pPr>
            <a:lvl3pPr marL="418888" indent="-218754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3pPr>
            <a:lvl4pPr marL="628330" indent="-167555">
              <a:lnSpc>
                <a:spcPct val="110000"/>
              </a:lnSpc>
              <a:buClrTx/>
              <a:tabLst/>
              <a:defRPr sz="1551">
                <a:solidFill>
                  <a:schemeClr val="tx1"/>
                </a:solidFill>
              </a:defRPr>
            </a:lvl4pPr>
            <a:lvl5pPr marL="837776" indent="-167555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 dirty="0"/>
              <a:t>マスター テキストの書式設定 </a:t>
            </a:r>
            <a:r>
              <a:rPr lang="en-US" altLang="ja-JP" dirty="0"/>
              <a:t>16pt</a:t>
            </a:r>
            <a:endParaRPr lang="ja-JP" altLang="en-US" dirty="0"/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 </a:t>
            </a:r>
            <a:r>
              <a:rPr lang="en-US" altLang="ja-JP" dirty="0"/>
              <a:t>14pt</a:t>
            </a:r>
            <a:endParaRPr lang="ja-JP" altLang="en-US" dirty="0"/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dirty="0"/>
              <a:t>マスター タイトルの書式設定 </a:t>
            </a:r>
            <a:r>
              <a:rPr kumimoji="1" lang="en-US" altLang="ja-JP" dirty="0"/>
              <a:t>24pt</a:t>
            </a:r>
            <a:endParaRPr kumimoji="1" lang="ja-JP" altLang="en-US" dirty="0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8" y="8907139"/>
            <a:ext cx="1965807" cy="40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6389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コンテンツと右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6959988" y="1428232"/>
            <a:ext cx="5213091" cy="71187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 dirty="0"/>
              <a:t>グラフを追加</a:t>
            </a:r>
            <a:endParaRPr lang="en-US" dirty="0"/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628522" y="1428232"/>
            <a:ext cx="5213091" cy="71187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buNone/>
              <a:tabLst/>
              <a:defRPr>
                <a:solidFill>
                  <a:schemeClr val="bg2"/>
                </a:solidFill>
              </a:defRPr>
            </a:lvl1pPr>
            <a:lvl2pPr marL="176865" indent="-176865">
              <a:lnSpc>
                <a:spcPct val="110000"/>
              </a:lnSpc>
              <a:buClrTx/>
              <a:tabLst/>
              <a:defRPr sz="1809">
                <a:solidFill>
                  <a:schemeClr val="tx1"/>
                </a:solidFill>
              </a:defRPr>
            </a:lvl2pPr>
            <a:lvl3pPr marL="418888" indent="-218754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3pPr>
            <a:lvl4pPr marL="628330" indent="-167555">
              <a:lnSpc>
                <a:spcPct val="110000"/>
              </a:lnSpc>
              <a:buClrTx/>
              <a:tabLst/>
              <a:defRPr sz="1551">
                <a:solidFill>
                  <a:schemeClr val="tx1"/>
                </a:solidFill>
              </a:defRPr>
            </a:lvl4pPr>
            <a:lvl5pPr marL="837776" indent="-167555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 dirty="0"/>
              <a:t>マスター テキストの書式設定 </a:t>
            </a:r>
            <a:r>
              <a:rPr lang="en-US" altLang="ja-JP" dirty="0"/>
              <a:t>16pt</a:t>
            </a:r>
            <a:endParaRPr lang="ja-JP" altLang="en-US" dirty="0"/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 </a:t>
            </a:r>
            <a:r>
              <a:rPr lang="en-US" altLang="ja-JP" dirty="0"/>
              <a:t>14pt</a:t>
            </a:r>
            <a:endParaRPr lang="ja-JP" altLang="en-US" dirty="0"/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dirty="0"/>
              <a:t>マスター タイトルの書式設定 </a:t>
            </a:r>
            <a:r>
              <a:rPr kumimoji="1" lang="en-US" altLang="ja-JP" dirty="0"/>
              <a:t>24pt</a:t>
            </a:r>
            <a:endParaRPr kumimoji="1" lang="ja-JP" altLang="en-US" dirty="0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8" y="8907139"/>
            <a:ext cx="1965807" cy="40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57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523" y="1428232"/>
            <a:ext cx="3723636" cy="71194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97200" tIns="97200" rIns="97200" bIns="97200" anchor="t">
            <a:normAutofit/>
          </a:bodyPr>
          <a:lstStyle>
            <a:lvl1pPr marL="16163" indent="0" algn="l">
              <a:lnSpc>
                <a:spcPct val="110000"/>
              </a:lnSpc>
              <a:spcBef>
                <a:spcPts val="0"/>
              </a:spcBef>
              <a:buNone/>
              <a:tabLst/>
              <a:defRPr sz="1551" b="1">
                <a:solidFill>
                  <a:schemeClr val="bg1"/>
                </a:solidFill>
                <a:latin typeface="+mn-ea"/>
                <a:ea typeface="+mn-ea"/>
              </a:defRPr>
            </a:lvl1pPr>
            <a:lvl2pPr marL="176865" indent="-176865" algn="l">
              <a:lnSpc>
                <a:spcPct val="11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tabLst/>
              <a:defRPr sz="1551" b="0">
                <a:solidFill>
                  <a:schemeClr val="bg1"/>
                </a:solidFill>
                <a:latin typeface="+mn-ea"/>
                <a:ea typeface="+mn-ea"/>
              </a:defRPr>
            </a:lvl2pPr>
            <a:lvl3pPr marL="418888" indent="-218754" algn="l">
              <a:lnSpc>
                <a:spcPct val="11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Char char="‒"/>
              <a:tabLst/>
              <a:defRPr kumimoji="1" lang="en-US" altLang="ja-JP" sz="1551" b="0" kern="1200" dirty="0" smtClean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3pPr>
            <a:lvl4pPr marL="628330" indent="-167555" algn="l">
              <a:lnSpc>
                <a:spcPct val="110000"/>
              </a:lnSpc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551" b="0">
                <a:solidFill>
                  <a:schemeClr val="bg1"/>
                </a:solidFill>
                <a:latin typeface="+mn-ea"/>
              </a:defRPr>
            </a:lvl4pPr>
            <a:lvl5pPr marL="837776" indent="-167555" algn="l">
              <a:lnSpc>
                <a:spcPct val="110000"/>
              </a:lnSpc>
              <a:buClr>
                <a:schemeClr val="bg1"/>
              </a:buClr>
              <a:buFont typeface="Arial" panose="020B0604020202020204" pitchFamily="34" charset="0"/>
              <a:buChar char="‒"/>
              <a:tabLst/>
              <a:defRPr sz="1551">
                <a:solidFill>
                  <a:schemeClr val="bg1"/>
                </a:solidFill>
                <a:latin typeface="+mn-ea"/>
              </a:defRPr>
            </a:lvl5pPr>
          </a:lstStyle>
          <a:p>
            <a:pPr lvl="0"/>
            <a:r>
              <a:rPr lang="ja-JP" altLang="en-US" dirty="0"/>
              <a:t>マスター テキストの書式設定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8449441" y="1428232"/>
            <a:ext cx="3723636" cy="71194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97200" tIns="97200" rIns="97200" bIns="97200" anchor="t">
            <a:normAutofit/>
          </a:bodyPr>
          <a:lstStyle>
            <a:lvl1pPr marL="16163" indent="0" algn="l">
              <a:lnSpc>
                <a:spcPct val="110000"/>
              </a:lnSpc>
              <a:spcBef>
                <a:spcPts val="0"/>
              </a:spcBef>
              <a:buNone/>
              <a:tabLst/>
              <a:defRPr sz="1551" b="1">
                <a:solidFill>
                  <a:schemeClr val="bg1"/>
                </a:solidFill>
                <a:latin typeface="+mn-ea"/>
                <a:ea typeface="+mn-ea"/>
              </a:defRPr>
            </a:lvl1pPr>
            <a:lvl2pPr marL="176865" indent="-176865" algn="l">
              <a:lnSpc>
                <a:spcPct val="11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tabLst/>
              <a:defRPr sz="1551" b="0">
                <a:solidFill>
                  <a:schemeClr val="bg1"/>
                </a:solidFill>
                <a:latin typeface="+mn-ea"/>
                <a:ea typeface="+mn-ea"/>
              </a:defRPr>
            </a:lvl2pPr>
            <a:lvl3pPr marL="418888" indent="-218754" algn="l">
              <a:lnSpc>
                <a:spcPct val="11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‒"/>
              <a:tabLst/>
              <a:defRPr sz="1551" b="0">
                <a:solidFill>
                  <a:schemeClr val="bg1"/>
                </a:solidFill>
                <a:latin typeface="+mn-ea"/>
                <a:ea typeface="+mn-ea"/>
              </a:defRPr>
            </a:lvl3pPr>
            <a:lvl4pPr marL="628330" indent="-167555" algn="l">
              <a:lnSpc>
                <a:spcPct val="110000"/>
              </a:lnSpc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551" b="0">
                <a:solidFill>
                  <a:schemeClr val="bg1"/>
                </a:solidFill>
                <a:latin typeface="+mn-ea"/>
                <a:ea typeface="+mn-ea"/>
              </a:defRPr>
            </a:lvl4pPr>
            <a:lvl5pPr marL="837776" indent="-167555" algn="l">
              <a:lnSpc>
                <a:spcPct val="110000"/>
              </a:lnSpc>
              <a:buClr>
                <a:schemeClr val="bg1"/>
              </a:buClr>
              <a:buFont typeface="Arial" panose="020B0604020202020204" pitchFamily="34" charset="0"/>
              <a:buChar char="‒"/>
              <a:tabLst/>
              <a:defRPr sz="1551">
                <a:solidFill>
                  <a:schemeClr val="bg1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ja-JP" altLang="en-US" dirty="0"/>
              <a:t>マスター テキストの書式設定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 hasCustomPrompt="1"/>
          </p:nvPr>
        </p:nvSpPr>
        <p:spPr>
          <a:xfrm>
            <a:off x="4538775" y="1428232"/>
            <a:ext cx="3723636" cy="71194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97200" tIns="97200" rIns="97200" bIns="97200" anchor="t">
            <a:normAutofit/>
          </a:bodyPr>
          <a:lstStyle>
            <a:lvl1pPr marL="16163" indent="0" algn="l">
              <a:lnSpc>
                <a:spcPct val="110000"/>
              </a:lnSpc>
              <a:spcBef>
                <a:spcPts val="0"/>
              </a:spcBef>
              <a:buNone/>
              <a:tabLst/>
              <a:defRPr sz="1551" b="1">
                <a:solidFill>
                  <a:schemeClr val="bg1"/>
                </a:solidFill>
                <a:latin typeface="+mn-ea"/>
                <a:ea typeface="+mn-ea"/>
              </a:defRPr>
            </a:lvl1pPr>
            <a:lvl2pPr marL="176865" indent="-176865" algn="l">
              <a:lnSpc>
                <a:spcPct val="11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tabLst/>
              <a:defRPr sz="1551" b="0">
                <a:solidFill>
                  <a:schemeClr val="bg1"/>
                </a:solidFill>
                <a:latin typeface="+mn-ea"/>
                <a:ea typeface="+mn-ea"/>
              </a:defRPr>
            </a:lvl2pPr>
            <a:lvl3pPr marL="418888" indent="-218754" algn="l">
              <a:lnSpc>
                <a:spcPct val="11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‒"/>
              <a:tabLst/>
              <a:defRPr sz="1551" b="0">
                <a:solidFill>
                  <a:schemeClr val="bg1"/>
                </a:solidFill>
                <a:latin typeface="+mn-ea"/>
                <a:ea typeface="+mn-ea"/>
              </a:defRPr>
            </a:lvl3pPr>
            <a:lvl4pPr marL="628330" indent="-167555" algn="l">
              <a:lnSpc>
                <a:spcPct val="110000"/>
              </a:lnSpc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551" b="0">
                <a:solidFill>
                  <a:schemeClr val="bg1"/>
                </a:solidFill>
                <a:latin typeface="+mn-ea"/>
                <a:ea typeface="+mn-ea"/>
              </a:defRPr>
            </a:lvl4pPr>
            <a:lvl5pPr marL="837776" indent="-167555" algn="l">
              <a:lnSpc>
                <a:spcPct val="110000"/>
              </a:lnSpc>
              <a:buClr>
                <a:schemeClr val="bg1"/>
              </a:buClr>
              <a:buFont typeface="Arial" panose="020B0604020202020204" pitchFamily="34" charset="0"/>
              <a:buChar char="‒"/>
              <a:tabLst/>
              <a:defRPr sz="1551">
                <a:solidFill>
                  <a:schemeClr val="bg1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ja-JP" altLang="en-US" dirty="0"/>
              <a:t>マスター テキストの書式設定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</p:txBody>
      </p:sp>
      <p:pic>
        <p:nvPicPr>
          <p:cNvPr id="9" name="図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8" y="8907139"/>
            <a:ext cx="1965807" cy="404938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dirty="0"/>
              <a:t>マスター タイトルの書式設定 </a:t>
            </a:r>
            <a:r>
              <a:rPr kumimoji="1" lang="en-US" altLang="ja-JP" dirty="0"/>
              <a:t>24pt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139760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sz="half" idx="18" hasCustomPrompt="1"/>
          </p:nvPr>
        </p:nvSpPr>
        <p:spPr>
          <a:xfrm>
            <a:off x="7890420" y="2177644"/>
            <a:ext cx="4281054" cy="524532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lIns="97200" tIns="97200" rIns="97200" bIns="97200" anchor="t">
            <a:normAutofit/>
          </a:bodyPr>
          <a:lstStyle>
            <a:lvl1pPr marL="16163" indent="0" algn="l">
              <a:lnSpc>
                <a:spcPct val="110000"/>
              </a:lnSpc>
              <a:spcBef>
                <a:spcPts val="0"/>
              </a:spcBef>
              <a:buNone/>
              <a:tabLst/>
              <a:defRPr sz="1809" b="0">
                <a:solidFill>
                  <a:schemeClr val="bg2"/>
                </a:solidFill>
              </a:defRPr>
            </a:lvl1pPr>
            <a:lvl2pPr marL="176865" indent="-176865" algn="l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551" b="0">
                <a:solidFill>
                  <a:schemeClr val="tx1"/>
                </a:solidFill>
              </a:defRPr>
            </a:lvl2pPr>
            <a:lvl3pPr marL="418888" indent="-218754" algn="l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551" b="0">
                <a:solidFill>
                  <a:schemeClr val="tx1"/>
                </a:solidFill>
              </a:defRPr>
            </a:lvl3pPr>
            <a:lvl4pPr marL="651603" indent="-218754" algn="l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551" b="0">
                <a:solidFill>
                  <a:schemeClr val="tx1"/>
                </a:solidFill>
              </a:defRPr>
            </a:lvl4pPr>
            <a:lvl5pPr marL="884319" indent="-218754" algn="l">
              <a:lnSpc>
                <a:spcPct val="110000"/>
              </a:lnSpc>
              <a:buFont typeface="Arial" panose="020B0604020202020204" pitchFamily="34" charset="0"/>
              <a:buChar char="‒"/>
              <a:tabLst/>
              <a:defRPr sz="1551" b="0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 dirty="0"/>
              <a:t>マスター テキストの書式設定 </a:t>
            </a:r>
            <a:r>
              <a:rPr lang="en-US" altLang="ja-JP" dirty="0"/>
              <a:t>14pt</a:t>
            </a:r>
            <a:endParaRPr lang="ja-JP" altLang="en-US" dirty="0"/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8" y="8907139"/>
            <a:ext cx="1965807" cy="404938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dirty="0"/>
              <a:t>マスター タイトルの書式設定 </a:t>
            </a:r>
            <a:r>
              <a:rPr kumimoji="1" lang="en-US" altLang="ja-JP" dirty="0"/>
              <a:t>24pt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19" hasCustomPrompt="1"/>
          </p:nvPr>
        </p:nvSpPr>
        <p:spPr>
          <a:xfrm>
            <a:off x="628363" y="2177748"/>
            <a:ext cx="7261091" cy="5245329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97200" tIns="97200" rIns="97200" bIns="97200">
            <a:normAutofit/>
          </a:bodyPr>
          <a:lstStyle>
            <a:lvl1pPr>
              <a:spcAft>
                <a:spcPts val="777"/>
              </a:spcAft>
              <a:defRPr sz="2069" b="1">
                <a:solidFill>
                  <a:schemeClr val="bg1"/>
                </a:solidFill>
              </a:defRPr>
            </a:lvl1pPr>
            <a:lvl2pPr>
              <a:spcAft>
                <a:spcPts val="777"/>
              </a:spcAft>
              <a:buClr>
                <a:schemeClr val="bg1"/>
              </a:buClr>
              <a:defRPr sz="1809">
                <a:solidFill>
                  <a:schemeClr val="bg1"/>
                </a:solidFill>
              </a:defRPr>
            </a:lvl2pPr>
            <a:lvl3pPr>
              <a:spcAft>
                <a:spcPts val="777"/>
              </a:spcAft>
              <a:buClr>
                <a:schemeClr val="bg1"/>
              </a:buClr>
              <a:defRPr sz="1551">
                <a:solidFill>
                  <a:schemeClr val="bg1"/>
                </a:solidFill>
              </a:defRPr>
            </a:lvl3pPr>
            <a:lvl4pPr>
              <a:spcAft>
                <a:spcPts val="777"/>
              </a:spcAft>
              <a:buClr>
                <a:schemeClr val="bg1"/>
              </a:buClr>
              <a:defRPr sz="1551">
                <a:solidFill>
                  <a:schemeClr val="bg1"/>
                </a:solidFill>
              </a:defRPr>
            </a:lvl4pPr>
            <a:lvl5pPr>
              <a:spcAft>
                <a:spcPts val="777"/>
              </a:spcAft>
              <a:buClr>
                <a:schemeClr val="bg1"/>
              </a:buClr>
              <a:defRPr sz="1551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 </a:t>
            </a:r>
            <a:r>
              <a:rPr kumimoji="1" lang="en-US" altLang="ja-JP" dirty="0"/>
              <a:t>16pt</a:t>
            </a:r>
            <a:endParaRPr kumimoji="1" lang="ja-JP" altLang="en-US" dirty="0"/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 </a:t>
            </a:r>
            <a:r>
              <a:rPr kumimoji="1" lang="en-US" altLang="ja-JP" dirty="0"/>
              <a:t>14pt</a:t>
            </a:r>
            <a:endParaRPr kumimoji="1" lang="ja-JP" altLang="en-US" dirty="0"/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 </a:t>
            </a:r>
            <a:r>
              <a:rPr kumimoji="1" lang="en-US" altLang="ja-JP" dirty="0"/>
              <a:t>12pt</a:t>
            </a:r>
            <a:endParaRPr kumimoji="1" lang="ja-JP" altLang="en-US" dirty="0"/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 </a:t>
            </a:r>
            <a:r>
              <a:rPr kumimoji="1" lang="en-US" altLang="ja-JP" dirty="0"/>
              <a:t>12pt</a:t>
            </a:r>
            <a:endParaRPr kumimoji="1" lang="ja-JP" altLang="en-US" dirty="0"/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 </a:t>
            </a:r>
            <a:r>
              <a:rPr kumimoji="1" lang="en-US" altLang="ja-JP" dirty="0"/>
              <a:t>12pt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558296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 userDrawn="1"/>
        </p:nvSpPr>
        <p:spPr>
          <a:xfrm>
            <a:off x="6288626" y="1273128"/>
            <a:ext cx="6144682" cy="7400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13" dirty="0"/>
          </a:p>
        </p:txBody>
      </p:sp>
      <p:sp>
        <p:nvSpPr>
          <p:cNvPr id="10" name="Rectangle 7"/>
          <p:cNvSpPr/>
          <p:nvPr userDrawn="1"/>
        </p:nvSpPr>
        <p:spPr>
          <a:xfrm>
            <a:off x="628524" y="678816"/>
            <a:ext cx="5771636" cy="80553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10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4" hasCustomPrompt="1"/>
          </p:nvPr>
        </p:nvSpPr>
        <p:spPr>
          <a:xfrm>
            <a:off x="1000727" y="5175079"/>
            <a:ext cx="5026909" cy="74933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069" baseline="0">
                <a:solidFill>
                  <a:schemeClr val="bg1"/>
                </a:solidFill>
                <a:latin typeface="Arial" panose="020B0604020202020204" pitchFamily="34" charset="0"/>
                <a:ea typeface="+mj-ea"/>
              </a:defRPr>
            </a:lvl1pPr>
          </a:lstStyle>
          <a:p>
            <a:pPr lvl="0"/>
            <a:r>
              <a:rPr kumimoji="1" lang="ja-JP" altLang="en-US" dirty="0"/>
              <a:t>マスター サブタイトルの</a:t>
            </a:r>
            <a:br>
              <a:rPr kumimoji="1" lang="en-US" altLang="ja-JP" dirty="0"/>
            </a:br>
            <a:r>
              <a:rPr kumimoji="1" lang="ja-JP" altLang="en-US" dirty="0"/>
              <a:t>書式設定 </a:t>
            </a:r>
            <a:r>
              <a:rPr kumimoji="1" lang="en-US" altLang="ja-JP" dirty="0"/>
              <a:t>16pt</a:t>
            </a:r>
            <a:endParaRPr kumimoji="1" lang="ja-JP" altLang="en-US" dirty="0"/>
          </a:p>
        </p:txBody>
      </p:sp>
      <p:pic>
        <p:nvPicPr>
          <p:cNvPr id="9" name="図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968" y="8673608"/>
            <a:ext cx="2975340" cy="614609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000727" y="3114414"/>
            <a:ext cx="5026909" cy="1873332"/>
          </a:xfrm>
        </p:spPr>
        <p:txBody>
          <a:bodyPr/>
          <a:lstStyle>
            <a:lvl1pPr>
              <a:defRPr sz="3102" baseline="0">
                <a:solidFill>
                  <a:schemeClr val="bg1"/>
                </a:solidFill>
                <a:latin typeface="Arial" panose="020B0604020202020204" pitchFamily="34" charset="0"/>
                <a:ea typeface="+mj-ea"/>
              </a:defRPr>
            </a:lvl1pPr>
          </a:lstStyle>
          <a:p>
            <a:pPr lvl="0"/>
            <a:r>
              <a:rPr lang="ja-JP" altLang="en-US" dirty="0"/>
              <a:t>マスター タイトルの</a:t>
            </a:r>
            <a:br>
              <a:rPr lang="en-US" altLang="ja-JP" dirty="0"/>
            </a:br>
            <a:r>
              <a:rPr lang="ja-JP" altLang="en-US" dirty="0"/>
              <a:t>書式設定 </a:t>
            </a:r>
            <a:r>
              <a:rPr lang="en-US" altLang="ja-JP" dirty="0"/>
              <a:t>24pt</a:t>
            </a:r>
          </a:p>
        </p:txBody>
      </p:sp>
    </p:spTree>
    <p:extLst>
      <p:ext uri="{BB962C8B-B14F-4D97-AF65-F5344CB8AC3E}">
        <p14:creationId xmlns:p14="http://schemas.microsoft.com/office/powerpoint/2010/main" val="19687507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 userDrawn="1"/>
        </p:nvSpPr>
        <p:spPr>
          <a:xfrm>
            <a:off x="442320" y="1240878"/>
            <a:ext cx="11916960" cy="7400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13" dirty="0"/>
          </a:p>
        </p:txBody>
      </p:sp>
      <p:sp>
        <p:nvSpPr>
          <p:cNvPr id="10" name="Text Placeholder 3"/>
          <p:cNvSpPr txBox="1">
            <a:spLocks/>
          </p:cNvSpPr>
          <p:nvPr userDrawn="1"/>
        </p:nvSpPr>
        <p:spPr>
          <a:xfrm>
            <a:off x="628524" y="2271324"/>
            <a:ext cx="11542951" cy="384033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35" dirty="0"/>
          </a:p>
        </p:txBody>
      </p:sp>
      <p:sp>
        <p:nvSpPr>
          <p:cNvPr id="9" name="Title 3"/>
          <p:cNvSpPr>
            <a:spLocks noGrp="1"/>
          </p:cNvSpPr>
          <p:nvPr>
            <p:ph type="title" hasCustomPrompt="1"/>
          </p:nvPr>
        </p:nvSpPr>
        <p:spPr>
          <a:xfrm>
            <a:off x="1000926" y="3395447"/>
            <a:ext cx="10798545" cy="112399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102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ja-JP" altLang="en-US" dirty="0"/>
              <a:t>マスター タイトルの書式設定 </a:t>
            </a:r>
            <a:r>
              <a:rPr lang="en-US" altLang="ja-JP" dirty="0"/>
              <a:t>24pt</a:t>
            </a:r>
            <a:endParaRPr 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1001637" y="4706799"/>
            <a:ext cx="10799040" cy="65566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69">
                <a:solidFill>
                  <a:schemeClr val="bg1"/>
                </a:solidFill>
                <a:latin typeface="+mn-lt"/>
                <a:ea typeface="+mj-ea"/>
              </a:defRPr>
            </a:lvl1pPr>
          </a:lstStyle>
          <a:p>
            <a:pPr lvl="0"/>
            <a:r>
              <a:rPr kumimoji="1" lang="ja-JP" altLang="en-US" dirty="0"/>
              <a:t>マスター サブタイトルの書式設定 </a:t>
            </a:r>
            <a:r>
              <a:rPr kumimoji="1" lang="en-US" altLang="ja-JP" dirty="0"/>
              <a:t>16pt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968" y="8673608"/>
            <a:ext cx="2975340" cy="61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8040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最終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628364" y="8987311"/>
            <a:ext cx="11543272" cy="251185"/>
          </a:xfrm>
          <a:prstGeom prst="rect">
            <a:avLst/>
          </a:prstGeom>
          <a:noFill/>
        </p:spPr>
        <p:txBody>
          <a:bodyPr wrap="square" lIns="0" tIns="65164" rIns="125673" bIns="65164" rtlCol="0" anchor="t" anchorCtr="0">
            <a:spAutoFit/>
          </a:bodyPr>
          <a:lstStyle/>
          <a:p>
            <a:pPr marL="0" marR="0" indent="0" algn="l" defTabSz="886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777" dirty="0">
                <a:solidFill>
                  <a:schemeClr val="tx1"/>
                </a:solidFill>
                <a:latin typeface="+mj-lt"/>
              </a:rPr>
              <a:t>Xerox</a:t>
            </a:r>
            <a:r>
              <a:rPr lang="ja-JP" altLang="en-US" sz="777" dirty="0" err="1">
                <a:solidFill>
                  <a:schemeClr val="tx1"/>
                </a:solidFill>
                <a:latin typeface="+mj-lt"/>
              </a:rPr>
              <a:t>、</a:t>
            </a:r>
            <a:r>
              <a:rPr lang="en-US" altLang="ja-JP" sz="777" dirty="0">
                <a:solidFill>
                  <a:schemeClr val="tx1"/>
                </a:solidFill>
                <a:latin typeface="+mj-lt"/>
              </a:rPr>
              <a:t>Xerox</a:t>
            </a:r>
            <a:r>
              <a:rPr lang="ja-JP" altLang="en-US" sz="777" dirty="0">
                <a:solidFill>
                  <a:schemeClr val="tx1"/>
                </a:solidFill>
                <a:latin typeface="+mj-lt"/>
              </a:rPr>
              <a:t>ロゴ、および</a:t>
            </a:r>
            <a:r>
              <a:rPr lang="en-US" altLang="ja-JP" sz="777" dirty="0">
                <a:solidFill>
                  <a:schemeClr val="tx1"/>
                </a:solidFill>
                <a:latin typeface="+mj-lt"/>
              </a:rPr>
              <a:t>Fuji Xerox</a:t>
            </a:r>
            <a:r>
              <a:rPr lang="ja-JP" altLang="en-US" sz="777" dirty="0">
                <a:solidFill>
                  <a:schemeClr val="tx1"/>
                </a:solidFill>
                <a:latin typeface="+mj-lt"/>
              </a:rPr>
              <a:t>ロゴは、米国ゼロックス社の登録商標または商標です。</a:t>
            </a:r>
          </a:p>
        </p:txBody>
      </p:sp>
      <p:pic>
        <p:nvPicPr>
          <p:cNvPr id="4" name="Picture 7" descr="C:\data\Shinya Murayama\Job\FX_New_検証\logo\fx_3ln_cmyk_200dpi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03088" y="3932180"/>
            <a:ext cx="6003637" cy="1177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361944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5" y="8907132"/>
            <a:ext cx="1965807" cy="404938"/>
          </a:xfrm>
          <a:prstGeom prst="rect">
            <a:avLst/>
          </a:prstGeom>
        </p:spPr>
      </p:pic>
      <p:sp>
        <p:nvSpPr>
          <p:cNvPr id="4" name="タイトル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dirty="0"/>
              <a:t>マスター タイトルの書式設定 </a:t>
            </a:r>
            <a:r>
              <a:rPr kumimoji="1" lang="en-US" altLang="ja-JP" dirty="0"/>
              <a:t>24pt</a:t>
            </a:r>
            <a:endParaRPr kumimoji="1" lang="ja-JP" altLang="en-US" dirty="0"/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628524" y="1428230"/>
            <a:ext cx="11543403" cy="7119450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lnSpc>
                <a:spcPct val="110000"/>
              </a:lnSpc>
              <a:buNone/>
              <a:tabLst/>
              <a:defRPr>
                <a:solidFill>
                  <a:schemeClr val="bg2"/>
                </a:solidFill>
              </a:defRPr>
            </a:lvl1pPr>
            <a:lvl2pPr marL="176869" indent="-176869">
              <a:lnSpc>
                <a:spcPct val="110000"/>
              </a:lnSpc>
              <a:buClrTx/>
              <a:tabLst/>
              <a:defRPr sz="1810">
                <a:solidFill>
                  <a:schemeClr val="tx1"/>
                </a:solidFill>
              </a:defRPr>
            </a:lvl2pPr>
            <a:lvl3pPr marL="418900" indent="-218759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3pPr>
            <a:lvl4pPr marL="628349" indent="-167560">
              <a:lnSpc>
                <a:spcPct val="110000"/>
              </a:lnSpc>
              <a:buClrTx/>
              <a:tabLst/>
              <a:defRPr sz="1551">
                <a:solidFill>
                  <a:schemeClr val="tx1"/>
                </a:solidFill>
              </a:defRPr>
            </a:lvl4pPr>
            <a:lvl5pPr marL="837799" indent="-167560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 dirty="0"/>
              <a:t>マスター テキストの書式設定 </a:t>
            </a:r>
            <a:r>
              <a:rPr lang="en-US" altLang="ja-JP" dirty="0"/>
              <a:t>16pt</a:t>
            </a:r>
            <a:endParaRPr lang="ja-JP" altLang="en-US" dirty="0"/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 </a:t>
            </a:r>
            <a:r>
              <a:rPr lang="en-US" altLang="ja-JP" dirty="0"/>
              <a:t>14pt</a:t>
            </a:r>
            <a:endParaRPr lang="ja-JP" altLang="en-US" dirty="0"/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 </a:t>
            </a:r>
            <a:r>
              <a:rPr lang="en-US" altLang="ja-JP" dirty="0"/>
              <a:t>12pt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414528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/>
          <p:cNvSpPr/>
          <p:nvPr userDrawn="1"/>
        </p:nvSpPr>
        <p:spPr>
          <a:xfrm>
            <a:off x="442182" y="1241086"/>
            <a:ext cx="11916960" cy="7400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13"/>
          </a:p>
        </p:txBody>
      </p:sp>
      <p:sp>
        <p:nvSpPr>
          <p:cNvPr id="9" name="Title 3"/>
          <p:cNvSpPr>
            <a:spLocks noGrp="1"/>
          </p:cNvSpPr>
          <p:nvPr>
            <p:ph type="title" hasCustomPrompt="1"/>
          </p:nvPr>
        </p:nvSpPr>
        <p:spPr>
          <a:xfrm>
            <a:off x="628523" y="959989"/>
            <a:ext cx="6795636" cy="131133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4137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kumimoji="1" lang="ja-JP" altLang="en-US"/>
              <a:t>マスター タイトルの</a:t>
            </a:r>
            <a:br>
              <a:rPr kumimoji="1" lang="en-US" altLang="ja-JP"/>
            </a:br>
            <a:r>
              <a:rPr kumimoji="1" lang="ja-JP" altLang="en-US"/>
              <a:t>書式設定 </a:t>
            </a:r>
            <a:r>
              <a:rPr kumimoji="1" lang="en-US" altLang="ja-JP"/>
              <a:t>32pt</a:t>
            </a:r>
            <a:endParaRPr 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1" hasCustomPrompt="1"/>
          </p:nvPr>
        </p:nvSpPr>
        <p:spPr>
          <a:xfrm>
            <a:off x="628523" y="2365041"/>
            <a:ext cx="6795636" cy="374666"/>
          </a:xfrm>
        </p:spPr>
        <p:txBody>
          <a:bodyPr tIns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069" baseline="0">
                <a:solidFill>
                  <a:schemeClr val="tx1"/>
                </a:solidFill>
                <a:latin typeface="+mn-lt"/>
                <a:ea typeface="+mj-ea"/>
              </a:defRPr>
            </a:lvl1pPr>
          </a:lstStyle>
          <a:p>
            <a:pPr lvl="0"/>
            <a:r>
              <a:rPr kumimoji="1" lang="ja-JP" altLang="en-US"/>
              <a:t>マスター サブタイトルの書式設定 </a:t>
            </a:r>
            <a:r>
              <a:rPr kumimoji="1" lang="en-US" altLang="ja-JP"/>
              <a:t>16pt</a:t>
            </a:r>
          </a:p>
        </p:txBody>
      </p:sp>
      <p:pic>
        <p:nvPicPr>
          <p:cNvPr id="15" name="図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968" y="8673608"/>
            <a:ext cx="2975340" cy="614609"/>
          </a:xfrm>
          <a:prstGeom prst="rect">
            <a:avLst/>
          </a:prstGeom>
        </p:spPr>
      </p:pic>
      <p:grpSp>
        <p:nvGrpSpPr>
          <p:cNvPr id="16" name="グループ化 15"/>
          <p:cNvGrpSpPr/>
          <p:nvPr userDrawn="1"/>
        </p:nvGrpSpPr>
        <p:grpSpPr>
          <a:xfrm>
            <a:off x="7714812" y="899388"/>
            <a:ext cx="3810443" cy="8343388"/>
            <a:chOff x="5966924" y="691342"/>
            <a:chExt cx="2947140" cy="6413428"/>
          </a:xfrm>
        </p:grpSpPr>
        <p:sp>
          <p:nvSpPr>
            <p:cNvPr id="18" name="Rounded Rectangle 10"/>
            <p:cNvSpPr/>
            <p:nvPr userDrawn="1"/>
          </p:nvSpPr>
          <p:spPr>
            <a:xfrm flipH="1">
              <a:off x="5966924" y="691342"/>
              <a:ext cx="216000" cy="2376000"/>
            </a:xfrm>
            <a:prstGeom prst="roundRect">
              <a:avLst>
                <a:gd name="adj" fmla="val 49777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10"/>
            </a:p>
          </p:txBody>
        </p:sp>
        <p:sp>
          <p:nvSpPr>
            <p:cNvPr id="23" name="Rounded Rectangle 11"/>
            <p:cNvSpPr/>
            <p:nvPr userDrawn="1"/>
          </p:nvSpPr>
          <p:spPr>
            <a:xfrm flipH="1">
              <a:off x="6538064" y="3713480"/>
              <a:ext cx="2376000" cy="216000"/>
            </a:xfrm>
            <a:prstGeom prst="roundRect">
              <a:avLst>
                <a:gd name="adj" fmla="val 50000"/>
              </a:avLst>
            </a:prstGeom>
            <a:solidFill>
              <a:srgbClr val="9B25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10"/>
            </a:p>
          </p:txBody>
        </p:sp>
        <p:sp>
          <p:nvSpPr>
            <p:cNvPr id="24" name="Rounded Rectangle 12"/>
            <p:cNvSpPr/>
            <p:nvPr userDrawn="1"/>
          </p:nvSpPr>
          <p:spPr>
            <a:xfrm flipH="1">
              <a:off x="5966924" y="4728770"/>
              <a:ext cx="216000" cy="2376000"/>
            </a:xfrm>
            <a:prstGeom prst="roundRect">
              <a:avLst>
                <a:gd name="adj" fmla="val 49777"/>
              </a:avLst>
            </a:prstGeom>
            <a:solidFill>
              <a:srgbClr val="E67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10"/>
            </a:p>
          </p:txBody>
        </p:sp>
      </p:grpSp>
      <p:sp>
        <p:nvSpPr>
          <p:cNvPr id="28" name="テキスト プレースホルダー 117"/>
          <p:cNvSpPr>
            <a:spLocks noGrp="1"/>
          </p:cNvSpPr>
          <p:nvPr>
            <p:ph type="body" sz="quarter" idx="17" hasCustomPrompt="1"/>
          </p:nvPr>
        </p:nvSpPr>
        <p:spPr>
          <a:xfrm>
            <a:off x="629247" y="7440820"/>
            <a:ext cx="2076858" cy="282181"/>
          </a:xfrm>
        </p:spPr>
        <p:txBody>
          <a:bodyPr tIns="0">
            <a:noAutofit/>
          </a:bodyPr>
          <a:lstStyle>
            <a:lvl1pPr marL="0" marR="0" indent="0" algn="l" defTabSz="1276629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9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marL="0" marR="0" indent="0" algn="l" defTabSz="98741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20XX</a:t>
            </a:r>
            <a:r>
              <a:rPr lang="ja-JP" altLang="en-US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年</a:t>
            </a:r>
            <a:r>
              <a:rPr lang="en-US" altLang="ja-JP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X</a:t>
            </a:r>
            <a:r>
              <a:rPr lang="ja-JP" altLang="en-US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月</a:t>
            </a:r>
            <a:r>
              <a:rPr lang="en-US" altLang="ja-JP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X</a:t>
            </a:r>
            <a:r>
              <a:rPr lang="ja-JP" altLang="en-US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日</a:t>
            </a:r>
          </a:p>
        </p:txBody>
      </p:sp>
      <p:sp>
        <p:nvSpPr>
          <p:cNvPr id="29" name="テキスト プレースホルダー 117"/>
          <p:cNvSpPr>
            <a:spLocks noGrp="1"/>
          </p:cNvSpPr>
          <p:nvPr>
            <p:ph type="body" sz="quarter" idx="18" hasCustomPrompt="1"/>
          </p:nvPr>
        </p:nvSpPr>
        <p:spPr>
          <a:xfrm>
            <a:off x="629250" y="8360327"/>
            <a:ext cx="5191580" cy="313281"/>
          </a:xfrm>
        </p:spPr>
        <p:txBody>
          <a:bodyPr tIns="0">
            <a:noAutofit/>
          </a:bodyPr>
          <a:lstStyle>
            <a:lvl1pPr marL="0" marR="0" indent="0" algn="l" defTabSz="118222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ja-JP" altLang="en-US" sz="1809" kern="1200">
                <a:solidFill>
                  <a:schemeClr val="tx1"/>
                </a:solidFill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mar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809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●●●●営業部／プレゼンター名</a:t>
            </a:r>
            <a:endParaRPr lang="en-US" altLang="ja-JP" sz="1809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テキスト プレースホルダー 117"/>
          <p:cNvSpPr>
            <a:spLocks noGrp="1"/>
          </p:cNvSpPr>
          <p:nvPr>
            <p:ph type="body" sz="quarter" idx="19" hasCustomPrompt="1"/>
          </p:nvPr>
        </p:nvSpPr>
        <p:spPr>
          <a:xfrm>
            <a:off x="624418" y="498728"/>
            <a:ext cx="6818416" cy="385214"/>
          </a:xfrm>
        </p:spPr>
        <p:txBody>
          <a:bodyPr tIns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327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株式会社 ●●●● 御中 </a:t>
            </a:r>
            <a:r>
              <a:rPr kumimoji="1" lang="en-US" altLang="zh-CN"/>
              <a:t>18pt</a:t>
            </a:r>
          </a:p>
        </p:txBody>
      </p:sp>
      <p:sp>
        <p:nvSpPr>
          <p:cNvPr id="2" name="正方形/長方形 1"/>
          <p:cNvSpPr/>
          <p:nvPr userDrawn="1"/>
        </p:nvSpPr>
        <p:spPr>
          <a:xfrm>
            <a:off x="5768031" y="9109744"/>
            <a:ext cx="1340721" cy="37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13"/>
          </a:p>
        </p:txBody>
      </p:sp>
    </p:spTree>
    <p:extLst>
      <p:ext uri="{BB962C8B-B14F-4D97-AF65-F5344CB8AC3E}">
        <p14:creationId xmlns:p14="http://schemas.microsoft.com/office/powerpoint/2010/main" val="253556757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/>
          <p:cNvSpPr/>
          <p:nvPr userDrawn="1"/>
        </p:nvSpPr>
        <p:spPr>
          <a:xfrm>
            <a:off x="442320" y="1240878"/>
            <a:ext cx="11916960" cy="7400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13"/>
          </a:p>
        </p:txBody>
      </p:sp>
      <p:sp>
        <p:nvSpPr>
          <p:cNvPr id="21" name="テキスト プレースホルダー 117"/>
          <p:cNvSpPr>
            <a:spLocks noGrp="1"/>
          </p:cNvSpPr>
          <p:nvPr>
            <p:ph type="body" sz="quarter" idx="17" hasCustomPrompt="1"/>
          </p:nvPr>
        </p:nvSpPr>
        <p:spPr>
          <a:xfrm>
            <a:off x="4725859" y="6580463"/>
            <a:ext cx="2076858" cy="282181"/>
          </a:xfrm>
        </p:spPr>
        <p:txBody>
          <a:bodyPr tIns="0">
            <a:noAutofit/>
          </a:bodyPr>
          <a:lstStyle>
            <a:lvl1pPr marL="0" marR="0" indent="0" algn="l" defTabSz="1276629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9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marL="0" marR="0" indent="0" algn="l" defTabSz="98741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20XX</a:t>
            </a:r>
            <a:r>
              <a:rPr lang="ja-JP" altLang="en-US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年</a:t>
            </a:r>
            <a:r>
              <a:rPr lang="en-US" altLang="ja-JP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X</a:t>
            </a:r>
            <a:r>
              <a:rPr lang="ja-JP" altLang="en-US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月</a:t>
            </a:r>
            <a:r>
              <a:rPr lang="en-US" altLang="ja-JP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X</a:t>
            </a:r>
            <a:r>
              <a:rPr lang="ja-JP" altLang="en-US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日</a:t>
            </a:r>
          </a:p>
        </p:txBody>
      </p:sp>
      <p:sp>
        <p:nvSpPr>
          <p:cNvPr id="22" name="テキスト プレースホルダー 117"/>
          <p:cNvSpPr>
            <a:spLocks noGrp="1"/>
          </p:cNvSpPr>
          <p:nvPr>
            <p:ph type="body" sz="quarter" idx="18" hasCustomPrompt="1"/>
          </p:nvPr>
        </p:nvSpPr>
        <p:spPr>
          <a:xfrm>
            <a:off x="4725861" y="7517233"/>
            <a:ext cx="5191580" cy="562000"/>
          </a:xfrm>
        </p:spPr>
        <p:txBody>
          <a:bodyPr tIns="0">
            <a:noAutofit/>
          </a:bodyPr>
          <a:lstStyle>
            <a:lvl1pPr marL="0" marR="0" indent="0" algn="l" defTabSz="118222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ja-JP" altLang="en-US" sz="1809" kern="1200">
                <a:solidFill>
                  <a:schemeClr val="tx1"/>
                </a:solidFill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mar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809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●●●●営業部／プレゼンター名</a:t>
            </a:r>
            <a:endParaRPr lang="en-US" altLang="ja-JP" sz="1809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809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●●●●営業部／プレゼンター名</a:t>
            </a:r>
            <a:endParaRPr lang="en-US" altLang="ja-JP" sz="1809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3"/>
          <p:cNvSpPr>
            <a:spLocks noGrp="1"/>
          </p:cNvSpPr>
          <p:nvPr>
            <p:ph type="title" hasCustomPrompt="1"/>
          </p:nvPr>
        </p:nvSpPr>
        <p:spPr>
          <a:xfrm>
            <a:off x="4724982" y="3301772"/>
            <a:ext cx="7563702" cy="1311353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lnSpc>
                <a:spcPct val="100000"/>
              </a:lnSpc>
              <a:defRPr sz="4137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ja-JP" altLang="en-US"/>
              <a:t>マスター タイトルの</a:t>
            </a:r>
            <a:br>
              <a:rPr lang="en-US" altLang="ja-JP"/>
            </a:br>
            <a:r>
              <a:rPr lang="ja-JP" altLang="en-US"/>
              <a:t>書式設定 </a:t>
            </a:r>
            <a:r>
              <a:rPr lang="en-US" altLang="ja-JP"/>
              <a:t>32pt</a:t>
            </a:r>
            <a:endParaRPr 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 hasCustomPrompt="1"/>
          </p:nvPr>
        </p:nvSpPr>
        <p:spPr>
          <a:xfrm>
            <a:off x="4724982" y="4800643"/>
            <a:ext cx="7563079" cy="374666"/>
          </a:xfrm>
        </p:spPr>
        <p:txBody>
          <a:bodyPr tIns="3600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069" baseline="0">
                <a:solidFill>
                  <a:schemeClr val="tx1"/>
                </a:solidFill>
                <a:latin typeface="+mn-lt"/>
                <a:ea typeface="+mj-ea"/>
              </a:defRPr>
            </a:lvl1pPr>
          </a:lstStyle>
          <a:p>
            <a:pPr lvl="0"/>
            <a:r>
              <a:rPr kumimoji="1" lang="ja-JP" altLang="en-US"/>
              <a:t>マスター サブタイトルの書式設定 </a:t>
            </a:r>
            <a:r>
              <a:rPr kumimoji="1" lang="en-US" altLang="ja-JP"/>
              <a:t>16pt</a:t>
            </a:r>
          </a:p>
        </p:txBody>
      </p:sp>
      <p:grpSp>
        <p:nvGrpSpPr>
          <p:cNvPr id="16" name="グループ化 15"/>
          <p:cNvGrpSpPr>
            <a:grpSpLocks noChangeAspect="1"/>
          </p:cNvGrpSpPr>
          <p:nvPr userDrawn="1"/>
        </p:nvGrpSpPr>
        <p:grpSpPr>
          <a:xfrm>
            <a:off x="328469" y="-199486"/>
            <a:ext cx="3988794" cy="4404744"/>
            <a:chOff x="188408" y="-95252"/>
            <a:chExt cx="2137121" cy="2345475"/>
          </a:xfrm>
        </p:grpSpPr>
        <p:sp>
          <p:nvSpPr>
            <p:cNvPr id="17" name="Rounded Rectangle 5"/>
            <p:cNvSpPr/>
            <p:nvPr userDrawn="1"/>
          </p:nvSpPr>
          <p:spPr>
            <a:xfrm>
              <a:off x="2175900" y="-95252"/>
              <a:ext cx="149629" cy="1695796"/>
            </a:xfrm>
            <a:prstGeom prst="roundRect">
              <a:avLst>
                <a:gd name="adj" fmla="val 49777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10"/>
            </a:p>
          </p:txBody>
        </p:sp>
        <p:sp>
          <p:nvSpPr>
            <p:cNvPr id="18" name="Rounded Rectangle 9"/>
            <p:cNvSpPr/>
            <p:nvPr userDrawn="1"/>
          </p:nvSpPr>
          <p:spPr>
            <a:xfrm>
              <a:off x="188408" y="2100594"/>
              <a:ext cx="1695796" cy="149629"/>
            </a:xfrm>
            <a:prstGeom prst="roundRect">
              <a:avLst>
                <a:gd name="adj" fmla="val 50000"/>
              </a:avLst>
            </a:prstGeom>
            <a:solidFill>
              <a:srgbClr val="9B25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10"/>
            </a:p>
          </p:txBody>
        </p:sp>
      </p:grpSp>
      <p:pic>
        <p:nvPicPr>
          <p:cNvPr id="14" name="図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968" y="8673608"/>
            <a:ext cx="2975340" cy="614609"/>
          </a:xfrm>
          <a:prstGeom prst="rect">
            <a:avLst/>
          </a:prstGeom>
        </p:spPr>
      </p:pic>
      <p:sp>
        <p:nvSpPr>
          <p:cNvPr id="24" name="テキスト プレースホルダー 117"/>
          <p:cNvSpPr>
            <a:spLocks noGrp="1"/>
          </p:cNvSpPr>
          <p:nvPr>
            <p:ph type="body" sz="quarter" idx="19" hasCustomPrompt="1"/>
          </p:nvPr>
        </p:nvSpPr>
        <p:spPr>
          <a:xfrm>
            <a:off x="4724363" y="2271323"/>
            <a:ext cx="7563636" cy="385214"/>
          </a:xfrm>
        </p:spPr>
        <p:txBody>
          <a:bodyPr tIns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327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株式会社 ●●●● 御中 </a:t>
            </a:r>
            <a:r>
              <a:rPr kumimoji="1" lang="en-US" altLang="zh-CN"/>
              <a:t>18pt</a:t>
            </a:r>
          </a:p>
        </p:txBody>
      </p:sp>
      <p:sp>
        <p:nvSpPr>
          <p:cNvPr id="15" name="正方形/長方形 14"/>
          <p:cNvSpPr/>
          <p:nvPr userDrawn="1"/>
        </p:nvSpPr>
        <p:spPr>
          <a:xfrm>
            <a:off x="5768031" y="9109744"/>
            <a:ext cx="1340721" cy="37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13"/>
          </a:p>
        </p:txBody>
      </p:sp>
    </p:spTree>
    <p:extLst>
      <p:ext uri="{BB962C8B-B14F-4D97-AF65-F5344CB8AC3E}">
        <p14:creationId xmlns:p14="http://schemas.microsoft.com/office/powerpoint/2010/main" val="259891895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/>
          <p:cNvSpPr/>
          <p:nvPr userDrawn="1"/>
        </p:nvSpPr>
        <p:spPr>
          <a:xfrm>
            <a:off x="442320" y="1240878"/>
            <a:ext cx="11916960" cy="7400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13"/>
          </a:p>
        </p:txBody>
      </p:sp>
      <p:sp>
        <p:nvSpPr>
          <p:cNvPr id="11" name="Title 3"/>
          <p:cNvSpPr>
            <a:spLocks noGrp="1"/>
          </p:cNvSpPr>
          <p:nvPr userDrawn="1">
            <p:ph type="title" hasCustomPrompt="1"/>
          </p:nvPr>
        </p:nvSpPr>
        <p:spPr>
          <a:xfrm>
            <a:off x="4724982" y="3301772"/>
            <a:ext cx="7563702" cy="1311353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lnSpc>
                <a:spcPct val="100000"/>
              </a:lnSpc>
              <a:defRPr sz="4137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</a:t>
            </a:r>
            <a:br>
              <a:rPr lang="en-US" altLang="ja-JP"/>
            </a:br>
            <a:r>
              <a:rPr lang="ja-JP" altLang="en-US"/>
              <a:t>書式設定 </a:t>
            </a:r>
            <a:r>
              <a:rPr lang="en-US" altLang="ja-JP"/>
              <a:t>32pt</a:t>
            </a:r>
            <a:endParaRPr 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 hasCustomPrompt="1"/>
          </p:nvPr>
        </p:nvSpPr>
        <p:spPr>
          <a:xfrm>
            <a:off x="4724924" y="4800643"/>
            <a:ext cx="7563079" cy="374666"/>
          </a:xfrm>
        </p:spPr>
        <p:txBody>
          <a:bodyPr tIns="36000">
            <a:noAutofit/>
          </a:bodyPr>
          <a:lstStyle>
            <a:lvl1pPr hangingPunct="1">
              <a:lnSpc>
                <a:spcPct val="100000"/>
              </a:lnSpc>
              <a:spcAft>
                <a:spcPts val="0"/>
              </a:spcAft>
              <a:defRPr sz="2069" baseline="0">
                <a:solidFill>
                  <a:schemeClr val="tx1"/>
                </a:solidFill>
                <a:latin typeface="+mn-lt"/>
                <a:ea typeface="+mj-ea"/>
              </a:defRPr>
            </a:lvl1pPr>
          </a:lstStyle>
          <a:p>
            <a:pPr lvl="0"/>
            <a:r>
              <a:rPr kumimoji="1" lang="ja-JP" altLang="en-US"/>
              <a:t>マスター サブタイトルの書式設定 </a:t>
            </a:r>
            <a:r>
              <a:rPr kumimoji="1" lang="en-US" altLang="ja-JP"/>
              <a:t>16pt</a:t>
            </a:r>
          </a:p>
        </p:txBody>
      </p:sp>
      <p:grpSp>
        <p:nvGrpSpPr>
          <p:cNvPr id="16" name="グループ化 15"/>
          <p:cNvGrpSpPr>
            <a:grpSpLocks noChangeAspect="1"/>
          </p:cNvGrpSpPr>
          <p:nvPr userDrawn="1"/>
        </p:nvGrpSpPr>
        <p:grpSpPr>
          <a:xfrm>
            <a:off x="328469" y="-199486"/>
            <a:ext cx="3988794" cy="8784504"/>
            <a:chOff x="188408" y="-95252"/>
            <a:chExt cx="2137121" cy="4677646"/>
          </a:xfrm>
        </p:grpSpPr>
        <p:sp>
          <p:nvSpPr>
            <p:cNvPr id="17" name="Rounded Rectangle 5"/>
            <p:cNvSpPr/>
            <p:nvPr userDrawn="1"/>
          </p:nvSpPr>
          <p:spPr>
            <a:xfrm>
              <a:off x="2175900" y="-95252"/>
              <a:ext cx="149629" cy="1695796"/>
            </a:xfrm>
            <a:prstGeom prst="roundRect">
              <a:avLst>
                <a:gd name="adj" fmla="val 49777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10"/>
            </a:p>
          </p:txBody>
        </p:sp>
        <p:sp>
          <p:nvSpPr>
            <p:cNvPr id="18" name="Rounded Rectangle 9"/>
            <p:cNvSpPr/>
            <p:nvPr userDrawn="1"/>
          </p:nvSpPr>
          <p:spPr>
            <a:xfrm>
              <a:off x="188408" y="2100594"/>
              <a:ext cx="1695796" cy="149629"/>
            </a:xfrm>
            <a:prstGeom prst="roundRect">
              <a:avLst>
                <a:gd name="adj" fmla="val 50000"/>
              </a:avLst>
            </a:prstGeom>
            <a:solidFill>
              <a:srgbClr val="9B25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10"/>
            </a:p>
          </p:txBody>
        </p:sp>
        <p:sp>
          <p:nvSpPr>
            <p:cNvPr id="19" name="Rounded Rectangle 11"/>
            <p:cNvSpPr/>
            <p:nvPr userDrawn="1"/>
          </p:nvSpPr>
          <p:spPr>
            <a:xfrm>
              <a:off x="2175900" y="2886597"/>
              <a:ext cx="149629" cy="1695797"/>
            </a:xfrm>
            <a:prstGeom prst="roundRect">
              <a:avLst>
                <a:gd name="adj" fmla="val 49777"/>
              </a:avLst>
            </a:prstGeom>
            <a:solidFill>
              <a:srgbClr val="E67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10"/>
            </a:p>
          </p:txBody>
        </p:sp>
      </p:grpSp>
      <p:pic>
        <p:nvPicPr>
          <p:cNvPr id="14" name="図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968" y="8673608"/>
            <a:ext cx="2975340" cy="614609"/>
          </a:xfrm>
          <a:prstGeom prst="rect">
            <a:avLst/>
          </a:prstGeom>
        </p:spPr>
      </p:pic>
      <p:sp>
        <p:nvSpPr>
          <p:cNvPr id="21" name="テキスト プレースホルダー 117"/>
          <p:cNvSpPr>
            <a:spLocks noGrp="1"/>
          </p:cNvSpPr>
          <p:nvPr>
            <p:ph type="body" sz="quarter" idx="17" hasCustomPrompt="1"/>
          </p:nvPr>
        </p:nvSpPr>
        <p:spPr>
          <a:xfrm>
            <a:off x="4725859" y="6580463"/>
            <a:ext cx="2076858" cy="282181"/>
          </a:xfrm>
        </p:spPr>
        <p:txBody>
          <a:bodyPr tIns="0">
            <a:noAutofit/>
          </a:bodyPr>
          <a:lstStyle>
            <a:lvl1pPr marL="0" marR="0" indent="0" algn="l" defTabSz="1276629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9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marL="0" marR="0" indent="0" algn="l" defTabSz="98741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20XX</a:t>
            </a:r>
            <a:r>
              <a:rPr lang="ja-JP" altLang="en-US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年</a:t>
            </a:r>
            <a:r>
              <a:rPr lang="en-US" altLang="ja-JP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X</a:t>
            </a:r>
            <a:r>
              <a:rPr lang="ja-JP" altLang="en-US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月</a:t>
            </a:r>
            <a:r>
              <a:rPr lang="en-US" altLang="ja-JP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X</a:t>
            </a:r>
            <a:r>
              <a:rPr lang="ja-JP" altLang="en-US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日</a:t>
            </a:r>
          </a:p>
        </p:txBody>
      </p:sp>
      <p:sp>
        <p:nvSpPr>
          <p:cNvPr id="22" name="テキスト プレースホルダー 117"/>
          <p:cNvSpPr>
            <a:spLocks noGrp="1"/>
          </p:cNvSpPr>
          <p:nvPr>
            <p:ph type="body" sz="quarter" idx="18" hasCustomPrompt="1"/>
          </p:nvPr>
        </p:nvSpPr>
        <p:spPr>
          <a:xfrm>
            <a:off x="4725861" y="7517233"/>
            <a:ext cx="5191580" cy="562000"/>
          </a:xfrm>
        </p:spPr>
        <p:txBody>
          <a:bodyPr tIns="0">
            <a:noAutofit/>
          </a:bodyPr>
          <a:lstStyle>
            <a:lvl1pPr marL="0" marR="0" indent="0" algn="l" defTabSz="118222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ja-JP" altLang="en-US" sz="1809" kern="1200">
                <a:solidFill>
                  <a:schemeClr val="tx1"/>
                </a:solidFill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mar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809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●●●●営業部／プレゼンター名</a:t>
            </a:r>
            <a:endParaRPr lang="en-US" altLang="ja-JP" sz="1809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809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●●●●営業部／プレゼンター名</a:t>
            </a:r>
            <a:endParaRPr lang="en-US" altLang="ja-JP" sz="1809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テキスト プレースホルダー 117"/>
          <p:cNvSpPr>
            <a:spLocks noGrp="1"/>
          </p:cNvSpPr>
          <p:nvPr>
            <p:ph type="body" sz="quarter" idx="19" hasCustomPrompt="1"/>
          </p:nvPr>
        </p:nvSpPr>
        <p:spPr>
          <a:xfrm>
            <a:off x="4724363" y="2271323"/>
            <a:ext cx="7563636" cy="385214"/>
          </a:xfrm>
        </p:spPr>
        <p:txBody>
          <a:bodyPr tIns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327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株式会社 ●●●● 御中 </a:t>
            </a:r>
            <a:r>
              <a:rPr kumimoji="1" lang="en-US" altLang="zh-CN"/>
              <a:t>18pt</a:t>
            </a:r>
          </a:p>
        </p:txBody>
      </p:sp>
      <p:sp>
        <p:nvSpPr>
          <p:cNvPr id="13" name="正方形/長方形 12"/>
          <p:cNvSpPr/>
          <p:nvPr userDrawn="1"/>
        </p:nvSpPr>
        <p:spPr>
          <a:xfrm>
            <a:off x="5768031" y="9109744"/>
            <a:ext cx="1340721" cy="37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13"/>
          </a:p>
        </p:txBody>
      </p:sp>
    </p:spTree>
    <p:extLst>
      <p:ext uri="{BB962C8B-B14F-4D97-AF65-F5344CB8AC3E}">
        <p14:creationId xmlns:p14="http://schemas.microsoft.com/office/powerpoint/2010/main" val="997290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/>
          <p:cNvSpPr/>
          <p:nvPr userDrawn="1"/>
        </p:nvSpPr>
        <p:spPr>
          <a:xfrm>
            <a:off x="442320" y="1240878"/>
            <a:ext cx="11916960" cy="7400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13"/>
          </a:p>
        </p:txBody>
      </p:sp>
      <p:sp>
        <p:nvSpPr>
          <p:cNvPr id="6" name="Text Placeholder 3"/>
          <p:cNvSpPr txBox="1">
            <a:spLocks/>
          </p:cNvSpPr>
          <p:nvPr userDrawn="1"/>
        </p:nvSpPr>
        <p:spPr>
          <a:xfrm>
            <a:off x="628525" y="1147418"/>
            <a:ext cx="11542951" cy="384033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35"/>
          </a:p>
        </p:txBody>
      </p:sp>
      <p:sp>
        <p:nvSpPr>
          <p:cNvPr id="9" name="Title 3"/>
          <p:cNvSpPr>
            <a:spLocks noGrp="1"/>
          </p:cNvSpPr>
          <p:nvPr>
            <p:ph type="title" hasCustomPrompt="1"/>
          </p:nvPr>
        </p:nvSpPr>
        <p:spPr>
          <a:xfrm>
            <a:off x="1002130" y="2271323"/>
            <a:ext cx="10798545" cy="112399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defRPr sz="4137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ja-JP" altLang="en-US"/>
              <a:t>マスター タイトルの書式設定 </a:t>
            </a:r>
            <a:r>
              <a:rPr lang="en-US" altLang="ja-JP"/>
              <a:t>32pt</a:t>
            </a:r>
            <a:endParaRPr lang="en-US"/>
          </a:p>
        </p:txBody>
      </p:sp>
      <p:sp>
        <p:nvSpPr>
          <p:cNvPr id="15" name="テキスト プレースホルダー 14"/>
          <p:cNvSpPr>
            <a:spLocks noGrp="1"/>
          </p:cNvSpPr>
          <p:nvPr>
            <p:ph type="body" sz="quarter" idx="11" hasCustomPrompt="1"/>
          </p:nvPr>
        </p:nvSpPr>
        <p:spPr>
          <a:xfrm>
            <a:off x="1000934" y="3582801"/>
            <a:ext cx="10800387" cy="656739"/>
          </a:xfrm>
        </p:spPr>
        <p:txBody>
          <a:bodyPr tIns="3600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069" baseline="0">
                <a:solidFill>
                  <a:schemeClr val="bg1"/>
                </a:solidFill>
                <a:latin typeface="+mn-lt"/>
                <a:ea typeface="+mj-ea"/>
              </a:defRPr>
            </a:lvl1pPr>
          </a:lstStyle>
          <a:p>
            <a:pPr lvl="0"/>
            <a:r>
              <a:rPr kumimoji="1" lang="ja-JP" altLang="en-US"/>
              <a:t>マスター サブタイトルの書式設定 </a:t>
            </a:r>
            <a:r>
              <a:rPr kumimoji="1" lang="en-US" altLang="ja-JP"/>
              <a:t>16pt</a:t>
            </a:r>
          </a:p>
        </p:txBody>
      </p:sp>
      <p:pic>
        <p:nvPicPr>
          <p:cNvPr id="14" name="図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968" y="8673608"/>
            <a:ext cx="2975340" cy="614609"/>
          </a:xfrm>
          <a:prstGeom prst="rect">
            <a:avLst/>
          </a:prstGeom>
        </p:spPr>
      </p:pic>
      <p:sp>
        <p:nvSpPr>
          <p:cNvPr id="11" name="テキスト プレースホルダー 117"/>
          <p:cNvSpPr>
            <a:spLocks noGrp="1"/>
          </p:cNvSpPr>
          <p:nvPr>
            <p:ph type="body" sz="quarter" idx="17" hasCustomPrompt="1"/>
          </p:nvPr>
        </p:nvSpPr>
        <p:spPr>
          <a:xfrm>
            <a:off x="628524" y="6861079"/>
            <a:ext cx="2076858" cy="282181"/>
          </a:xfrm>
        </p:spPr>
        <p:txBody>
          <a:bodyPr tIns="0">
            <a:noAutofit/>
          </a:bodyPr>
          <a:lstStyle>
            <a:lvl1pPr marL="0" marR="0" indent="0" algn="l" defTabSz="1276629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9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marL="0" marR="0" indent="0" algn="l" defTabSz="98741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20XX</a:t>
            </a:r>
            <a:r>
              <a:rPr lang="ja-JP" altLang="en-US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年</a:t>
            </a:r>
            <a:r>
              <a:rPr lang="en-US" altLang="ja-JP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X</a:t>
            </a:r>
            <a:r>
              <a:rPr lang="ja-JP" altLang="en-US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月</a:t>
            </a:r>
            <a:r>
              <a:rPr lang="en-US" altLang="ja-JP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X</a:t>
            </a:r>
            <a:r>
              <a:rPr lang="ja-JP" altLang="en-US" sz="1809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rPr>
              <a:t>日</a:t>
            </a:r>
          </a:p>
        </p:txBody>
      </p:sp>
      <p:sp>
        <p:nvSpPr>
          <p:cNvPr id="12" name="テキスト プレースホルダー 117"/>
          <p:cNvSpPr>
            <a:spLocks noGrp="1"/>
          </p:cNvSpPr>
          <p:nvPr>
            <p:ph type="body" sz="quarter" idx="18" hasCustomPrompt="1"/>
          </p:nvPr>
        </p:nvSpPr>
        <p:spPr>
          <a:xfrm>
            <a:off x="628527" y="7797852"/>
            <a:ext cx="5191580" cy="588740"/>
          </a:xfrm>
        </p:spPr>
        <p:txBody>
          <a:bodyPr tIns="0">
            <a:noAutofit/>
          </a:bodyPr>
          <a:lstStyle>
            <a:lvl1pPr marL="0" marR="0" indent="0" algn="l" defTabSz="118222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ja-JP" altLang="en-US" sz="1809" kern="1200">
                <a:solidFill>
                  <a:schemeClr val="tx1"/>
                </a:solidFill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mar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809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●●●●営業部／プレゼンター名</a:t>
            </a:r>
            <a:endParaRPr lang="en-US" altLang="ja-JP" sz="1809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118219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809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●●●●営業部／プレゼンター名</a:t>
            </a:r>
          </a:p>
        </p:txBody>
      </p:sp>
      <p:sp>
        <p:nvSpPr>
          <p:cNvPr id="16" name="テキスト プレースホルダー 117"/>
          <p:cNvSpPr>
            <a:spLocks noGrp="1"/>
          </p:cNvSpPr>
          <p:nvPr>
            <p:ph type="body" sz="quarter" idx="19" hasCustomPrompt="1"/>
          </p:nvPr>
        </p:nvSpPr>
        <p:spPr>
          <a:xfrm>
            <a:off x="628527" y="632022"/>
            <a:ext cx="8732443" cy="385214"/>
          </a:xfrm>
        </p:spPr>
        <p:txBody>
          <a:bodyPr tIns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327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sz="4137">
                <a:solidFill>
                  <a:schemeClr val="tx1"/>
                </a:solidFill>
              </a:defRPr>
            </a:lvl2pPr>
            <a:lvl3pPr>
              <a:defRPr sz="4137">
                <a:solidFill>
                  <a:schemeClr val="tx1"/>
                </a:solidFill>
              </a:defRPr>
            </a:lvl3pPr>
            <a:lvl4pPr>
              <a:defRPr sz="4137">
                <a:solidFill>
                  <a:schemeClr val="tx1"/>
                </a:solidFill>
              </a:defRPr>
            </a:lvl4pPr>
            <a:lvl5pPr>
              <a:defRPr sz="4137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株式会社 ●●●● 御中 </a:t>
            </a:r>
            <a:r>
              <a:rPr kumimoji="1" lang="en-US" altLang="zh-CN"/>
              <a:t>18pt</a:t>
            </a:r>
          </a:p>
        </p:txBody>
      </p:sp>
    </p:spTree>
    <p:extLst>
      <p:ext uri="{BB962C8B-B14F-4D97-AF65-F5344CB8AC3E}">
        <p14:creationId xmlns:p14="http://schemas.microsoft.com/office/powerpoint/2010/main" val="15879873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8" y="8907139"/>
            <a:ext cx="1965807" cy="404938"/>
          </a:xfrm>
          <a:prstGeom prst="rect">
            <a:avLst/>
          </a:prstGeom>
        </p:spPr>
      </p:pic>
      <p:sp>
        <p:nvSpPr>
          <p:cNvPr id="6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628077" y="1428230"/>
            <a:ext cx="11543403" cy="71194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buNone/>
              <a:tabLst/>
              <a:defRPr>
                <a:solidFill>
                  <a:schemeClr val="bg2"/>
                </a:solidFill>
              </a:defRPr>
            </a:lvl1pPr>
            <a:lvl2pPr marL="176865" indent="-176865">
              <a:lnSpc>
                <a:spcPct val="110000"/>
              </a:lnSpc>
              <a:buClrTx/>
              <a:tabLst/>
              <a:defRPr sz="1809">
                <a:solidFill>
                  <a:schemeClr val="tx1"/>
                </a:solidFill>
              </a:defRPr>
            </a:lvl2pPr>
            <a:lvl3pPr marL="418888" indent="-218754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3pPr>
            <a:lvl4pPr marL="628330" indent="-167555">
              <a:lnSpc>
                <a:spcPct val="110000"/>
              </a:lnSpc>
              <a:buClrTx/>
              <a:tabLst/>
              <a:defRPr sz="1551">
                <a:solidFill>
                  <a:schemeClr val="tx1"/>
                </a:solidFill>
              </a:defRPr>
            </a:lvl4pPr>
            <a:lvl5pPr marL="837776" indent="-167555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 </a:t>
            </a:r>
            <a:r>
              <a:rPr lang="en-US" altLang="ja-JP"/>
              <a:t>16pt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 </a:t>
            </a:r>
            <a:r>
              <a:rPr lang="en-US" altLang="ja-JP"/>
              <a:t>14pt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</p:txBody>
      </p:sp>
      <p:sp>
        <p:nvSpPr>
          <p:cNvPr id="4" name="タイトル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 </a:t>
            </a:r>
            <a:r>
              <a:rPr kumimoji="1" lang="en-US" altLang="ja-JP"/>
              <a:t>24pt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16025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二段組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628522" y="1428228"/>
            <a:ext cx="5213091" cy="711866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buNone/>
              <a:tabLst/>
              <a:defRPr sz="2069">
                <a:solidFill>
                  <a:schemeClr val="bg2"/>
                </a:solidFill>
              </a:defRPr>
            </a:lvl1pPr>
            <a:lvl2pPr marL="176865" indent="-176865">
              <a:lnSpc>
                <a:spcPct val="110000"/>
              </a:lnSpc>
              <a:buClrTx/>
              <a:tabLst/>
              <a:defRPr sz="1809">
                <a:solidFill>
                  <a:schemeClr val="tx1"/>
                </a:solidFill>
              </a:defRPr>
            </a:lvl2pPr>
            <a:lvl3pPr marL="418888" indent="-218754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3pPr>
            <a:lvl4pPr marL="628330" indent="-167555">
              <a:lnSpc>
                <a:spcPct val="110000"/>
              </a:lnSpc>
              <a:buClrTx/>
              <a:tabLst/>
              <a:defRPr sz="1551">
                <a:solidFill>
                  <a:schemeClr val="tx1"/>
                </a:solidFill>
              </a:defRPr>
            </a:lvl4pPr>
            <a:lvl5pPr marL="837776" indent="-167555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 </a:t>
            </a:r>
            <a:r>
              <a:rPr lang="en-US" altLang="ja-JP"/>
              <a:t>16pt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 </a:t>
            </a:r>
            <a:r>
              <a:rPr lang="en-US" altLang="ja-JP"/>
              <a:t>14pt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6959988" y="1428228"/>
            <a:ext cx="5213091" cy="711866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buNone/>
              <a:tabLst/>
              <a:defRPr sz="2069">
                <a:solidFill>
                  <a:schemeClr val="bg2"/>
                </a:solidFill>
              </a:defRPr>
            </a:lvl1pPr>
            <a:lvl2pPr marL="176865" indent="-176865">
              <a:lnSpc>
                <a:spcPct val="110000"/>
              </a:lnSpc>
              <a:buClrTx/>
              <a:tabLst/>
              <a:defRPr sz="1809">
                <a:solidFill>
                  <a:schemeClr val="tx1"/>
                </a:solidFill>
              </a:defRPr>
            </a:lvl2pPr>
            <a:lvl3pPr marL="418888" indent="-218754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3pPr>
            <a:lvl4pPr marL="628330" indent="-167555">
              <a:lnSpc>
                <a:spcPct val="110000"/>
              </a:lnSpc>
              <a:buClrTx/>
              <a:tabLst/>
              <a:defRPr sz="1551">
                <a:solidFill>
                  <a:schemeClr val="tx1"/>
                </a:solidFill>
              </a:defRPr>
            </a:lvl4pPr>
            <a:lvl5pPr marL="837776" indent="-167555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 </a:t>
            </a:r>
            <a:r>
              <a:rPr lang="en-US" altLang="ja-JP"/>
              <a:t>16pt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 </a:t>
            </a:r>
            <a:r>
              <a:rPr lang="en-US" altLang="ja-JP"/>
              <a:t>14pt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8" y="8907139"/>
            <a:ext cx="1965807" cy="404938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 </a:t>
            </a:r>
            <a:r>
              <a:rPr kumimoji="1" lang="en-US" altLang="ja-JP"/>
              <a:t>24pt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40935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三段組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628523" y="1428246"/>
            <a:ext cx="3723636" cy="711943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spcAft>
                <a:spcPts val="517"/>
              </a:spcAft>
              <a:buNone/>
              <a:tabLst/>
              <a:defRPr sz="1809" b="0">
                <a:solidFill>
                  <a:schemeClr val="bg2"/>
                </a:solidFill>
              </a:defRPr>
            </a:lvl1pPr>
            <a:lvl2pPr marL="176865" indent="-176865">
              <a:lnSpc>
                <a:spcPct val="110000"/>
              </a:lnSpc>
              <a:spcAft>
                <a:spcPts val="517"/>
              </a:spcAft>
              <a:buClrTx/>
              <a:tabLst/>
              <a:defRPr sz="1551">
                <a:solidFill>
                  <a:schemeClr val="tx1"/>
                </a:solidFill>
              </a:defRPr>
            </a:lvl2pPr>
            <a:lvl3pPr marL="418888" indent="-218754">
              <a:lnSpc>
                <a:spcPct val="110000"/>
              </a:lnSpc>
              <a:spcAft>
                <a:spcPts val="517"/>
              </a:spcAft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3pPr>
            <a:lvl4pPr marL="651603" indent="-218754">
              <a:lnSpc>
                <a:spcPct val="110000"/>
              </a:lnSpc>
              <a:spcAft>
                <a:spcPts val="517"/>
              </a:spcAft>
              <a:buClrTx/>
              <a:tabLst/>
              <a:defRPr sz="1551">
                <a:solidFill>
                  <a:schemeClr val="tx1"/>
                </a:solidFill>
              </a:defRPr>
            </a:lvl4pPr>
            <a:lvl5pPr marL="884319" indent="-218754">
              <a:lnSpc>
                <a:spcPct val="110000"/>
              </a:lnSpc>
              <a:spcAft>
                <a:spcPts val="517"/>
              </a:spcAft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 </a:t>
            </a:r>
            <a:r>
              <a:rPr lang="en-US" altLang="ja-JP"/>
              <a:t>14pt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4538775" y="1428246"/>
            <a:ext cx="3723636" cy="711943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spcAft>
                <a:spcPts val="517"/>
              </a:spcAft>
              <a:buNone/>
              <a:tabLst/>
              <a:defRPr sz="1809" b="0">
                <a:solidFill>
                  <a:schemeClr val="bg2"/>
                </a:solidFill>
              </a:defRPr>
            </a:lvl1pPr>
            <a:lvl2pPr marL="176865" indent="-176865">
              <a:lnSpc>
                <a:spcPct val="110000"/>
              </a:lnSpc>
              <a:spcAft>
                <a:spcPts val="517"/>
              </a:spcAft>
              <a:buClrTx/>
              <a:tabLst/>
              <a:defRPr sz="1551" b="0">
                <a:solidFill>
                  <a:schemeClr val="tx1"/>
                </a:solidFill>
              </a:defRPr>
            </a:lvl2pPr>
            <a:lvl3pPr marL="418888" indent="-218754">
              <a:lnSpc>
                <a:spcPct val="110000"/>
              </a:lnSpc>
              <a:spcAft>
                <a:spcPts val="517"/>
              </a:spcAft>
              <a:buClrTx/>
              <a:buFont typeface="Arial" panose="020B0604020202020204" pitchFamily="34" charset="0"/>
              <a:buChar char="‒"/>
              <a:tabLst/>
              <a:defRPr sz="1551" b="0">
                <a:solidFill>
                  <a:schemeClr val="tx1"/>
                </a:solidFill>
              </a:defRPr>
            </a:lvl3pPr>
            <a:lvl4pPr marL="651603" indent="-218754">
              <a:lnSpc>
                <a:spcPct val="110000"/>
              </a:lnSpc>
              <a:spcAft>
                <a:spcPts val="517"/>
              </a:spcAft>
              <a:buClrTx/>
              <a:tabLst/>
              <a:defRPr sz="1551" b="0">
                <a:solidFill>
                  <a:schemeClr val="tx1"/>
                </a:solidFill>
              </a:defRPr>
            </a:lvl4pPr>
            <a:lvl5pPr marL="884319" indent="-218754">
              <a:lnSpc>
                <a:spcPct val="110000"/>
              </a:lnSpc>
              <a:spcAft>
                <a:spcPts val="517"/>
              </a:spcAft>
              <a:buClrTx/>
              <a:buFont typeface="Arial" panose="020B0604020202020204" pitchFamily="34" charset="0"/>
              <a:buChar char="‒"/>
              <a:tabLst/>
              <a:defRPr sz="1551" b="0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 </a:t>
            </a:r>
            <a:r>
              <a:rPr lang="en-US" altLang="ja-JP"/>
              <a:t>14pt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8" y="8907139"/>
            <a:ext cx="1965807" cy="404938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 </a:t>
            </a:r>
            <a:r>
              <a:rPr kumimoji="1" lang="en-US" altLang="ja-JP"/>
              <a:t>24pt</a:t>
            </a:r>
            <a:endParaRPr kumimoji="1"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20" hasCustomPrompt="1"/>
          </p:nvPr>
        </p:nvSpPr>
        <p:spPr>
          <a:xfrm>
            <a:off x="8448199" y="1428230"/>
            <a:ext cx="3725334" cy="7119711"/>
          </a:xfrm>
        </p:spPr>
        <p:txBody>
          <a:bodyPr>
            <a:normAutofit/>
          </a:bodyPr>
          <a:lstStyle>
            <a:lvl1pPr>
              <a:defRPr sz="1809" b="0"/>
            </a:lvl1pPr>
            <a:lvl2pPr>
              <a:defRPr sz="1551" b="0">
                <a:latin typeface="+mn-ea"/>
                <a:ea typeface="+mn-ea"/>
              </a:defRPr>
            </a:lvl2pPr>
            <a:lvl3pPr>
              <a:defRPr sz="1551" b="0">
                <a:latin typeface="+mn-ea"/>
                <a:ea typeface="+mn-ea"/>
              </a:defRPr>
            </a:lvl3pPr>
            <a:lvl4pPr marL="651603" indent="-218754">
              <a:defRPr sz="1551" b="0">
                <a:latin typeface="+mn-ea"/>
                <a:ea typeface="+mn-ea"/>
              </a:defRPr>
            </a:lvl4pPr>
            <a:lvl5pPr marL="884319" indent="-218754">
              <a:defRPr sz="1551" b="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 </a:t>
            </a:r>
            <a:r>
              <a:rPr kumimoji="1" lang="en-US" altLang="ja-JP"/>
              <a:t>14pt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 </a:t>
            </a:r>
            <a:r>
              <a:rPr kumimoji="1" lang="en-US" altLang="ja-JP"/>
              <a:t>12pt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 </a:t>
            </a:r>
            <a:r>
              <a:rPr kumimoji="1" lang="en-US" altLang="ja-JP"/>
              <a:t>12pt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 </a:t>
            </a:r>
            <a:r>
              <a:rPr kumimoji="1" lang="en-US" altLang="ja-JP"/>
              <a:t>12pt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 </a:t>
            </a:r>
            <a:r>
              <a:rPr kumimoji="1" lang="en-US" altLang="ja-JP"/>
              <a:t>12pt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18510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 </a:t>
            </a:r>
            <a:r>
              <a:rPr kumimoji="1" lang="en-US" altLang="ja-JP"/>
              <a:t>24pt</a:t>
            </a:r>
            <a:endParaRPr kumimoji="1" lang="ja-JP" altLang="en-US"/>
          </a:p>
        </p:txBody>
      </p:sp>
      <p:pic>
        <p:nvPicPr>
          <p:cNvPr id="5" name="図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8" y="8907139"/>
            <a:ext cx="1965807" cy="40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1735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動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629805" y="2177644"/>
            <a:ext cx="11543272" cy="561999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10"/>
          </a:p>
        </p:txBody>
      </p:sp>
      <p:sp>
        <p:nvSpPr>
          <p:cNvPr id="7" name="Media Placeholder 2"/>
          <p:cNvSpPr>
            <a:spLocks noGrp="1"/>
          </p:cNvSpPr>
          <p:nvPr>
            <p:ph type="media" sz="quarter" idx="13" hasCustomPrompt="1"/>
          </p:nvPr>
        </p:nvSpPr>
        <p:spPr>
          <a:xfrm>
            <a:off x="2584497" y="2462126"/>
            <a:ext cx="7633454" cy="505799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txBody>
          <a:bodyPr anchor="ctr"/>
          <a:lstStyle>
            <a:lvl1pPr marL="199723" indent="0">
              <a:buFontTx/>
              <a:buNone/>
              <a:tabLst/>
              <a:defRPr b="1">
                <a:solidFill>
                  <a:schemeClr val="bg2"/>
                </a:solidFill>
              </a:defRPr>
            </a:lvl1pPr>
          </a:lstStyle>
          <a:p>
            <a:r>
              <a:rPr lang="ja-JP" altLang="en-US"/>
              <a:t>ビデオを追加</a:t>
            </a:r>
            <a:endParaRPr lang="en-US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8" y="8907139"/>
            <a:ext cx="1965807" cy="404938"/>
          </a:xfrm>
          <a:prstGeom prst="rect">
            <a:avLst/>
          </a:prstGeom>
        </p:spPr>
      </p:pic>
      <p:sp>
        <p:nvSpPr>
          <p:cNvPr id="9" name="タイトル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 </a:t>
            </a:r>
            <a:r>
              <a:rPr kumimoji="1" lang="en-US" altLang="ja-JP"/>
              <a:t>24pt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241386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グラフと右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628074" y="1428244"/>
            <a:ext cx="5213091" cy="711870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グラフを追加</a:t>
            </a:r>
            <a:endParaRPr lang="en-US"/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6959988" y="1428232"/>
            <a:ext cx="5213091" cy="711870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buNone/>
              <a:tabLst/>
              <a:defRPr>
                <a:solidFill>
                  <a:schemeClr val="bg2"/>
                </a:solidFill>
              </a:defRPr>
            </a:lvl1pPr>
            <a:lvl2pPr marL="176865" indent="-176865">
              <a:lnSpc>
                <a:spcPct val="110000"/>
              </a:lnSpc>
              <a:buClrTx/>
              <a:tabLst/>
              <a:defRPr sz="1809">
                <a:solidFill>
                  <a:schemeClr val="tx1"/>
                </a:solidFill>
              </a:defRPr>
            </a:lvl2pPr>
            <a:lvl3pPr marL="418888" indent="-218754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3pPr>
            <a:lvl4pPr marL="628330" indent="-167555">
              <a:lnSpc>
                <a:spcPct val="110000"/>
              </a:lnSpc>
              <a:buClrTx/>
              <a:tabLst/>
              <a:defRPr sz="1551">
                <a:solidFill>
                  <a:schemeClr val="tx1"/>
                </a:solidFill>
              </a:defRPr>
            </a:lvl4pPr>
            <a:lvl5pPr marL="837776" indent="-167555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 </a:t>
            </a:r>
            <a:r>
              <a:rPr lang="en-US" altLang="ja-JP"/>
              <a:t>16pt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 </a:t>
            </a:r>
            <a:r>
              <a:rPr lang="en-US" altLang="ja-JP"/>
              <a:t>14pt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 </a:t>
            </a:r>
            <a:r>
              <a:rPr kumimoji="1" lang="en-US" altLang="ja-JP"/>
              <a:t>24pt</a:t>
            </a:r>
            <a:endParaRPr kumimoji="1" lang="ja-JP" altLang="en-US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8" y="8907139"/>
            <a:ext cx="1965807" cy="40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6389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コンテンツと右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/>
          <p:cNvSpPr>
            <a:spLocks noGrp="1"/>
          </p:cNvSpPr>
          <p:nvPr>
            <p:ph type="chart" sz="quarter" idx="13"/>
          </p:nvPr>
        </p:nvSpPr>
        <p:spPr>
          <a:xfrm>
            <a:off x="6959988" y="1428232"/>
            <a:ext cx="5213091" cy="71187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グラフを追加</a:t>
            </a:r>
            <a:endParaRPr lang="en-US"/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628522" y="1428232"/>
            <a:ext cx="5213091" cy="71187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buNone/>
              <a:tabLst/>
              <a:defRPr>
                <a:solidFill>
                  <a:schemeClr val="bg2"/>
                </a:solidFill>
              </a:defRPr>
            </a:lvl1pPr>
            <a:lvl2pPr marL="176865" indent="-176865">
              <a:lnSpc>
                <a:spcPct val="110000"/>
              </a:lnSpc>
              <a:buClrTx/>
              <a:tabLst/>
              <a:defRPr sz="1809">
                <a:solidFill>
                  <a:schemeClr val="tx1"/>
                </a:solidFill>
              </a:defRPr>
            </a:lvl2pPr>
            <a:lvl3pPr marL="418888" indent="-218754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3pPr>
            <a:lvl4pPr marL="628330" indent="-167555">
              <a:lnSpc>
                <a:spcPct val="110000"/>
              </a:lnSpc>
              <a:buClrTx/>
              <a:tabLst/>
              <a:defRPr sz="1551">
                <a:solidFill>
                  <a:schemeClr val="tx1"/>
                </a:solidFill>
              </a:defRPr>
            </a:lvl4pPr>
            <a:lvl5pPr marL="837776" indent="-167555">
              <a:lnSpc>
                <a:spcPct val="110000"/>
              </a:lnSpc>
              <a:buClrTx/>
              <a:buFont typeface="Arial" panose="020B0604020202020204" pitchFamily="34" charset="0"/>
              <a:buChar char="‒"/>
              <a:tabLst/>
              <a:defRPr sz="1551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 </a:t>
            </a:r>
            <a:r>
              <a:rPr lang="en-US" altLang="ja-JP"/>
              <a:t>16pt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 </a:t>
            </a:r>
            <a:r>
              <a:rPr lang="en-US" altLang="ja-JP"/>
              <a:t>14pt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 </a:t>
            </a:r>
            <a:r>
              <a:rPr kumimoji="1" lang="en-US" altLang="ja-JP"/>
              <a:t>24pt</a:t>
            </a:r>
            <a:endParaRPr kumimoji="1" lang="ja-JP" altLang="en-US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8" y="8907139"/>
            <a:ext cx="1965807" cy="40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57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523" y="1428232"/>
            <a:ext cx="3723636" cy="71194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97200" tIns="97200" rIns="97200" bIns="97200" anchor="t">
            <a:normAutofit/>
          </a:bodyPr>
          <a:lstStyle>
            <a:lvl1pPr marL="16163" indent="0" algn="l">
              <a:lnSpc>
                <a:spcPct val="110000"/>
              </a:lnSpc>
              <a:spcBef>
                <a:spcPts val="0"/>
              </a:spcBef>
              <a:buNone/>
              <a:tabLst/>
              <a:defRPr sz="1551" b="1">
                <a:solidFill>
                  <a:schemeClr val="bg1"/>
                </a:solidFill>
                <a:latin typeface="+mn-ea"/>
                <a:ea typeface="+mn-ea"/>
              </a:defRPr>
            </a:lvl1pPr>
            <a:lvl2pPr marL="176865" indent="-176865" algn="l">
              <a:lnSpc>
                <a:spcPct val="11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tabLst/>
              <a:defRPr sz="1551" b="0">
                <a:solidFill>
                  <a:schemeClr val="bg1"/>
                </a:solidFill>
                <a:latin typeface="+mn-ea"/>
                <a:ea typeface="+mn-ea"/>
              </a:defRPr>
            </a:lvl2pPr>
            <a:lvl3pPr marL="418888" indent="-218754" algn="l">
              <a:lnSpc>
                <a:spcPct val="11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Char char="‒"/>
              <a:tabLst/>
              <a:defRPr kumimoji="1" lang="en-US" altLang="ja-JP" sz="1551" b="0" kern="1200" dirty="0" smtClean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3pPr>
            <a:lvl4pPr marL="628330" indent="-167555" algn="l">
              <a:lnSpc>
                <a:spcPct val="110000"/>
              </a:lnSpc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551" b="0">
                <a:solidFill>
                  <a:schemeClr val="bg1"/>
                </a:solidFill>
                <a:latin typeface="+mn-ea"/>
              </a:defRPr>
            </a:lvl4pPr>
            <a:lvl5pPr marL="837776" indent="-167555" algn="l">
              <a:lnSpc>
                <a:spcPct val="110000"/>
              </a:lnSpc>
              <a:buClr>
                <a:schemeClr val="bg1"/>
              </a:buClr>
              <a:buFont typeface="Arial" panose="020B0604020202020204" pitchFamily="34" charset="0"/>
              <a:buChar char="‒"/>
              <a:tabLst/>
              <a:defRPr sz="1551">
                <a:solidFill>
                  <a:schemeClr val="bg1"/>
                </a:solidFill>
                <a:latin typeface="+mn-ea"/>
              </a:defRPr>
            </a:lvl5pPr>
          </a:lstStyle>
          <a:p>
            <a:pPr lvl="0"/>
            <a:r>
              <a:rPr lang="ja-JP" altLang="en-US"/>
              <a:t>マスター テキストの書式設定 </a:t>
            </a:r>
            <a:r>
              <a:rPr lang="en-US" altLang="ja-JP"/>
              <a:t>12pt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</p:txBody>
      </p:sp>
      <p:sp>
        <p:nvSpPr>
          <p:cNvPr id="10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8449441" y="1428232"/>
            <a:ext cx="3723636" cy="71194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97200" tIns="97200" rIns="97200" bIns="97200" anchor="t">
            <a:normAutofit/>
          </a:bodyPr>
          <a:lstStyle>
            <a:lvl1pPr marL="16163" indent="0" algn="l">
              <a:lnSpc>
                <a:spcPct val="110000"/>
              </a:lnSpc>
              <a:spcBef>
                <a:spcPts val="0"/>
              </a:spcBef>
              <a:buNone/>
              <a:tabLst/>
              <a:defRPr sz="1551" b="1">
                <a:solidFill>
                  <a:schemeClr val="bg1"/>
                </a:solidFill>
                <a:latin typeface="+mn-ea"/>
                <a:ea typeface="+mn-ea"/>
              </a:defRPr>
            </a:lvl1pPr>
            <a:lvl2pPr marL="176865" indent="-176865" algn="l">
              <a:lnSpc>
                <a:spcPct val="11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tabLst/>
              <a:defRPr sz="1551" b="0">
                <a:solidFill>
                  <a:schemeClr val="bg1"/>
                </a:solidFill>
                <a:latin typeface="+mn-ea"/>
                <a:ea typeface="+mn-ea"/>
              </a:defRPr>
            </a:lvl2pPr>
            <a:lvl3pPr marL="418888" indent="-218754" algn="l">
              <a:lnSpc>
                <a:spcPct val="11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‒"/>
              <a:tabLst/>
              <a:defRPr sz="1551" b="0">
                <a:solidFill>
                  <a:schemeClr val="bg1"/>
                </a:solidFill>
                <a:latin typeface="+mn-ea"/>
                <a:ea typeface="+mn-ea"/>
              </a:defRPr>
            </a:lvl3pPr>
            <a:lvl4pPr marL="628330" indent="-167555" algn="l">
              <a:lnSpc>
                <a:spcPct val="110000"/>
              </a:lnSpc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551" b="0">
                <a:solidFill>
                  <a:schemeClr val="bg1"/>
                </a:solidFill>
                <a:latin typeface="+mn-ea"/>
                <a:ea typeface="+mn-ea"/>
              </a:defRPr>
            </a:lvl4pPr>
            <a:lvl5pPr marL="837776" indent="-167555" algn="l">
              <a:lnSpc>
                <a:spcPct val="110000"/>
              </a:lnSpc>
              <a:buClr>
                <a:schemeClr val="bg1"/>
              </a:buClr>
              <a:buFont typeface="Arial" panose="020B0604020202020204" pitchFamily="34" charset="0"/>
              <a:buChar char="‒"/>
              <a:tabLst/>
              <a:defRPr sz="1551">
                <a:solidFill>
                  <a:schemeClr val="bg1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ja-JP" altLang="en-US"/>
              <a:t>マスター テキストの書式設定 </a:t>
            </a:r>
            <a:r>
              <a:rPr lang="en-US" altLang="ja-JP"/>
              <a:t>12pt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 hasCustomPrompt="1"/>
          </p:nvPr>
        </p:nvSpPr>
        <p:spPr>
          <a:xfrm>
            <a:off x="4538775" y="1428232"/>
            <a:ext cx="3723636" cy="71194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97200" tIns="97200" rIns="97200" bIns="97200" anchor="t">
            <a:normAutofit/>
          </a:bodyPr>
          <a:lstStyle>
            <a:lvl1pPr marL="16163" indent="0" algn="l">
              <a:lnSpc>
                <a:spcPct val="110000"/>
              </a:lnSpc>
              <a:spcBef>
                <a:spcPts val="0"/>
              </a:spcBef>
              <a:buNone/>
              <a:tabLst/>
              <a:defRPr sz="1551" b="1">
                <a:solidFill>
                  <a:schemeClr val="bg1"/>
                </a:solidFill>
                <a:latin typeface="+mn-ea"/>
                <a:ea typeface="+mn-ea"/>
              </a:defRPr>
            </a:lvl1pPr>
            <a:lvl2pPr marL="176865" indent="-176865" algn="l">
              <a:lnSpc>
                <a:spcPct val="11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tabLst/>
              <a:defRPr sz="1551" b="0">
                <a:solidFill>
                  <a:schemeClr val="bg1"/>
                </a:solidFill>
                <a:latin typeface="+mn-ea"/>
                <a:ea typeface="+mn-ea"/>
              </a:defRPr>
            </a:lvl2pPr>
            <a:lvl3pPr marL="418888" indent="-218754" algn="l">
              <a:lnSpc>
                <a:spcPct val="11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‒"/>
              <a:tabLst/>
              <a:defRPr sz="1551" b="0">
                <a:solidFill>
                  <a:schemeClr val="bg1"/>
                </a:solidFill>
                <a:latin typeface="+mn-ea"/>
                <a:ea typeface="+mn-ea"/>
              </a:defRPr>
            </a:lvl3pPr>
            <a:lvl4pPr marL="628330" indent="-167555" algn="l">
              <a:lnSpc>
                <a:spcPct val="110000"/>
              </a:lnSpc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551" b="0">
                <a:solidFill>
                  <a:schemeClr val="bg1"/>
                </a:solidFill>
                <a:latin typeface="+mn-ea"/>
                <a:ea typeface="+mn-ea"/>
              </a:defRPr>
            </a:lvl4pPr>
            <a:lvl5pPr marL="837776" indent="-167555" algn="l">
              <a:lnSpc>
                <a:spcPct val="110000"/>
              </a:lnSpc>
              <a:buClr>
                <a:schemeClr val="bg1"/>
              </a:buClr>
              <a:buFont typeface="Arial" panose="020B0604020202020204" pitchFamily="34" charset="0"/>
              <a:buChar char="‒"/>
              <a:tabLst/>
              <a:defRPr sz="1551">
                <a:solidFill>
                  <a:schemeClr val="bg1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ja-JP" altLang="en-US"/>
              <a:t>マスター テキストの書式設定 </a:t>
            </a:r>
            <a:r>
              <a:rPr lang="en-US" altLang="ja-JP"/>
              <a:t>12pt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</p:txBody>
      </p:sp>
      <p:pic>
        <p:nvPicPr>
          <p:cNvPr id="9" name="図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8" y="8907139"/>
            <a:ext cx="1965807" cy="404938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 </a:t>
            </a:r>
            <a:r>
              <a:rPr kumimoji="1" lang="en-US" altLang="ja-JP"/>
              <a:t>24pt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397603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sz="half" idx="18" hasCustomPrompt="1"/>
          </p:nvPr>
        </p:nvSpPr>
        <p:spPr>
          <a:xfrm>
            <a:off x="7890420" y="2177644"/>
            <a:ext cx="4281054" cy="524532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lIns="97200" tIns="97200" rIns="97200" bIns="97200" anchor="t">
            <a:normAutofit/>
          </a:bodyPr>
          <a:lstStyle>
            <a:lvl1pPr marL="16163" indent="0" algn="l">
              <a:lnSpc>
                <a:spcPct val="110000"/>
              </a:lnSpc>
              <a:spcBef>
                <a:spcPts val="0"/>
              </a:spcBef>
              <a:buNone/>
              <a:tabLst/>
              <a:defRPr sz="1809" b="0">
                <a:solidFill>
                  <a:schemeClr val="bg2"/>
                </a:solidFill>
              </a:defRPr>
            </a:lvl1pPr>
            <a:lvl2pPr marL="176865" indent="-176865" algn="l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551" b="0">
                <a:solidFill>
                  <a:schemeClr val="tx1"/>
                </a:solidFill>
              </a:defRPr>
            </a:lvl2pPr>
            <a:lvl3pPr marL="418888" indent="-218754" algn="l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551" b="0">
                <a:solidFill>
                  <a:schemeClr val="tx1"/>
                </a:solidFill>
              </a:defRPr>
            </a:lvl3pPr>
            <a:lvl4pPr marL="651603" indent="-218754" algn="l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551" b="0">
                <a:solidFill>
                  <a:schemeClr val="tx1"/>
                </a:solidFill>
              </a:defRPr>
            </a:lvl4pPr>
            <a:lvl5pPr marL="884319" indent="-218754" algn="l">
              <a:lnSpc>
                <a:spcPct val="110000"/>
              </a:lnSpc>
              <a:buFont typeface="Arial" panose="020B0604020202020204" pitchFamily="34" charset="0"/>
              <a:buChar char="‒"/>
              <a:tabLst/>
              <a:defRPr sz="1551" b="0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 </a:t>
            </a:r>
            <a:r>
              <a:rPr lang="en-US" altLang="ja-JP"/>
              <a:t>14pt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 </a:t>
            </a:r>
            <a:r>
              <a:rPr lang="en-US" altLang="ja-JP"/>
              <a:t>12pt</a:t>
            </a:r>
            <a:endParaRPr lang="ja-JP" altLang="en-US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718" y="8907139"/>
            <a:ext cx="1965807" cy="404938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 </a:t>
            </a:r>
            <a:r>
              <a:rPr kumimoji="1" lang="en-US" altLang="ja-JP"/>
              <a:t>24pt</a:t>
            </a:r>
            <a:endParaRPr kumimoji="1" lang="ja-JP" alt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19" hasCustomPrompt="1"/>
          </p:nvPr>
        </p:nvSpPr>
        <p:spPr>
          <a:xfrm>
            <a:off x="628363" y="2177748"/>
            <a:ext cx="7261091" cy="5245329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97200" tIns="97200" rIns="97200" bIns="97200">
            <a:normAutofit/>
          </a:bodyPr>
          <a:lstStyle>
            <a:lvl1pPr>
              <a:spcAft>
                <a:spcPts val="777"/>
              </a:spcAft>
              <a:defRPr sz="2069" b="1">
                <a:solidFill>
                  <a:schemeClr val="bg1"/>
                </a:solidFill>
              </a:defRPr>
            </a:lvl1pPr>
            <a:lvl2pPr>
              <a:spcAft>
                <a:spcPts val="777"/>
              </a:spcAft>
              <a:buClr>
                <a:schemeClr val="bg1"/>
              </a:buClr>
              <a:defRPr sz="1809">
                <a:solidFill>
                  <a:schemeClr val="bg1"/>
                </a:solidFill>
              </a:defRPr>
            </a:lvl2pPr>
            <a:lvl3pPr>
              <a:spcAft>
                <a:spcPts val="777"/>
              </a:spcAft>
              <a:buClr>
                <a:schemeClr val="bg1"/>
              </a:buClr>
              <a:defRPr sz="1551">
                <a:solidFill>
                  <a:schemeClr val="bg1"/>
                </a:solidFill>
              </a:defRPr>
            </a:lvl3pPr>
            <a:lvl4pPr>
              <a:spcAft>
                <a:spcPts val="777"/>
              </a:spcAft>
              <a:buClr>
                <a:schemeClr val="bg1"/>
              </a:buClr>
              <a:defRPr sz="1551">
                <a:solidFill>
                  <a:schemeClr val="bg1"/>
                </a:solidFill>
              </a:defRPr>
            </a:lvl4pPr>
            <a:lvl5pPr>
              <a:spcAft>
                <a:spcPts val="777"/>
              </a:spcAft>
              <a:buClr>
                <a:schemeClr val="bg1"/>
              </a:buClr>
              <a:defRPr sz="1551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 </a:t>
            </a:r>
            <a:r>
              <a:rPr kumimoji="1" lang="en-US" altLang="ja-JP"/>
              <a:t>16pt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 </a:t>
            </a:r>
            <a:r>
              <a:rPr kumimoji="1" lang="en-US" altLang="ja-JP"/>
              <a:t>14pt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 </a:t>
            </a:r>
            <a:r>
              <a:rPr kumimoji="1" lang="en-US" altLang="ja-JP"/>
              <a:t>12pt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 </a:t>
            </a:r>
            <a:r>
              <a:rPr kumimoji="1" lang="en-US" altLang="ja-JP"/>
              <a:t>12pt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 </a:t>
            </a:r>
            <a:r>
              <a:rPr kumimoji="1" lang="en-US" altLang="ja-JP"/>
              <a:t>12pt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582960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 userDrawn="1"/>
        </p:nvSpPr>
        <p:spPr>
          <a:xfrm>
            <a:off x="6288626" y="1273128"/>
            <a:ext cx="6144682" cy="7400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13"/>
          </a:p>
        </p:txBody>
      </p:sp>
      <p:sp>
        <p:nvSpPr>
          <p:cNvPr id="10" name="Rectangle 7"/>
          <p:cNvSpPr/>
          <p:nvPr userDrawn="1"/>
        </p:nvSpPr>
        <p:spPr>
          <a:xfrm>
            <a:off x="628524" y="678816"/>
            <a:ext cx="5771636" cy="80553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1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4" hasCustomPrompt="1"/>
          </p:nvPr>
        </p:nvSpPr>
        <p:spPr>
          <a:xfrm>
            <a:off x="1000727" y="5175079"/>
            <a:ext cx="5026909" cy="74933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069" baseline="0">
                <a:solidFill>
                  <a:schemeClr val="bg1"/>
                </a:solidFill>
                <a:latin typeface="Arial" panose="020B0604020202020204" pitchFamily="34" charset="0"/>
                <a:ea typeface="+mj-ea"/>
              </a:defRPr>
            </a:lvl1pPr>
          </a:lstStyle>
          <a:p>
            <a:pPr lvl="0"/>
            <a:r>
              <a:rPr kumimoji="1" lang="ja-JP" altLang="en-US"/>
              <a:t>マスター サブタイトルの</a:t>
            </a:r>
            <a:br>
              <a:rPr kumimoji="1" lang="en-US" altLang="ja-JP"/>
            </a:br>
            <a:r>
              <a:rPr kumimoji="1" lang="ja-JP" altLang="en-US"/>
              <a:t>書式設定 </a:t>
            </a:r>
            <a:r>
              <a:rPr kumimoji="1" lang="en-US" altLang="ja-JP"/>
              <a:t>16pt</a:t>
            </a:r>
            <a:endParaRPr kumimoji="1" lang="ja-JP" altLang="en-US"/>
          </a:p>
        </p:txBody>
      </p:sp>
      <p:pic>
        <p:nvPicPr>
          <p:cNvPr id="9" name="図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968" y="8673608"/>
            <a:ext cx="2975340" cy="614609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000727" y="3114414"/>
            <a:ext cx="5026909" cy="1873332"/>
          </a:xfrm>
        </p:spPr>
        <p:txBody>
          <a:bodyPr/>
          <a:lstStyle>
            <a:lvl1pPr>
              <a:defRPr sz="3102" baseline="0">
                <a:solidFill>
                  <a:schemeClr val="bg1"/>
                </a:solidFill>
                <a:latin typeface="Arial" panose="020B0604020202020204" pitchFamily="34" charset="0"/>
                <a:ea typeface="+mj-ea"/>
              </a:defRPr>
            </a:lvl1pPr>
          </a:lstStyle>
          <a:p>
            <a:pPr lvl="0"/>
            <a:r>
              <a:rPr lang="ja-JP" altLang="en-US"/>
              <a:t>マスター タイトルの</a:t>
            </a:r>
            <a:br>
              <a:rPr lang="en-US" altLang="ja-JP"/>
            </a:br>
            <a:r>
              <a:rPr lang="ja-JP" altLang="en-US"/>
              <a:t>書式設定 </a:t>
            </a:r>
            <a:r>
              <a:rPr lang="en-US" altLang="ja-JP"/>
              <a:t>24pt</a:t>
            </a:r>
          </a:p>
        </p:txBody>
      </p:sp>
    </p:spTree>
    <p:extLst>
      <p:ext uri="{BB962C8B-B14F-4D97-AF65-F5344CB8AC3E}">
        <p14:creationId xmlns:p14="http://schemas.microsoft.com/office/powerpoint/2010/main" val="196875070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 userDrawn="1"/>
        </p:nvSpPr>
        <p:spPr>
          <a:xfrm>
            <a:off x="442320" y="1240878"/>
            <a:ext cx="11916960" cy="7400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13"/>
          </a:p>
        </p:txBody>
      </p:sp>
      <p:sp>
        <p:nvSpPr>
          <p:cNvPr id="10" name="Text Placeholder 3"/>
          <p:cNvSpPr txBox="1">
            <a:spLocks/>
          </p:cNvSpPr>
          <p:nvPr userDrawn="1"/>
        </p:nvSpPr>
        <p:spPr>
          <a:xfrm>
            <a:off x="628524" y="2271324"/>
            <a:ext cx="11542951" cy="384033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35"/>
          </a:p>
        </p:txBody>
      </p:sp>
      <p:sp>
        <p:nvSpPr>
          <p:cNvPr id="9" name="Title 3"/>
          <p:cNvSpPr>
            <a:spLocks noGrp="1"/>
          </p:cNvSpPr>
          <p:nvPr>
            <p:ph type="title" hasCustomPrompt="1"/>
          </p:nvPr>
        </p:nvSpPr>
        <p:spPr>
          <a:xfrm>
            <a:off x="1000926" y="3395447"/>
            <a:ext cx="10798545" cy="112399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102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ja-JP" altLang="en-US"/>
              <a:t>マスター タイトルの書式設定 </a:t>
            </a:r>
            <a:r>
              <a:rPr lang="en-US" altLang="ja-JP"/>
              <a:t>24pt</a:t>
            </a:r>
            <a:endParaRPr 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1001637" y="4706799"/>
            <a:ext cx="10799040" cy="65566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69">
                <a:solidFill>
                  <a:schemeClr val="bg1"/>
                </a:solidFill>
                <a:latin typeface="+mn-lt"/>
                <a:ea typeface="+mj-ea"/>
              </a:defRPr>
            </a:lvl1pPr>
          </a:lstStyle>
          <a:p>
            <a:pPr lvl="0"/>
            <a:r>
              <a:rPr kumimoji="1" lang="ja-JP" altLang="en-US"/>
              <a:t>マスター サブタイトルの書式設定 </a:t>
            </a:r>
            <a:r>
              <a:rPr kumimoji="1" lang="en-US" altLang="ja-JP"/>
              <a:t>16pt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968" y="8673608"/>
            <a:ext cx="2975340" cy="61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8040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最終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628364" y="8987311"/>
            <a:ext cx="11543272" cy="251185"/>
          </a:xfrm>
          <a:prstGeom prst="rect">
            <a:avLst/>
          </a:prstGeom>
          <a:noFill/>
        </p:spPr>
        <p:txBody>
          <a:bodyPr wrap="square" lIns="0" tIns="65164" rIns="125673" bIns="65164" rtlCol="0" anchor="t" anchorCtr="0">
            <a:spAutoFit/>
          </a:bodyPr>
          <a:lstStyle/>
          <a:p>
            <a:pPr marL="0" marR="0" indent="0" algn="l" defTabSz="8866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777">
                <a:solidFill>
                  <a:schemeClr val="tx1"/>
                </a:solidFill>
                <a:latin typeface="+mj-lt"/>
              </a:rPr>
              <a:t>Xerox</a:t>
            </a:r>
            <a:r>
              <a:rPr lang="ja-JP" altLang="en-US" sz="777" err="1">
                <a:solidFill>
                  <a:schemeClr val="tx1"/>
                </a:solidFill>
                <a:latin typeface="+mj-lt"/>
              </a:rPr>
              <a:t>、</a:t>
            </a:r>
            <a:r>
              <a:rPr lang="en-US" altLang="ja-JP" sz="777">
                <a:solidFill>
                  <a:schemeClr val="tx1"/>
                </a:solidFill>
                <a:latin typeface="+mj-lt"/>
              </a:rPr>
              <a:t>Xerox</a:t>
            </a:r>
            <a:r>
              <a:rPr lang="ja-JP" altLang="en-US" sz="777">
                <a:solidFill>
                  <a:schemeClr val="tx1"/>
                </a:solidFill>
                <a:latin typeface="+mj-lt"/>
              </a:rPr>
              <a:t>ロゴ、および</a:t>
            </a:r>
            <a:r>
              <a:rPr lang="en-US" altLang="ja-JP" sz="777">
                <a:solidFill>
                  <a:schemeClr val="tx1"/>
                </a:solidFill>
                <a:latin typeface="+mj-lt"/>
              </a:rPr>
              <a:t>Fuji Xerox</a:t>
            </a:r>
            <a:r>
              <a:rPr lang="ja-JP" altLang="en-US" sz="777">
                <a:solidFill>
                  <a:schemeClr val="tx1"/>
                </a:solidFill>
                <a:latin typeface="+mj-lt"/>
              </a:rPr>
              <a:t>ロゴは、米国ゼロックス社の登録商標または商標です。</a:t>
            </a:r>
          </a:p>
        </p:txBody>
      </p:sp>
      <p:pic>
        <p:nvPicPr>
          <p:cNvPr id="4" name="Picture 7" descr="C:\data\Shinya Murayama\Job\FX_New_検証\logo\fx_3ln_cmyk_200dpi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03088" y="3932180"/>
            <a:ext cx="6003637" cy="1177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361944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643131" y="2003553"/>
            <a:ext cx="11526597" cy="946912"/>
          </a:xfrm>
        </p:spPr>
        <p:txBody>
          <a:bodyPr/>
          <a:lstStyle>
            <a:lvl1pPr>
              <a:defRPr sz="2067"/>
            </a:lvl1pPr>
            <a:lvl2pPr>
              <a:defRPr sz="2067"/>
            </a:lvl2pPr>
            <a:lvl3pPr marL="0" indent="0">
              <a:buNone/>
              <a:defRPr sz="2067"/>
            </a:lvl3pPr>
            <a:lvl4pPr marL="279127" indent="0">
              <a:buNone/>
              <a:defRPr sz="2067"/>
            </a:lvl4pPr>
            <a:lvl5pPr marL="465211" indent="0">
              <a:buNone/>
              <a:defRPr sz="2067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31874" y="285409"/>
            <a:ext cx="11102797" cy="236880"/>
          </a:xfrm>
        </p:spPr>
        <p:txBody>
          <a:bodyPr anchor="b"/>
          <a:lstStyle>
            <a:lvl1pPr>
              <a:spcAft>
                <a:spcPts val="0"/>
              </a:spcAft>
              <a:defRPr sz="1550"/>
            </a:lvl1pPr>
          </a:lstStyle>
          <a:p>
            <a:pPr lvl="0"/>
            <a:r>
              <a:rPr lang="en-US"/>
              <a:t>Super title here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31874" y="632205"/>
            <a:ext cx="11537852" cy="1013041"/>
          </a:xfrm>
        </p:spPr>
        <p:txBody>
          <a:bodyPr/>
          <a:lstStyle>
            <a:lvl1pPr>
              <a:defRPr sz="4135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01430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21" Type="http://schemas.openxmlformats.org/officeDocument/2006/relationships/oleObject" Target="../embeddings/oleObject2.bin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tags" Target="../tags/tag5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19" Type="http://schemas.openxmlformats.org/officeDocument/2006/relationships/tags" Target="../tags/tag4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6.xml"/><Relationship Id="rId21" Type="http://schemas.openxmlformats.org/officeDocument/2006/relationships/oleObject" Target="../embeddings/oleObject3.bin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tags" Target="../tags/tag7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3.xml"/><Relationship Id="rId19" Type="http://schemas.openxmlformats.org/officeDocument/2006/relationships/tags" Target="../tags/tag6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38EE38AD-86AB-4B31-9793-FC9E5A00A3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208824020"/>
              </p:ext>
            </p:extLst>
          </p:nvPr>
        </p:nvGraphicFramePr>
        <p:xfrm>
          <a:off x="2053" y="2066"/>
          <a:ext cx="2053" cy="2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20" imgW="592" imgH="591" progId="TCLayout.ActiveDocument.1">
                  <p:embed/>
                </p:oleObj>
              </mc:Choice>
              <mc:Fallback>
                <p:oleObj name="think-cell スライド" r:id="rId20" imgW="592" imgH="591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38EE38AD-86AB-4B31-9793-FC9E5A00A3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053" y="2066"/>
                        <a:ext cx="2053" cy="20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5810F9D7-2BEB-4C08-BAC8-6EF21DF4A7E3}"/>
              </a:ext>
            </a:extLst>
          </p:cNvPr>
          <p:cNvSpPr/>
          <p:nvPr userDrawn="1">
            <p:custDataLst>
              <p:tags r:id="rId19"/>
            </p:custDataLst>
          </p:nvPr>
        </p:nvSpPr>
        <p:spPr>
          <a:xfrm>
            <a:off x="1" y="0"/>
            <a:ext cx="205253" cy="2065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ja-JP" altLang="en-US" sz="3102" b="0" i="0" baseline="0">
              <a:latin typeface="HG丸ｺﾞｼｯｸM-PRO" panose="020F0600000000000000" pitchFamily="50" charset="-128"/>
              <a:ea typeface="HG丸ｺﾞｼｯｸM-PRO" panose="020F0600000000000000" pitchFamily="50" charset="-128"/>
              <a:cs typeface="+mj-cs"/>
              <a:sym typeface="HG丸ｺﾞｼｯｸM-PRO" panose="020F0600000000000000" pitchFamily="50" charset="-128"/>
            </a:endParaRPr>
          </a:p>
        </p:txBody>
      </p:sp>
      <p:grpSp>
        <p:nvGrpSpPr>
          <p:cNvPr id="14" name="FUJI XEROX Grid2007" hidden="1"/>
          <p:cNvGrpSpPr/>
          <p:nvPr/>
        </p:nvGrpSpPr>
        <p:grpSpPr>
          <a:xfrm>
            <a:off x="628527" y="1428232"/>
            <a:ext cx="11544556" cy="7119452"/>
            <a:chOff x="486123" y="1097856"/>
            <a:chExt cx="8928992" cy="5472608"/>
          </a:xfrm>
        </p:grpSpPr>
        <p:grpSp>
          <p:nvGrpSpPr>
            <p:cNvPr id="15" name="グループ化 171"/>
            <p:cNvGrpSpPr/>
            <p:nvPr/>
          </p:nvGrpSpPr>
          <p:grpSpPr>
            <a:xfrm>
              <a:off x="630138" y="1097856"/>
              <a:ext cx="8640964" cy="5472608"/>
              <a:chOff x="630138" y="1097856"/>
              <a:chExt cx="8640964" cy="5472608"/>
            </a:xfrm>
          </p:grpSpPr>
          <p:cxnSp>
            <p:nvCxnSpPr>
              <p:cNvPr id="57" name="直線コネクタ 56"/>
              <p:cNvCxnSpPr/>
              <p:nvPr/>
            </p:nvCxnSpPr>
            <p:spPr>
              <a:xfrm rot="5400000">
                <a:off x="-2106166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58" name="直線コネクタ 57"/>
              <p:cNvCxnSpPr/>
              <p:nvPr/>
            </p:nvCxnSpPr>
            <p:spPr>
              <a:xfrm rot="5400000">
                <a:off x="-1962149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59" name="直線コネクタ 58"/>
              <p:cNvCxnSpPr/>
              <p:nvPr/>
            </p:nvCxnSpPr>
            <p:spPr>
              <a:xfrm rot="5400000">
                <a:off x="-1818133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0" name="直線コネクタ 59"/>
              <p:cNvCxnSpPr/>
              <p:nvPr/>
            </p:nvCxnSpPr>
            <p:spPr>
              <a:xfrm rot="5400000">
                <a:off x="-1674116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1" name="直線コネクタ 60"/>
              <p:cNvCxnSpPr/>
              <p:nvPr/>
            </p:nvCxnSpPr>
            <p:spPr>
              <a:xfrm rot="5400000">
                <a:off x="-1530101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2" name="直線コネクタ 61"/>
              <p:cNvCxnSpPr/>
              <p:nvPr/>
            </p:nvCxnSpPr>
            <p:spPr>
              <a:xfrm rot="5400000">
                <a:off x="-1386084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3" name="直線コネクタ 62"/>
              <p:cNvCxnSpPr/>
              <p:nvPr/>
            </p:nvCxnSpPr>
            <p:spPr>
              <a:xfrm rot="5400000">
                <a:off x="-1242068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4" name="直線コネクタ 63"/>
              <p:cNvCxnSpPr/>
              <p:nvPr/>
            </p:nvCxnSpPr>
            <p:spPr>
              <a:xfrm rot="5400000">
                <a:off x="-1098051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5" name="直線コネクタ 64"/>
              <p:cNvCxnSpPr/>
              <p:nvPr/>
            </p:nvCxnSpPr>
            <p:spPr>
              <a:xfrm rot="5400000">
                <a:off x="-954037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6" name="直線コネクタ 65"/>
              <p:cNvCxnSpPr/>
              <p:nvPr/>
            </p:nvCxnSpPr>
            <p:spPr>
              <a:xfrm rot="5400000">
                <a:off x="-810020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7" name="直線コネクタ 66"/>
              <p:cNvCxnSpPr/>
              <p:nvPr/>
            </p:nvCxnSpPr>
            <p:spPr>
              <a:xfrm rot="5400000">
                <a:off x="-666004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8" name="直線コネクタ 67"/>
              <p:cNvCxnSpPr/>
              <p:nvPr/>
            </p:nvCxnSpPr>
            <p:spPr>
              <a:xfrm rot="5400000">
                <a:off x="-521987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9" name="直線コネクタ 68"/>
              <p:cNvCxnSpPr/>
              <p:nvPr/>
            </p:nvCxnSpPr>
            <p:spPr>
              <a:xfrm rot="5400000">
                <a:off x="-377972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0" name="直線コネクタ 69"/>
              <p:cNvCxnSpPr/>
              <p:nvPr/>
            </p:nvCxnSpPr>
            <p:spPr>
              <a:xfrm rot="5400000">
                <a:off x="-233955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1" name="直線コネクタ 70"/>
              <p:cNvCxnSpPr/>
              <p:nvPr/>
            </p:nvCxnSpPr>
            <p:spPr>
              <a:xfrm rot="5400000">
                <a:off x="-89939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2" name="直線コネクタ 71"/>
              <p:cNvCxnSpPr/>
              <p:nvPr/>
            </p:nvCxnSpPr>
            <p:spPr>
              <a:xfrm rot="5400000">
                <a:off x="54078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3" name="直線コネクタ 72"/>
              <p:cNvCxnSpPr/>
              <p:nvPr/>
            </p:nvCxnSpPr>
            <p:spPr>
              <a:xfrm rot="5400000">
                <a:off x="198091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4" name="直線コネクタ 73"/>
              <p:cNvCxnSpPr/>
              <p:nvPr/>
            </p:nvCxnSpPr>
            <p:spPr>
              <a:xfrm rot="5400000">
                <a:off x="342108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5" name="直線コネクタ 74"/>
              <p:cNvCxnSpPr/>
              <p:nvPr/>
            </p:nvCxnSpPr>
            <p:spPr>
              <a:xfrm rot="5400000">
                <a:off x="486124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6" name="直線コネクタ 75"/>
              <p:cNvCxnSpPr/>
              <p:nvPr/>
            </p:nvCxnSpPr>
            <p:spPr>
              <a:xfrm rot="5400000">
                <a:off x="630141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7" name="直線コネクタ 76"/>
              <p:cNvCxnSpPr/>
              <p:nvPr/>
            </p:nvCxnSpPr>
            <p:spPr>
              <a:xfrm rot="5400000">
                <a:off x="774156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8" name="直線コネクタ 77"/>
              <p:cNvCxnSpPr/>
              <p:nvPr/>
            </p:nvCxnSpPr>
            <p:spPr>
              <a:xfrm rot="5400000">
                <a:off x="918173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9" name="直線コネクタ 78"/>
              <p:cNvCxnSpPr/>
              <p:nvPr/>
            </p:nvCxnSpPr>
            <p:spPr>
              <a:xfrm rot="5400000">
                <a:off x="1062189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0" name="直線コネクタ 79"/>
              <p:cNvCxnSpPr/>
              <p:nvPr/>
            </p:nvCxnSpPr>
            <p:spPr>
              <a:xfrm rot="5400000">
                <a:off x="1206206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1" name="直線コネクタ 80"/>
              <p:cNvCxnSpPr/>
              <p:nvPr/>
            </p:nvCxnSpPr>
            <p:spPr>
              <a:xfrm rot="5400000">
                <a:off x="1350220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2" name="直線コネクタ 81"/>
              <p:cNvCxnSpPr/>
              <p:nvPr/>
            </p:nvCxnSpPr>
            <p:spPr>
              <a:xfrm rot="5400000">
                <a:off x="1494237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3" name="直線コネクタ 82"/>
              <p:cNvCxnSpPr/>
              <p:nvPr/>
            </p:nvCxnSpPr>
            <p:spPr>
              <a:xfrm rot="5400000">
                <a:off x="1638253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4" name="直線コネクタ 83"/>
              <p:cNvCxnSpPr/>
              <p:nvPr/>
            </p:nvCxnSpPr>
            <p:spPr>
              <a:xfrm rot="5400000">
                <a:off x="1782270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5" name="直線コネクタ 84"/>
              <p:cNvCxnSpPr/>
              <p:nvPr/>
            </p:nvCxnSpPr>
            <p:spPr>
              <a:xfrm rot="5400000">
                <a:off x="1926285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6" name="直線コネクタ 85"/>
              <p:cNvCxnSpPr/>
              <p:nvPr/>
            </p:nvCxnSpPr>
            <p:spPr>
              <a:xfrm rot="5400000">
                <a:off x="2070302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7" name="直線コネクタ 86"/>
              <p:cNvCxnSpPr/>
              <p:nvPr/>
            </p:nvCxnSpPr>
            <p:spPr>
              <a:xfrm rot="5400000">
                <a:off x="2358330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8" name="直線コネクタ 87"/>
              <p:cNvCxnSpPr/>
              <p:nvPr/>
            </p:nvCxnSpPr>
            <p:spPr>
              <a:xfrm rot="5400000">
                <a:off x="2502347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9" name="直線コネクタ 88"/>
              <p:cNvCxnSpPr/>
              <p:nvPr/>
            </p:nvCxnSpPr>
            <p:spPr>
              <a:xfrm rot="5400000">
                <a:off x="2646363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0" name="直線コネクタ 89"/>
              <p:cNvCxnSpPr/>
              <p:nvPr/>
            </p:nvCxnSpPr>
            <p:spPr>
              <a:xfrm rot="5400000">
                <a:off x="2790380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1" name="直線コネクタ 90"/>
              <p:cNvCxnSpPr/>
              <p:nvPr/>
            </p:nvCxnSpPr>
            <p:spPr>
              <a:xfrm rot="5400000">
                <a:off x="2934395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2" name="直線コネクタ 91"/>
              <p:cNvCxnSpPr/>
              <p:nvPr/>
            </p:nvCxnSpPr>
            <p:spPr>
              <a:xfrm rot="5400000">
                <a:off x="3078412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3" name="直線コネクタ 92"/>
              <p:cNvCxnSpPr/>
              <p:nvPr/>
            </p:nvCxnSpPr>
            <p:spPr>
              <a:xfrm rot="5400000">
                <a:off x="3222428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4" name="直線コネクタ 93"/>
              <p:cNvCxnSpPr/>
              <p:nvPr/>
            </p:nvCxnSpPr>
            <p:spPr>
              <a:xfrm rot="5400000">
                <a:off x="3366445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5" name="直線コネクタ 94"/>
              <p:cNvCxnSpPr/>
              <p:nvPr/>
            </p:nvCxnSpPr>
            <p:spPr>
              <a:xfrm rot="5400000">
                <a:off x="3510459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6" name="直線コネクタ 95"/>
              <p:cNvCxnSpPr/>
              <p:nvPr/>
            </p:nvCxnSpPr>
            <p:spPr>
              <a:xfrm rot="5400000">
                <a:off x="3654476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7" name="直線コネクタ 96"/>
              <p:cNvCxnSpPr/>
              <p:nvPr/>
            </p:nvCxnSpPr>
            <p:spPr>
              <a:xfrm rot="5400000">
                <a:off x="3798492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8" name="直線コネクタ 97"/>
              <p:cNvCxnSpPr/>
              <p:nvPr/>
            </p:nvCxnSpPr>
            <p:spPr>
              <a:xfrm rot="5400000">
                <a:off x="3942509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9" name="直線コネクタ 98"/>
              <p:cNvCxnSpPr/>
              <p:nvPr/>
            </p:nvCxnSpPr>
            <p:spPr>
              <a:xfrm rot="5400000">
                <a:off x="4086524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0" name="直線コネクタ 99"/>
              <p:cNvCxnSpPr/>
              <p:nvPr/>
            </p:nvCxnSpPr>
            <p:spPr>
              <a:xfrm rot="5400000">
                <a:off x="4230541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1" name="直線コネクタ 100"/>
              <p:cNvCxnSpPr/>
              <p:nvPr/>
            </p:nvCxnSpPr>
            <p:spPr>
              <a:xfrm rot="5400000">
                <a:off x="4374557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2" name="直線コネクタ 101"/>
              <p:cNvCxnSpPr/>
              <p:nvPr/>
            </p:nvCxnSpPr>
            <p:spPr>
              <a:xfrm rot="5400000">
                <a:off x="4518574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3" name="直線コネクタ 102"/>
              <p:cNvCxnSpPr/>
              <p:nvPr/>
            </p:nvCxnSpPr>
            <p:spPr>
              <a:xfrm rot="5400000">
                <a:off x="4662587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4" name="直線コネクタ 103"/>
              <p:cNvCxnSpPr/>
              <p:nvPr/>
            </p:nvCxnSpPr>
            <p:spPr>
              <a:xfrm rot="5400000">
                <a:off x="4806604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5" name="直線コネクタ 104"/>
              <p:cNvCxnSpPr/>
              <p:nvPr/>
            </p:nvCxnSpPr>
            <p:spPr>
              <a:xfrm rot="5400000">
                <a:off x="4950620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6" name="直線コネクタ 105"/>
              <p:cNvCxnSpPr/>
              <p:nvPr/>
            </p:nvCxnSpPr>
            <p:spPr>
              <a:xfrm rot="5400000">
                <a:off x="5094637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7" name="直線コネクタ 106"/>
              <p:cNvCxnSpPr/>
              <p:nvPr/>
            </p:nvCxnSpPr>
            <p:spPr>
              <a:xfrm rot="5400000">
                <a:off x="5238652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8" name="直線コネクタ 107"/>
              <p:cNvCxnSpPr/>
              <p:nvPr/>
            </p:nvCxnSpPr>
            <p:spPr>
              <a:xfrm rot="5400000">
                <a:off x="5382669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9" name="直線コネクタ 108"/>
              <p:cNvCxnSpPr/>
              <p:nvPr/>
            </p:nvCxnSpPr>
            <p:spPr>
              <a:xfrm rot="5400000">
                <a:off x="5526685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10" name="直線コネクタ 109"/>
              <p:cNvCxnSpPr/>
              <p:nvPr/>
            </p:nvCxnSpPr>
            <p:spPr>
              <a:xfrm rot="5400000">
                <a:off x="5670702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11" name="直線コネクタ 110"/>
              <p:cNvCxnSpPr/>
              <p:nvPr/>
            </p:nvCxnSpPr>
            <p:spPr>
              <a:xfrm rot="5400000">
                <a:off x="5814716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12" name="直線コネクタ 111"/>
              <p:cNvCxnSpPr/>
              <p:nvPr/>
            </p:nvCxnSpPr>
            <p:spPr>
              <a:xfrm rot="5400000">
                <a:off x="5958733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13" name="直線コネクタ 112"/>
              <p:cNvCxnSpPr/>
              <p:nvPr/>
            </p:nvCxnSpPr>
            <p:spPr>
              <a:xfrm rot="5400000">
                <a:off x="6102749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14" name="直線コネクタ 113"/>
              <p:cNvCxnSpPr/>
              <p:nvPr/>
            </p:nvCxnSpPr>
            <p:spPr>
              <a:xfrm rot="5400000">
                <a:off x="6246766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15" name="直線コネクタ 114"/>
              <p:cNvCxnSpPr/>
              <p:nvPr/>
            </p:nvCxnSpPr>
            <p:spPr>
              <a:xfrm rot="5400000">
                <a:off x="6390781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16" name="直線コネクタ 115"/>
              <p:cNvCxnSpPr/>
              <p:nvPr/>
            </p:nvCxnSpPr>
            <p:spPr>
              <a:xfrm rot="5400000">
                <a:off x="6534798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</p:grpSp>
        <p:grpSp>
          <p:nvGrpSpPr>
            <p:cNvPr id="16" name="グループ化 221"/>
            <p:cNvGrpSpPr/>
            <p:nvPr/>
          </p:nvGrpSpPr>
          <p:grpSpPr>
            <a:xfrm>
              <a:off x="486123" y="1241872"/>
              <a:ext cx="8928992" cy="5184576"/>
              <a:chOff x="486123" y="1241872"/>
              <a:chExt cx="8928992" cy="5184576"/>
            </a:xfrm>
          </p:grpSpPr>
          <p:cxnSp>
            <p:nvCxnSpPr>
              <p:cNvPr id="21" name="直線コネクタ 20"/>
              <p:cNvCxnSpPr/>
              <p:nvPr/>
            </p:nvCxnSpPr>
            <p:spPr>
              <a:xfrm>
                <a:off x="486123" y="1241872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2" name="直線コネクタ 21"/>
              <p:cNvCxnSpPr/>
              <p:nvPr/>
            </p:nvCxnSpPr>
            <p:spPr>
              <a:xfrm>
                <a:off x="486123" y="1385888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3" name="直線コネクタ 22"/>
              <p:cNvCxnSpPr/>
              <p:nvPr/>
            </p:nvCxnSpPr>
            <p:spPr>
              <a:xfrm>
                <a:off x="486123" y="1529904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4" name="直線コネクタ 23"/>
              <p:cNvCxnSpPr/>
              <p:nvPr/>
            </p:nvCxnSpPr>
            <p:spPr>
              <a:xfrm>
                <a:off x="486123" y="1673920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5" name="直線コネクタ 24"/>
              <p:cNvCxnSpPr/>
              <p:nvPr/>
            </p:nvCxnSpPr>
            <p:spPr>
              <a:xfrm>
                <a:off x="486123" y="1817936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6" name="直線コネクタ 25"/>
              <p:cNvCxnSpPr/>
              <p:nvPr/>
            </p:nvCxnSpPr>
            <p:spPr>
              <a:xfrm>
                <a:off x="486123" y="1961952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7" name="直線コネクタ 26"/>
              <p:cNvCxnSpPr/>
              <p:nvPr/>
            </p:nvCxnSpPr>
            <p:spPr>
              <a:xfrm>
                <a:off x="486123" y="2105968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8" name="直線コネクタ 27"/>
              <p:cNvCxnSpPr/>
              <p:nvPr/>
            </p:nvCxnSpPr>
            <p:spPr>
              <a:xfrm>
                <a:off x="486123" y="2249984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9" name="直線コネクタ 28"/>
              <p:cNvCxnSpPr/>
              <p:nvPr/>
            </p:nvCxnSpPr>
            <p:spPr>
              <a:xfrm>
                <a:off x="486123" y="2394000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0" name="直線コネクタ 29"/>
              <p:cNvCxnSpPr/>
              <p:nvPr/>
            </p:nvCxnSpPr>
            <p:spPr>
              <a:xfrm>
                <a:off x="486123" y="2538016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1" name="直線コネクタ 30"/>
              <p:cNvCxnSpPr/>
              <p:nvPr/>
            </p:nvCxnSpPr>
            <p:spPr>
              <a:xfrm>
                <a:off x="486123" y="2682032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2" name="直線コネクタ 31"/>
              <p:cNvCxnSpPr/>
              <p:nvPr/>
            </p:nvCxnSpPr>
            <p:spPr>
              <a:xfrm>
                <a:off x="486123" y="2826048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3" name="直線コネクタ 32"/>
              <p:cNvCxnSpPr/>
              <p:nvPr/>
            </p:nvCxnSpPr>
            <p:spPr>
              <a:xfrm>
                <a:off x="486123" y="2970064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4" name="直線コネクタ 33"/>
              <p:cNvCxnSpPr/>
              <p:nvPr/>
            </p:nvCxnSpPr>
            <p:spPr>
              <a:xfrm>
                <a:off x="486123" y="3114080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5" name="直線コネクタ 34"/>
              <p:cNvCxnSpPr/>
              <p:nvPr/>
            </p:nvCxnSpPr>
            <p:spPr>
              <a:xfrm>
                <a:off x="486123" y="3258096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6" name="直線コネクタ 35"/>
              <p:cNvCxnSpPr/>
              <p:nvPr/>
            </p:nvCxnSpPr>
            <p:spPr>
              <a:xfrm>
                <a:off x="486123" y="3402112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7" name="直線コネクタ 36"/>
              <p:cNvCxnSpPr/>
              <p:nvPr/>
            </p:nvCxnSpPr>
            <p:spPr>
              <a:xfrm>
                <a:off x="486123" y="3546128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8" name="直線コネクタ 37"/>
              <p:cNvCxnSpPr/>
              <p:nvPr/>
            </p:nvCxnSpPr>
            <p:spPr>
              <a:xfrm>
                <a:off x="486123" y="3690144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9" name="直線コネクタ 38"/>
              <p:cNvCxnSpPr/>
              <p:nvPr/>
            </p:nvCxnSpPr>
            <p:spPr>
              <a:xfrm>
                <a:off x="486123" y="3978176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0" name="直線コネクタ 39"/>
              <p:cNvCxnSpPr/>
              <p:nvPr/>
            </p:nvCxnSpPr>
            <p:spPr>
              <a:xfrm>
                <a:off x="486123" y="4122192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1" name="直線コネクタ 40"/>
              <p:cNvCxnSpPr/>
              <p:nvPr/>
            </p:nvCxnSpPr>
            <p:spPr>
              <a:xfrm>
                <a:off x="486123" y="4266208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2" name="直線コネクタ 41"/>
              <p:cNvCxnSpPr/>
              <p:nvPr/>
            </p:nvCxnSpPr>
            <p:spPr>
              <a:xfrm>
                <a:off x="486123" y="4410224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3" name="直線コネクタ 42"/>
              <p:cNvCxnSpPr/>
              <p:nvPr/>
            </p:nvCxnSpPr>
            <p:spPr>
              <a:xfrm>
                <a:off x="486123" y="4554240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4" name="直線コネクタ 43"/>
              <p:cNvCxnSpPr/>
              <p:nvPr/>
            </p:nvCxnSpPr>
            <p:spPr>
              <a:xfrm>
                <a:off x="486123" y="4698256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5" name="直線コネクタ 44"/>
              <p:cNvCxnSpPr/>
              <p:nvPr/>
            </p:nvCxnSpPr>
            <p:spPr>
              <a:xfrm>
                <a:off x="486123" y="4842272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6" name="直線コネクタ 45"/>
              <p:cNvCxnSpPr/>
              <p:nvPr/>
            </p:nvCxnSpPr>
            <p:spPr>
              <a:xfrm>
                <a:off x="486123" y="4986288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7" name="直線コネクタ 46"/>
              <p:cNvCxnSpPr/>
              <p:nvPr/>
            </p:nvCxnSpPr>
            <p:spPr>
              <a:xfrm>
                <a:off x="486123" y="5130304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8" name="直線コネクタ 47"/>
              <p:cNvCxnSpPr/>
              <p:nvPr/>
            </p:nvCxnSpPr>
            <p:spPr>
              <a:xfrm>
                <a:off x="486123" y="5274320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9" name="直線コネクタ 48"/>
              <p:cNvCxnSpPr/>
              <p:nvPr/>
            </p:nvCxnSpPr>
            <p:spPr>
              <a:xfrm>
                <a:off x="486123" y="5418336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50" name="直線コネクタ 49"/>
              <p:cNvCxnSpPr/>
              <p:nvPr/>
            </p:nvCxnSpPr>
            <p:spPr>
              <a:xfrm>
                <a:off x="486123" y="5562352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51" name="直線コネクタ 50"/>
              <p:cNvCxnSpPr/>
              <p:nvPr/>
            </p:nvCxnSpPr>
            <p:spPr>
              <a:xfrm>
                <a:off x="486123" y="5706368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52" name="直線コネクタ 51"/>
              <p:cNvCxnSpPr/>
              <p:nvPr/>
            </p:nvCxnSpPr>
            <p:spPr>
              <a:xfrm>
                <a:off x="486123" y="5850384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53" name="直線コネクタ 52"/>
              <p:cNvCxnSpPr/>
              <p:nvPr/>
            </p:nvCxnSpPr>
            <p:spPr>
              <a:xfrm>
                <a:off x="486123" y="5994400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54" name="直線コネクタ 53"/>
              <p:cNvCxnSpPr/>
              <p:nvPr/>
            </p:nvCxnSpPr>
            <p:spPr>
              <a:xfrm>
                <a:off x="486123" y="6138416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55" name="直線コネクタ 54"/>
              <p:cNvCxnSpPr/>
              <p:nvPr/>
            </p:nvCxnSpPr>
            <p:spPr>
              <a:xfrm>
                <a:off x="486123" y="6282432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56" name="直線コネクタ 55"/>
              <p:cNvCxnSpPr/>
              <p:nvPr/>
            </p:nvCxnSpPr>
            <p:spPr>
              <a:xfrm>
                <a:off x="486123" y="6426448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</p:grpSp>
        <p:grpSp>
          <p:nvGrpSpPr>
            <p:cNvPr id="17" name="グループ化 222"/>
            <p:cNvGrpSpPr/>
            <p:nvPr/>
          </p:nvGrpSpPr>
          <p:grpSpPr>
            <a:xfrm>
              <a:off x="486123" y="1097856"/>
              <a:ext cx="8928992" cy="5472608"/>
              <a:chOff x="486123" y="1097856"/>
              <a:chExt cx="8928992" cy="5472608"/>
            </a:xfrm>
          </p:grpSpPr>
          <p:sp>
            <p:nvSpPr>
              <p:cNvPr id="18" name="正方形/長方形 17"/>
              <p:cNvSpPr/>
              <p:nvPr userDrawn="1"/>
            </p:nvSpPr>
            <p:spPr>
              <a:xfrm>
                <a:off x="486123" y="1097856"/>
                <a:ext cx="8928992" cy="5472608"/>
              </a:xfrm>
              <a:prstGeom prst="rect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ja-JP" altLang="en-US" sz="2513">
                  <a:solidFill>
                    <a:prstClr val="black"/>
                  </a:solidFill>
                </a:endParaRPr>
              </a:p>
            </p:txBody>
          </p:sp>
          <p:cxnSp>
            <p:nvCxnSpPr>
              <p:cNvPr id="19" name="直線コネクタ 18"/>
              <p:cNvCxnSpPr/>
              <p:nvPr/>
            </p:nvCxnSpPr>
            <p:spPr>
              <a:xfrm rot="5400000">
                <a:off x="2214315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0" name="直線コネクタ 19"/>
              <p:cNvCxnSpPr/>
              <p:nvPr/>
            </p:nvCxnSpPr>
            <p:spPr>
              <a:xfrm>
                <a:off x="486123" y="3834160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</p:spPr>
          </p:cxnSp>
        </p:grpSp>
      </p:grpSp>
      <p:sp>
        <p:nvSpPr>
          <p:cNvPr id="4" name="テキスト プレースホルダー 3"/>
          <p:cNvSpPr>
            <a:spLocks noGrp="1"/>
          </p:cNvSpPr>
          <p:nvPr>
            <p:ph type="body" idx="1"/>
          </p:nvPr>
        </p:nvSpPr>
        <p:spPr>
          <a:xfrm>
            <a:off x="628524" y="1428230"/>
            <a:ext cx="11545124" cy="71188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kumimoji="1" lang="ja-JP" altLang="en-US"/>
              <a:t>マスター テキストの書式設定 </a:t>
            </a:r>
            <a:r>
              <a:rPr kumimoji="1" lang="en-US" altLang="ja-JP"/>
              <a:t>16pt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 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 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 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 </a:t>
            </a:r>
          </a:p>
        </p:txBody>
      </p:sp>
      <p:sp>
        <p:nvSpPr>
          <p:cNvPr id="3" name="タイトル プレースホルダー 2"/>
          <p:cNvSpPr>
            <a:spLocks noGrp="1"/>
          </p:cNvSpPr>
          <p:nvPr>
            <p:ph type="title"/>
          </p:nvPr>
        </p:nvSpPr>
        <p:spPr>
          <a:xfrm>
            <a:off x="628467" y="491749"/>
            <a:ext cx="8938159" cy="562000"/>
          </a:xfrm>
          <a:prstGeom prst="rect">
            <a:avLst/>
          </a:prstGeom>
        </p:spPr>
        <p:txBody>
          <a:bodyPr vert="horz" lIns="0" tIns="0" rIns="0" bIns="14400" rtlCol="0" anchor="b" anchorCtr="0">
            <a:noAutofit/>
          </a:bodyPr>
          <a:lstStyle/>
          <a:p>
            <a:r>
              <a:rPr kumimoji="1" lang="ja-JP" altLang="en-US"/>
              <a:t>マスター タイトルの書式設定 </a:t>
            </a:r>
            <a:r>
              <a:rPr kumimoji="1" lang="en-US" altLang="ja-JP"/>
              <a:t>24pt</a:t>
            </a:r>
            <a:endParaRPr kumimoji="1" lang="ja-JP" altLang="en-US"/>
          </a:p>
        </p:txBody>
      </p:sp>
      <p:sp>
        <p:nvSpPr>
          <p:cNvPr id="122" name="テキスト ボックス 121"/>
          <p:cNvSpPr txBox="1"/>
          <p:nvPr/>
        </p:nvSpPr>
        <p:spPr>
          <a:xfrm>
            <a:off x="628524" y="9132315"/>
            <a:ext cx="4057393" cy="18735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indent="0" algn="l" defTabSz="127659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1" lang="en-US" altLang="ja-JP" sz="1034" ker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2020 Fuji Xerox Co., Ltd. All rights reserved.</a:t>
            </a:r>
          </a:p>
          <a:p>
            <a:pPr marL="0" marR="0" indent="0" algn="l" defTabSz="127659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1" lang="ja-JP" altLang="en-US" sz="2069" kern="0">
              <a:ea typeface="HG丸ｺﾞｼｯｸM-PRO"/>
            </a:endParaRPr>
          </a:p>
        </p:txBody>
      </p:sp>
      <p:grpSp>
        <p:nvGrpSpPr>
          <p:cNvPr id="117" name="Classification of Information"/>
          <p:cNvGrpSpPr/>
          <p:nvPr userDrawn="1"/>
        </p:nvGrpSpPr>
        <p:grpSpPr>
          <a:xfrm>
            <a:off x="10720800" y="34931"/>
            <a:ext cx="2560776" cy="733669"/>
            <a:chOff x="7544400" y="188913"/>
            <a:chExt cx="1980600" cy="563959"/>
          </a:xfrm>
        </p:grpSpPr>
        <p:sp>
          <p:nvSpPr>
            <p:cNvPr id="118" name="テキスト ボックス 117"/>
            <p:cNvSpPr txBox="1"/>
            <p:nvPr/>
          </p:nvSpPr>
          <p:spPr>
            <a:xfrm>
              <a:off x="7544400" y="188913"/>
              <a:ext cx="1980000" cy="140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b"/>
            <a:lstStyle/>
            <a:p>
              <a:pPr defTabSz="118219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ja-JP" sz="1164">
                  <a:solidFill>
                    <a:schemeClr val="tx1"/>
                  </a:solidFill>
                  <a:latin typeface="Arial" pitchFamily="34" charset="0"/>
                  <a:ea typeface="HG丸ｺﾞｼｯｸM-PRO" pitchFamily="50" charset="-128"/>
                  <a:cs typeface="Arial" pitchFamily="34" charset="0"/>
                </a:rPr>
                <a:t>Fuji Xerox Internal Use Only</a:t>
              </a:r>
            </a:p>
          </p:txBody>
        </p:sp>
        <p:sp>
          <p:nvSpPr>
            <p:cNvPr id="119" name="テキスト ボックス 118"/>
            <p:cNvSpPr txBox="1"/>
            <p:nvPr/>
          </p:nvSpPr>
          <p:spPr>
            <a:xfrm>
              <a:off x="7544400" y="375350"/>
              <a:ext cx="608400" cy="367689"/>
            </a:xfrm>
            <a:prstGeom prst="rect">
              <a:avLst/>
            </a:prstGeom>
            <a:noFill/>
            <a:ln w="31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defTabSz="118219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02665" algn="l"/>
                </a:tabLst>
                <a:defRPr/>
              </a:pPr>
              <a:r>
                <a:rPr kumimoji="0" lang="ja-JP" altLang="en-US" sz="777">
                  <a:solidFill>
                    <a:schemeClr val="tx1"/>
                  </a:solidFill>
                  <a:latin typeface="HG丸ｺﾞｼｯｸM-PRO" pitchFamily="50" charset="-128"/>
                  <a:ea typeface="HG丸ｺﾞｼｯｸM-PRO" pitchFamily="50" charset="-128"/>
                </a:rPr>
                <a:t>開 示 範 囲	：</a:t>
              </a:r>
            </a:p>
            <a:p>
              <a:pPr defTabSz="118219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02665" algn="l"/>
                </a:tabLst>
                <a:defRPr/>
              </a:pPr>
              <a:r>
                <a:rPr kumimoji="0" lang="ja-JP" altLang="en-US" sz="777">
                  <a:solidFill>
                    <a:schemeClr val="tx1"/>
                  </a:solidFill>
                  <a:latin typeface="HG丸ｺﾞｼｯｸM-PRO" pitchFamily="50" charset="-128"/>
                  <a:ea typeface="HG丸ｺﾞｼｯｸM-PRO" pitchFamily="50" charset="-128"/>
                </a:rPr>
                <a:t>指 定 期 間	：</a:t>
              </a:r>
            </a:p>
            <a:p>
              <a:pPr defTabSz="118219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02665" algn="l"/>
                </a:tabLst>
                <a:defRPr/>
              </a:pPr>
              <a:r>
                <a:rPr kumimoji="0" lang="ja-JP" altLang="en-US" sz="777">
                  <a:solidFill>
                    <a:schemeClr val="tx1"/>
                  </a:solidFill>
                  <a:latin typeface="HG丸ｺﾞｼｯｸM-PRO" pitchFamily="50" charset="-128"/>
                  <a:ea typeface="HG丸ｺﾞｼｯｸM-PRO" pitchFamily="50" charset="-128"/>
                </a:rPr>
                <a:t>作成責任者	：</a:t>
              </a:r>
            </a:p>
            <a:p>
              <a:pPr defTabSz="118219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02665" algn="l"/>
                </a:tabLst>
                <a:defRPr/>
              </a:pPr>
              <a:r>
                <a:rPr kumimoji="0" lang="ja-JP" altLang="en-US" sz="777">
                  <a:solidFill>
                    <a:schemeClr val="tx1"/>
                  </a:solidFill>
                  <a:latin typeface="HG丸ｺﾞｼｯｸM-PRO" pitchFamily="50" charset="-128"/>
                  <a:ea typeface="HG丸ｺﾞｼｯｸM-PRO" pitchFamily="50" charset="-128"/>
                </a:rPr>
                <a:t>作　成　日	：</a:t>
              </a:r>
            </a:p>
          </p:txBody>
        </p:sp>
        <p:sp>
          <p:nvSpPr>
            <p:cNvPr id="121" name="テキスト ボックス 120"/>
            <p:cNvSpPr txBox="1"/>
            <p:nvPr/>
          </p:nvSpPr>
          <p:spPr>
            <a:xfrm>
              <a:off x="8077800" y="385183"/>
              <a:ext cx="1447200" cy="367689"/>
            </a:xfrm>
            <a:prstGeom prst="rect">
              <a:avLst/>
            </a:prstGeom>
            <a:noFill/>
            <a:ln w="31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eaLnBrk="0" hangingPunct="0">
                <a:defRPr/>
              </a:pPr>
              <a:r>
                <a:rPr kumimoji="0" lang="en-US" altLang="ja-JP" sz="777" baseline="0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earth Project</a:t>
              </a:r>
              <a:endParaRPr kumimoji="0" lang="ja-JP" altLang="en-US" sz="777" baseline="0" dirty="0">
                <a:latin typeface="Arial" panose="020B0604020202020204" pitchFamily="34" charset="0"/>
                <a:ea typeface="HG丸ｺﾞｼｯｸM-PRO" pitchFamily="50" charset="-128"/>
                <a:cs typeface="Arial" panose="020B0604020202020204" pitchFamily="34" charset="0"/>
              </a:endParaRPr>
            </a:p>
            <a:p>
              <a:pPr eaLnBrk="0" hangingPunct="0">
                <a:defRPr/>
              </a:pPr>
              <a:r>
                <a:rPr kumimoji="0" lang="en-US" altLang="ja-JP" sz="777" baseline="0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2</a:t>
              </a:r>
              <a:r>
                <a:rPr kumimoji="0" lang="ja-JP" altLang="en-US" sz="777" baseline="0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年</a:t>
              </a:r>
              <a:endParaRPr kumimoji="0" lang="en-US" altLang="ja-JP" sz="777" baseline="0" dirty="0">
                <a:latin typeface="Arial" panose="020B0604020202020204" pitchFamily="34" charset="0"/>
                <a:ea typeface="HG丸ｺﾞｼｯｸM-PRO" pitchFamily="50" charset="-128"/>
                <a:cs typeface="Arial" panose="020B0604020202020204" pitchFamily="34" charset="0"/>
              </a:endParaRPr>
            </a:p>
            <a:p>
              <a:pPr marL="0" marR="0" indent="0" algn="l" defTabSz="638325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ja-JP" sz="777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earth Project PMO</a:t>
              </a:r>
              <a:endParaRPr lang="ja-JP" altLang="en-US" sz="777" dirty="0">
                <a:latin typeface="Arial" panose="020B0604020202020204" pitchFamily="34" charset="0"/>
                <a:ea typeface="HG丸ｺﾞｼｯｸM-PRO" pitchFamily="50" charset="-128"/>
                <a:cs typeface="Arial" panose="020B0604020202020204" pitchFamily="34" charset="0"/>
              </a:endParaRPr>
            </a:p>
            <a:p>
              <a:pPr eaLnBrk="0" hangingPunct="0">
                <a:defRPr/>
              </a:pPr>
              <a:r>
                <a:rPr kumimoji="0" lang="en-US" altLang="ja-JP" sz="777" baseline="0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2020</a:t>
              </a:r>
              <a:r>
                <a:rPr kumimoji="0" lang="ja-JP" altLang="en-US" sz="777" baseline="0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年</a:t>
              </a:r>
              <a:r>
                <a:rPr kumimoji="0" lang="en-US" altLang="ja-JP" sz="777" baseline="0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6</a:t>
              </a:r>
              <a:r>
                <a:rPr kumimoji="0" lang="ja-JP" altLang="en-US" sz="777" baseline="0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月</a:t>
              </a:r>
              <a:r>
                <a:rPr kumimoji="0" lang="en-US" altLang="ja-JP" sz="777" baseline="0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4</a:t>
              </a:r>
              <a:r>
                <a:rPr kumimoji="0" lang="ja-JP" altLang="en-US" sz="777" baseline="0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日</a:t>
              </a:r>
              <a:endParaRPr kumimoji="0" lang="en-US" altLang="ja-JP" sz="777" baseline="0" dirty="0">
                <a:latin typeface="Arial" panose="020B0604020202020204" pitchFamily="34" charset="0"/>
                <a:ea typeface="HG丸ｺﾞｼｯｸM-PRO" pitchFamily="50" charset="-128"/>
                <a:cs typeface="Arial" panose="020B0604020202020204" pitchFamily="34" charset="0"/>
              </a:endParaRPr>
            </a:p>
          </p:txBody>
        </p:sp>
      </p:grpSp>
      <p:sp>
        <p:nvSpPr>
          <p:cNvPr id="123" name="テキスト ボックス 122"/>
          <p:cNvSpPr txBox="1"/>
          <p:nvPr userDrawn="1"/>
        </p:nvSpPr>
        <p:spPr>
          <a:xfrm>
            <a:off x="5821055" y="9132315"/>
            <a:ext cx="1175282" cy="18735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 marR="0" indent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800" ker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ctr"/>
            <a:fld id="{86CB4B4D-7CA3-9044-876B-883B54F8677D}" type="slidenum">
              <a:rPr lang="en-US" altLang="ja-JP" sz="1034" smtClean="0"/>
              <a:pPr lvl="0" algn="ctr"/>
              <a:t>‹#›</a:t>
            </a:fld>
            <a:endParaRPr lang="en-US" altLang="ja-JP" sz="1034"/>
          </a:p>
        </p:txBody>
      </p:sp>
    </p:spTree>
    <p:extLst>
      <p:ext uri="{BB962C8B-B14F-4D97-AF65-F5344CB8AC3E}">
        <p14:creationId xmlns:p14="http://schemas.microsoft.com/office/powerpoint/2010/main" val="4063368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73" r:id="rId2"/>
    <p:sldLayoutId id="2147483774" r:id="rId3"/>
    <p:sldLayoutId id="2147483775" r:id="rId4"/>
    <p:sldLayoutId id="2147483749" r:id="rId5"/>
    <p:sldLayoutId id="2147483752" r:id="rId6"/>
    <p:sldLayoutId id="2147483753" r:id="rId7"/>
    <p:sldLayoutId id="2147483782" r:id="rId8"/>
    <p:sldLayoutId id="2147483779" r:id="rId9"/>
    <p:sldLayoutId id="2147483755" r:id="rId10"/>
    <p:sldLayoutId id="2147483756" r:id="rId11"/>
    <p:sldLayoutId id="2147483757" r:id="rId12"/>
    <p:sldLayoutId id="2147483758" r:id="rId13"/>
    <p:sldLayoutId id="2147483761" r:id="rId14"/>
    <p:sldLayoutId id="2147483776" r:id="rId15"/>
    <p:sldLayoutId id="2147483672" r:id="rId16"/>
  </p:sldLayoutIdLst>
  <p:hf hdr="0" ftr="0" dt="0"/>
  <p:txStyles>
    <p:titleStyle>
      <a:lvl1pPr algn="l" defTabSz="664967" rtl="0" eaLnBrk="1" latinLnBrk="0" hangingPunct="1">
        <a:lnSpc>
          <a:spcPct val="100000"/>
        </a:lnSpc>
        <a:spcBef>
          <a:spcPct val="0"/>
        </a:spcBef>
        <a:buNone/>
        <a:defRPr kumimoji="1" sz="3102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64967" rtl="0" eaLnBrk="1" latinLnBrk="0" hangingPunct="1">
        <a:lnSpc>
          <a:spcPct val="110000"/>
        </a:lnSpc>
        <a:spcBef>
          <a:spcPts val="0"/>
        </a:spcBef>
        <a:spcAft>
          <a:spcPts val="517"/>
        </a:spcAft>
        <a:buClr>
          <a:schemeClr val="accent1"/>
        </a:buClr>
        <a:buFont typeface="Arial" panose="020B0604020202020204" pitchFamily="34" charset="0"/>
        <a:buNone/>
        <a:defRPr kumimoji="1" sz="2069" b="0" i="0" kern="1200">
          <a:solidFill>
            <a:schemeClr val="accent1"/>
          </a:solidFill>
          <a:latin typeface="+mn-lt"/>
          <a:ea typeface="+mn-ea"/>
          <a:cs typeface="+mn-cs"/>
        </a:defRPr>
      </a:lvl1pPr>
      <a:lvl2pPr marL="176865" indent="-176865" algn="l" defTabSz="664967" rtl="0" eaLnBrk="1" latinLnBrk="0" hangingPunct="1">
        <a:lnSpc>
          <a:spcPct val="110000"/>
        </a:lnSpc>
        <a:spcBef>
          <a:spcPts val="0"/>
        </a:spcBef>
        <a:spcAft>
          <a:spcPts val="517"/>
        </a:spcAft>
        <a:buClr>
          <a:schemeClr val="tx1"/>
        </a:buClr>
        <a:buFont typeface="Arial" panose="020B0604020202020204" pitchFamily="34" charset="0"/>
        <a:buChar char="•"/>
        <a:defRPr kumimoji="1" sz="1809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418888" indent="-218754" algn="l" defTabSz="664967" rtl="0" eaLnBrk="1" latinLnBrk="0" hangingPunct="1">
        <a:lnSpc>
          <a:spcPct val="110000"/>
        </a:lnSpc>
        <a:spcBef>
          <a:spcPts val="0"/>
        </a:spcBef>
        <a:spcAft>
          <a:spcPts val="517"/>
        </a:spcAft>
        <a:buClr>
          <a:schemeClr val="tx1"/>
        </a:buClr>
        <a:buFont typeface="Arial" panose="020B0604020202020204" pitchFamily="34" charset="0"/>
        <a:buChar char="‒"/>
        <a:defRPr kumimoji="1" sz="1551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628330" indent="-167555" algn="l" defTabSz="664967" rtl="0" eaLnBrk="1" latinLnBrk="0" hangingPunct="1">
        <a:lnSpc>
          <a:spcPct val="110000"/>
        </a:lnSpc>
        <a:spcBef>
          <a:spcPts val="0"/>
        </a:spcBef>
        <a:spcAft>
          <a:spcPts val="517"/>
        </a:spcAft>
        <a:buClr>
          <a:schemeClr val="tx1"/>
        </a:buClr>
        <a:buFont typeface="Arial" panose="020B0604020202020204" pitchFamily="34" charset="0"/>
        <a:buChar char="•"/>
        <a:defRPr kumimoji="1" sz="1551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837776" indent="-167555" algn="l" defTabSz="664967" rtl="0" eaLnBrk="1" latinLnBrk="0" hangingPunct="1">
        <a:lnSpc>
          <a:spcPct val="110000"/>
        </a:lnSpc>
        <a:spcBef>
          <a:spcPts val="0"/>
        </a:spcBef>
        <a:spcAft>
          <a:spcPts val="517"/>
        </a:spcAft>
        <a:buClr>
          <a:schemeClr val="tx1"/>
        </a:buClr>
        <a:buFont typeface="Arial" panose="020B0604020202020204" pitchFamily="34" charset="0"/>
        <a:buChar char="‒"/>
        <a:defRPr kumimoji="1" sz="1551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1828660" indent="-166242" algn="l" defTabSz="664967" rtl="0" eaLnBrk="1" latinLnBrk="0" hangingPunct="1">
        <a:lnSpc>
          <a:spcPct val="90000"/>
        </a:lnSpc>
        <a:spcBef>
          <a:spcPts val="363"/>
        </a:spcBef>
        <a:buFont typeface="Arial" panose="020B0604020202020204" pitchFamily="34" charset="0"/>
        <a:buChar char="•"/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6pPr>
      <a:lvl7pPr marL="2161143" indent="-166242" algn="l" defTabSz="664967" rtl="0" eaLnBrk="1" latinLnBrk="0" hangingPunct="1">
        <a:lnSpc>
          <a:spcPct val="90000"/>
        </a:lnSpc>
        <a:spcBef>
          <a:spcPts val="363"/>
        </a:spcBef>
        <a:buFont typeface="Arial" panose="020B0604020202020204" pitchFamily="34" charset="0"/>
        <a:buChar char="•"/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7pPr>
      <a:lvl8pPr marL="2493628" indent="-166242" algn="l" defTabSz="664967" rtl="0" eaLnBrk="1" latinLnBrk="0" hangingPunct="1">
        <a:lnSpc>
          <a:spcPct val="90000"/>
        </a:lnSpc>
        <a:spcBef>
          <a:spcPts val="363"/>
        </a:spcBef>
        <a:buFont typeface="Arial" panose="020B0604020202020204" pitchFamily="34" charset="0"/>
        <a:buChar char="•"/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8pPr>
      <a:lvl9pPr marL="2826111" indent="-166242" algn="l" defTabSz="664967" rtl="0" eaLnBrk="1" latinLnBrk="0" hangingPunct="1">
        <a:lnSpc>
          <a:spcPct val="90000"/>
        </a:lnSpc>
        <a:spcBef>
          <a:spcPts val="363"/>
        </a:spcBef>
        <a:buFont typeface="Arial" panose="020B0604020202020204" pitchFamily="34" charset="0"/>
        <a:buChar char="•"/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4967" rtl="0" eaLnBrk="1" latinLnBrk="0" hangingPunct="1"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1pPr>
      <a:lvl2pPr marL="332482" algn="l" defTabSz="664967" rtl="0" eaLnBrk="1" latinLnBrk="0" hangingPunct="1"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2pPr>
      <a:lvl3pPr marL="664967" algn="l" defTabSz="664967" rtl="0" eaLnBrk="1" latinLnBrk="0" hangingPunct="1"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3pPr>
      <a:lvl4pPr marL="997450" algn="l" defTabSz="664967" rtl="0" eaLnBrk="1" latinLnBrk="0" hangingPunct="1"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4pPr>
      <a:lvl5pPr marL="1329935" algn="l" defTabSz="664967" rtl="0" eaLnBrk="1" latinLnBrk="0" hangingPunct="1"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5pPr>
      <a:lvl6pPr marL="1662417" algn="l" defTabSz="664967" rtl="0" eaLnBrk="1" latinLnBrk="0" hangingPunct="1"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6pPr>
      <a:lvl7pPr marL="1994902" algn="l" defTabSz="664967" rtl="0" eaLnBrk="1" latinLnBrk="0" hangingPunct="1"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7pPr>
      <a:lvl8pPr marL="2327383" algn="l" defTabSz="664967" rtl="0" eaLnBrk="1" latinLnBrk="0" hangingPunct="1"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8pPr>
      <a:lvl9pPr marL="2659869" algn="l" defTabSz="664967" rtl="0" eaLnBrk="1" latinLnBrk="0" hangingPunct="1"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38EE38AD-86AB-4B31-9793-FC9E5A00A3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08824020"/>
              </p:ext>
            </p:extLst>
          </p:nvPr>
        </p:nvGraphicFramePr>
        <p:xfrm>
          <a:off x="2053" y="2066"/>
          <a:ext cx="2053" cy="2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21" imgW="592" imgH="591" progId="TCLayout.ActiveDocument.1">
                  <p:embed/>
                </p:oleObj>
              </mc:Choice>
              <mc:Fallback>
                <p:oleObj name="think-cell スライド" r:id="rId21" imgW="592" imgH="591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38EE38AD-86AB-4B31-9793-FC9E5A00A3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053" y="2066"/>
                        <a:ext cx="2053" cy="20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5810F9D7-2BEB-4C08-BAC8-6EF21DF4A7E3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1" y="0"/>
            <a:ext cx="205253" cy="2065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ja-JP" altLang="en-US" sz="3102" b="0" i="0" baseline="0" dirty="0">
              <a:latin typeface="HG丸ｺﾞｼｯｸM-PRO" panose="020F0600000000000000" pitchFamily="50" charset="-128"/>
              <a:ea typeface="HG丸ｺﾞｼｯｸM-PRO" panose="020F0600000000000000" pitchFamily="50" charset="-128"/>
              <a:cs typeface="+mj-cs"/>
              <a:sym typeface="HG丸ｺﾞｼｯｸM-PRO" panose="020F0600000000000000" pitchFamily="50" charset="-128"/>
            </a:endParaRPr>
          </a:p>
        </p:txBody>
      </p:sp>
      <p:grpSp>
        <p:nvGrpSpPr>
          <p:cNvPr id="14" name="FUJI XEROX Grid2007" hidden="1"/>
          <p:cNvGrpSpPr/>
          <p:nvPr/>
        </p:nvGrpSpPr>
        <p:grpSpPr>
          <a:xfrm>
            <a:off x="628527" y="1428232"/>
            <a:ext cx="11544556" cy="7119452"/>
            <a:chOff x="486123" y="1097856"/>
            <a:chExt cx="8928992" cy="5472608"/>
          </a:xfrm>
        </p:grpSpPr>
        <p:grpSp>
          <p:nvGrpSpPr>
            <p:cNvPr id="15" name="グループ化 171"/>
            <p:cNvGrpSpPr/>
            <p:nvPr/>
          </p:nvGrpSpPr>
          <p:grpSpPr>
            <a:xfrm>
              <a:off x="630138" y="1097856"/>
              <a:ext cx="8640964" cy="5472608"/>
              <a:chOff x="630138" y="1097856"/>
              <a:chExt cx="8640964" cy="5472608"/>
            </a:xfrm>
          </p:grpSpPr>
          <p:cxnSp>
            <p:nvCxnSpPr>
              <p:cNvPr id="57" name="直線コネクタ 56"/>
              <p:cNvCxnSpPr/>
              <p:nvPr/>
            </p:nvCxnSpPr>
            <p:spPr>
              <a:xfrm rot="5400000">
                <a:off x="-2106166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58" name="直線コネクタ 57"/>
              <p:cNvCxnSpPr/>
              <p:nvPr/>
            </p:nvCxnSpPr>
            <p:spPr>
              <a:xfrm rot="5400000">
                <a:off x="-1962149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59" name="直線コネクタ 58"/>
              <p:cNvCxnSpPr/>
              <p:nvPr/>
            </p:nvCxnSpPr>
            <p:spPr>
              <a:xfrm rot="5400000">
                <a:off x="-1818133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0" name="直線コネクタ 59"/>
              <p:cNvCxnSpPr/>
              <p:nvPr/>
            </p:nvCxnSpPr>
            <p:spPr>
              <a:xfrm rot="5400000">
                <a:off x="-1674116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1" name="直線コネクタ 60"/>
              <p:cNvCxnSpPr/>
              <p:nvPr/>
            </p:nvCxnSpPr>
            <p:spPr>
              <a:xfrm rot="5400000">
                <a:off x="-1530101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2" name="直線コネクタ 61"/>
              <p:cNvCxnSpPr/>
              <p:nvPr/>
            </p:nvCxnSpPr>
            <p:spPr>
              <a:xfrm rot="5400000">
                <a:off x="-1386084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3" name="直線コネクタ 62"/>
              <p:cNvCxnSpPr/>
              <p:nvPr/>
            </p:nvCxnSpPr>
            <p:spPr>
              <a:xfrm rot="5400000">
                <a:off x="-1242068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4" name="直線コネクタ 63"/>
              <p:cNvCxnSpPr/>
              <p:nvPr/>
            </p:nvCxnSpPr>
            <p:spPr>
              <a:xfrm rot="5400000">
                <a:off x="-1098051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5" name="直線コネクタ 64"/>
              <p:cNvCxnSpPr/>
              <p:nvPr/>
            </p:nvCxnSpPr>
            <p:spPr>
              <a:xfrm rot="5400000">
                <a:off x="-954037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6" name="直線コネクタ 65"/>
              <p:cNvCxnSpPr/>
              <p:nvPr/>
            </p:nvCxnSpPr>
            <p:spPr>
              <a:xfrm rot="5400000">
                <a:off x="-810020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7" name="直線コネクタ 66"/>
              <p:cNvCxnSpPr/>
              <p:nvPr/>
            </p:nvCxnSpPr>
            <p:spPr>
              <a:xfrm rot="5400000">
                <a:off x="-666004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8" name="直線コネクタ 67"/>
              <p:cNvCxnSpPr/>
              <p:nvPr/>
            </p:nvCxnSpPr>
            <p:spPr>
              <a:xfrm rot="5400000">
                <a:off x="-521987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9" name="直線コネクタ 68"/>
              <p:cNvCxnSpPr/>
              <p:nvPr/>
            </p:nvCxnSpPr>
            <p:spPr>
              <a:xfrm rot="5400000">
                <a:off x="-377972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0" name="直線コネクタ 69"/>
              <p:cNvCxnSpPr/>
              <p:nvPr/>
            </p:nvCxnSpPr>
            <p:spPr>
              <a:xfrm rot="5400000">
                <a:off x="-233955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1" name="直線コネクタ 70"/>
              <p:cNvCxnSpPr/>
              <p:nvPr/>
            </p:nvCxnSpPr>
            <p:spPr>
              <a:xfrm rot="5400000">
                <a:off x="-89939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2" name="直線コネクタ 71"/>
              <p:cNvCxnSpPr/>
              <p:nvPr/>
            </p:nvCxnSpPr>
            <p:spPr>
              <a:xfrm rot="5400000">
                <a:off x="54078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3" name="直線コネクタ 72"/>
              <p:cNvCxnSpPr/>
              <p:nvPr/>
            </p:nvCxnSpPr>
            <p:spPr>
              <a:xfrm rot="5400000">
                <a:off x="198091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4" name="直線コネクタ 73"/>
              <p:cNvCxnSpPr/>
              <p:nvPr/>
            </p:nvCxnSpPr>
            <p:spPr>
              <a:xfrm rot="5400000">
                <a:off x="342108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5" name="直線コネクタ 74"/>
              <p:cNvCxnSpPr/>
              <p:nvPr/>
            </p:nvCxnSpPr>
            <p:spPr>
              <a:xfrm rot="5400000">
                <a:off x="486124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6" name="直線コネクタ 75"/>
              <p:cNvCxnSpPr/>
              <p:nvPr/>
            </p:nvCxnSpPr>
            <p:spPr>
              <a:xfrm rot="5400000">
                <a:off x="630141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7" name="直線コネクタ 76"/>
              <p:cNvCxnSpPr/>
              <p:nvPr/>
            </p:nvCxnSpPr>
            <p:spPr>
              <a:xfrm rot="5400000">
                <a:off x="774156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8" name="直線コネクタ 77"/>
              <p:cNvCxnSpPr/>
              <p:nvPr/>
            </p:nvCxnSpPr>
            <p:spPr>
              <a:xfrm rot="5400000">
                <a:off x="918173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9" name="直線コネクタ 78"/>
              <p:cNvCxnSpPr/>
              <p:nvPr/>
            </p:nvCxnSpPr>
            <p:spPr>
              <a:xfrm rot="5400000">
                <a:off x="1062189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0" name="直線コネクタ 79"/>
              <p:cNvCxnSpPr/>
              <p:nvPr/>
            </p:nvCxnSpPr>
            <p:spPr>
              <a:xfrm rot="5400000">
                <a:off x="1206206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1" name="直線コネクタ 80"/>
              <p:cNvCxnSpPr/>
              <p:nvPr/>
            </p:nvCxnSpPr>
            <p:spPr>
              <a:xfrm rot="5400000">
                <a:off x="1350220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2" name="直線コネクタ 81"/>
              <p:cNvCxnSpPr/>
              <p:nvPr/>
            </p:nvCxnSpPr>
            <p:spPr>
              <a:xfrm rot="5400000">
                <a:off x="1494237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3" name="直線コネクタ 82"/>
              <p:cNvCxnSpPr/>
              <p:nvPr/>
            </p:nvCxnSpPr>
            <p:spPr>
              <a:xfrm rot="5400000">
                <a:off x="1638253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4" name="直線コネクタ 83"/>
              <p:cNvCxnSpPr/>
              <p:nvPr/>
            </p:nvCxnSpPr>
            <p:spPr>
              <a:xfrm rot="5400000">
                <a:off x="1782270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5" name="直線コネクタ 84"/>
              <p:cNvCxnSpPr/>
              <p:nvPr/>
            </p:nvCxnSpPr>
            <p:spPr>
              <a:xfrm rot="5400000">
                <a:off x="1926285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6" name="直線コネクタ 85"/>
              <p:cNvCxnSpPr/>
              <p:nvPr/>
            </p:nvCxnSpPr>
            <p:spPr>
              <a:xfrm rot="5400000">
                <a:off x="2070302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7" name="直線コネクタ 86"/>
              <p:cNvCxnSpPr/>
              <p:nvPr/>
            </p:nvCxnSpPr>
            <p:spPr>
              <a:xfrm rot="5400000">
                <a:off x="2358330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8" name="直線コネクタ 87"/>
              <p:cNvCxnSpPr/>
              <p:nvPr/>
            </p:nvCxnSpPr>
            <p:spPr>
              <a:xfrm rot="5400000">
                <a:off x="2502347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9" name="直線コネクタ 88"/>
              <p:cNvCxnSpPr/>
              <p:nvPr/>
            </p:nvCxnSpPr>
            <p:spPr>
              <a:xfrm rot="5400000">
                <a:off x="2646363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0" name="直線コネクタ 89"/>
              <p:cNvCxnSpPr/>
              <p:nvPr/>
            </p:nvCxnSpPr>
            <p:spPr>
              <a:xfrm rot="5400000">
                <a:off x="2790380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1" name="直線コネクタ 90"/>
              <p:cNvCxnSpPr/>
              <p:nvPr/>
            </p:nvCxnSpPr>
            <p:spPr>
              <a:xfrm rot="5400000">
                <a:off x="2934395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2" name="直線コネクタ 91"/>
              <p:cNvCxnSpPr/>
              <p:nvPr/>
            </p:nvCxnSpPr>
            <p:spPr>
              <a:xfrm rot="5400000">
                <a:off x="3078412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3" name="直線コネクタ 92"/>
              <p:cNvCxnSpPr/>
              <p:nvPr/>
            </p:nvCxnSpPr>
            <p:spPr>
              <a:xfrm rot="5400000">
                <a:off x="3222428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4" name="直線コネクタ 93"/>
              <p:cNvCxnSpPr/>
              <p:nvPr/>
            </p:nvCxnSpPr>
            <p:spPr>
              <a:xfrm rot="5400000">
                <a:off x="3366445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5" name="直線コネクタ 94"/>
              <p:cNvCxnSpPr/>
              <p:nvPr/>
            </p:nvCxnSpPr>
            <p:spPr>
              <a:xfrm rot="5400000">
                <a:off x="3510459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6" name="直線コネクタ 95"/>
              <p:cNvCxnSpPr/>
              <p:nvPr/>
            </p:nvCxnSpPr>
            <p:spPr>
              <a:xfrm rot="5400000">
                <a:off x="3654476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7" name="直線コネクタ 96"/>
              <p:cNvCxnSpPr/>
              <p:nvPr/>
            </p:nvCxnSpPr>
            <p:spPr>
              <a:xfrm rot="5400000">
                <a:off x="3798492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8" name="直線コネクタ 97"/>
              <p:cNvCxnSpPr/>
              <p:nvPr/>
            </p:nvCxnSpPr>
            <p:spPr>
              <a:xfrm rot="5400000">
                <a:off x="3942509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9" name="直線コネクタ 98"/>
              <p:cNvCxnSpPr/>
              <p:nvPr/>
            </p:nvCxnSpPr>
            <p:spPr>
              <a:xfrm rot="5400000">
                <a:off x="4086524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0" name="直線コネクタ 99"/>
              <p:cNvCxnSpPr/>
              <p:nvPr/>
            </p:nvCxnSpPr>
            <p:spPr>
              <a:xfrm rot="5400000">
                <a:off x="4230541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1" name="直線コネクタ 100"/>
              <p:cNvCxnSpPr/>
              <p:nvPr/>
            </p:nvCxnSpPr>
            <p:spPr>
              <a:xfrm rot="5400000">
                <a:off x="4374557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2" name="直線コネクタ 101"/>
              <p:cNvCxnSpPr/>
              <p:nvPr/>
            </p:nvCxnSpPr>
            <p:spPr>
              <a:xfrm rot="5400000">
                <a:off x="4518574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3" name="直線コネクタ 102"/>
              <p:cNvCxnSpPr/>
              <p:nvPr/>
            </p:nvCxnSpPr>
            <p:spPr>
              <a:xfrm rot="5400000">
                <a:off x="4662587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4" name="直線コネクタ 103"/>
              <p:cNvCxnSpPr/>
              <p:nvPr/>
            </p:nvCxnSpPr>
            <p:spPr>
              <a:xfrm rot="5400000">
                <a:off x="4806604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5" name="直線コネクタ 104"/>
              <p:cNvCxnSpPr/>
              <p:nvPr/>
            </p:nvCxnSpPr>
            <p:spPr>
              <a:xfrm rot="5400000">
                <a:off x="4950620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6" name="直線コネクタ 105"/>
              <p:cNvCxnSpPr/>
              <p:nvPr/>
            </p:nvCxnSpPr>
            <p:spPr>
              <a:xfrm rot="5400000">
                <a:off x="5094637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7" name="直線コネクタ 106"/>
              <p:cNvCxnSpPr/>
              <p:nvPr/>
            </p:nvCxnSpPr>
            <p:spPr>
              <a:xfrm rot="5400000">
                <a:off x="5238652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8" name="直線コネクタ 107"/>
              <p:cNvCxnSpPr/>
              <p:nvPr/>
            </p:nvCxnSpPr>
            <p:spPr>
              <a:xfrm rot="5400000">
                <a:off x="5382669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9" name="直線コネクタ 108"/>
              <p:cNvCxnSpPr/>
              <p:nvPr/>
            </p:nvCxnSpPr>
            <p:spPr>
              <a:xfrm rot="5400000">
                <a:off x="5526685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10" name="直線コネクタ 109"/>
              <p:cNvCxnSpPr/>
              <p:nvPr/>
            </p:nvCxnSpPr>
            <p:spPr>
              <a:xfrm rot="5400000">
                <a:off x="5670702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11" name="直線コネクタ 110"/>
              <p:cNvCxnSpPr/>
              <p:nvPr/>
            </p:nvCxnSpPr>
            <p:spPr>
              <a:xfrm rot="5400000">
                <a:off x="5814716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12" name="直線コネクタ 111"/>
              <p:cNvCxnSpPr/>
              <p:nvPr/>
            </p:nvCxnSpPr>
            <p:spPr>
              <a:xfrm rot="5400000">
                <a:off x="5958733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13" name="直線コネクタ 112"/>
              <p:cNvCxnSpPr/>
              <p:nvPr/>
            </p:nvCxnSpPr>
            <p:spPr>
              <a:xfrm rot="5400000">
                <a:off x="6102749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14" name="直線コネクタ 113"/>
              <p:cNvCxnSpPr/>
              <p:nvPr/>
            </p:nvCxnSpPr>
            <p:spPr>
              <a:xfrm rot="5400000">
                <a:off x="6246766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15" name="直線コネクタ 114"/>
              <p:cNvCxnSpPr/>
              <p:nvPr/>
            </p:nvCxnSpPr>
            <p:spPr>
              <a:xfrm rot="5400000">
                <a:off x="6390781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16" name="直線コネクタ 115"/>
              <p:cNvCxnSpPr/>
              <p:nvPr/>
            </p:nvCxnSpPr>
            <p:spPr>
              <a:xfrm rot="5400000">
                <a:off x="6534798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</p:grpSp>
        <p:grpSp>
          <p:nvGrpSpPr>
            <p:cNvPr id="16" name="グループ化 221"/>
            <p:cNvGrpSpPr/>
            <p:nvPr/>
          </p:nvGrpSpPr>
          <p:grpSpPr>
            <a:xfrm>
              <a:off x="486123" y="1241872"/>
              <a:ext cx="8928992" cy="5184576"/>
              <a:chOff x="486123" y="1241872"/>
              <a:chExt cx="8928992" cy="5184576"/>
            </a:xfrm>
          </p:grpSpPr>
          <p:cxnSp>
            <p:nvCxnSpPr>
              <p:cNvPr id="21" name="直線コネクタ 20"/>
              <p:cNvCxnSpPr/>
              <p:nvPr/>
            </p:nvCxnSpPr>
            <p:spPr>
              <a:xfrm>
                <a:off x="486123" y="1241872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2" name="直線コネクタ 21"/>
              <p:cNvCxnSpPr/>
              <p:nvPr/>
            </p:nvCxnSpPr>
            <p:spPr>
              <a:xfrm>
                <a:off x="486123" y="1385888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3" name="直線コネクタ 22"/>
              <p:cNvCxnSpPr/>
              <p:nvPr/>
            </p:nvCxnSpPr>
            <p:spPr>
              <a:xfrm>
                <a:off x="486123" y="1529904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4" name="直線コネクタ 23"/>
              <p:cNvCxnSpPr/>
              <p:nvPr/>
            </p:nvCxnSpPr>
            <p:spPr>
              <a:xfrm>
                <a:off x="486123" y="1673920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5" name="直線コネクタ 24"/>
              <p:cNvCxnSpPr/>
              <p:nvPr/>
            </p:nvCxnSpPr>
            <p:spPr>
              <a:xfrm>
                <a:off x="486123" y="1817936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6" name="直線コネクタ 25"/>
              <p:cNvCxnSpPr/>
              <p:nvPr/>
            </p:nvCxnSpPr>
            <p:spPr>
              <a:xfrm>
                <a:off x="486123" y="1961952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7" name="直線コネクタ 26"/>
              <p:cNvCxnSpPr/>
              <p:nvPr/>
            </p:nvCxnSpPr>
            <p:spPr>
              <a:xfrm>
                <a:off x="486123" y="2105968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8" name="直線コネクタ 27"/>
              <p:cNvCxnSpPr/>
              <p:nvPr/>
            </p:nvCxnSpPr>
            <p:spPr>
              <a:xfrm>
                <a:off x="486123" y="2249984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9" name="直線コネクタ 28"/>
              <p:cNvCxnSpPr/>
              <p:nvPr/>
            </p:nvCxnSpPr>
            <p:spPr>
              <a:xfrm>
                <a:off x="486123" y="2394000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0" name="直線コネクタ 29"/>
              <p:cNvCxnSpPr/>
              <p:nvPr/>
            </p:nvCxnSpPr>
            <p:spPr>
              <a:xfrm>
                <a:off x="486123" y="2538016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1" name="直線コネクタ 30"/>
              <p:cNvCxnSpPr/>
              <p:nvPr/>
            </p:nvCxnSpPr>
            <p:spPr>
              <a:xfrm>
                <a:off x="486123" y="2682032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2" name="直線コネクタ 31"/>
              <p:cNvCxnSpPr/>
              <p:nvPr/>
            </p:nvCxnSpPr>
            <p:spPr>
              <a:xfrm>
                <a:off x="486123" y="2826048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3" name="直線コネクタ 32"/>
              <p:cNvCxnSpPr/>
              <p:nvPr/>
            </p:nvCxnSpPr>
            <p:spPr>
              <a:xfrm>
                <a:off x="486123" y="2970064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4" name="直線コネクタ 33"/>
              <p:cNvCxnSpPr/>
              <p:nvPr/>
            </p:nvCxnSpPr>
            <p:spPr>
              <a:xfrm>
                <a:off x="486123" y="3114080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5" name="直線コネクタ 34"/>
              <p:cNvCxnSpPr/>
              <p:nvPr/>
            </p:nvCxnSpPr>
            <p:spPr>
              <a:xfrm>
                <a:off x="486123" y="3258096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6" name="直線コネクタ 35"/>
              <p:cNvCxnSpPr/>
              <p:nvPr/>
            </p:nvCxnSpPr>
            <p:spPr>
              <a:xfrm>
                <a:off x="486123" y="3402112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7" name="直線コネクタ 36"/>
              <p:cNvCxnSpPr/>
              <p:nvPr/>
            </p:nvCxnSpPr>
            <p:spPr>
              <a:xfrm>
                <a:off x="486123" y="3546128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8" name="直線コネクタ 37"/>
              <p:cNvCxnSpPr/>
              <p:nvPr/>
            </p:nvCxnSpPr>
            <p:spPr>
              <a:xfrm>
                <a:off x="486123" y="3690144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9" name="直線コネクタ 38"/>
              <p:cNvCxnSpPr/>
              <p:nvPr/>
            </p:nvCxnSpPr>
            <p:spPr>
              <a:xfrm>
                <a:off x="486123" y="3978176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0" name="直線コネクタ 39"/>
              <p:cNvCxnSpPr/>
              <p:nvPr/>
            </p:nvCxnSpPr>
            <p:spPr>
              <a:xfrm>
                <a:off x="486123" y="4122192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1" name="直線コネクタ 40"/>
              <p:cNvCxnSpPr/>
              <p:nvPr/>
            </p:nvCxnSpPr>
            <p:spPr>
              <a:xfrm>
                <a:off x="486123" y="4266208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2" name="直線コネクタ 41"/>
              <p:cNvCxnSpPr/>
              <p:nvPr/>
            </p:nvCxnSpPr>
            <p:spPr>
              <a:xfrm>
                <a:off x="486123" y="4410224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3" name="直線コネクタ 42"/>
              <p:cNvCxnSpPr/>
              <p:nvPr/>
            </p:nvCxnSpPr>
            <p:spPr>
              <a:xfrm>
                <a:off x="486123" y="4554240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4" name="直線コネクタ 43"/>
              <p:cNvCxnSpPr/>
              <p:nvPr/>
            </p:nvCxnSpPr>
            <p:spPr>
              <a:xfrm>
                <a:off x="486123" y="4698256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5" name="直線コネクタ 44"/>
              <p:cNvCxnSpPr/>
              <p:nvPr/>
            </p:nvCxnSpPr>
            <p:spPr>
              <a:xfrm>
                <a:off x="486123" y="4842272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6" name="直線コネクタ 45"/>
              <p:cNvCxnSpPr/>
              <p:nvPr/>
            </p:nvCxnSpPr>
            <p:spPr>
              <a:xfrm>
                <a:off x="486123" y="4986288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7" name="直線コネクタ 46"/>
              <p:cNvCxnSpPr/>
              <p:nvPr/>
            </p:nvCxnSpPr>
            <p:spPr>
              <a:xfrm>
                <a:off x="486123" y="5130304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8" name="直線コネクタ 47"/>
              <p:cNvCxnSpPr/>
              <p:nvPr/>
            </p:nvCxnSpPr>
            <p:spPr>
              <a:xfrm>
                <a:off x="486123" y="5274320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9" name="直線コネクタ 48"/>
              <p:cNvCxnSpPr/>
              <p:nvPr/>
            </p:nvCxnSpPr>
            <p:spPr>
              <a:xfrm>
                <a:off x="486123" y="5418336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50" name="直線コネクタ 49"/>
              <p:cNvCxnSpPr/>
              <p:nvPr/>
            </p:nvCxnSpPr>
            <p:spPr>
              <a:xfrm>
                <a:off x="486123" y="5562352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51" name="直線コネクタ 50"/>
              <p:cNvCxnSpPr/>
              <p:nvPr/>
            </p:nvCxnSpPr>
            <p:spPr>
              <a:xfrm>
                <a:off x="486123" y="5706368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52" name="直線コネクタ 51"/>
              <p:cNvCxnSpPr/>
              <p:nvPr/>
            </p:nvCxnSpPr>
            <p:spPr>
              <a:xfrm>
                <a:off x="486123" y="5850384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53" name="直線コネクタ 52"/>
              <p:cNvCxnSpPr/>
              <p:nvPr/>
            </p:nvCxnSpPr>
            <p:spPr>
              <a:xfrm>
                <a:off x="486123" y="5994400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54" name="直線コネクタ 53"/>
              <p:cNvCxnSpPr/>
              <p:nvPr/>
            </p:nvCxnSpPr>
            <p:spPr>
              <a:xfrm>
                <a:off x="486123" y="6138416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55" name="直線コネクタ 54"/>
              <p:cNvCxnSpPr/>
              <p:nvPr/>
            </p:nvCxnSpPr>
            <p:spPr>
              <a:xfrm>
                <a:off x="486123" y="6282432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56" name="直線コネクタ 55"/>
              <p:cNvCxnSpPr/>
              <p:nvPr/>
            </p:nvCxnSpPr>
            <p:spPr>
              <a:xfrm>
                <a:off x="486123" y="6426448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</p:grpSp>
        <p:grpSp>
          <p:nvGrpSpPr>
            <p:cNvPr id="17" name="グループ化 222"/>
            <p:cNvGrpSpPr/>
            <p:nvPr/>
          </p:nvGrpSpPr>
          <p:grpSpPr>
            <a:xfrm>
              <a:off x="486123" y="1097856"/>
              <a:ext cx="8928992" cy="5472608"/>
              <a:chOff x="486123" y="1097856"/>
              <a:chExt cx="8928992" cy="5472608"/>
            </a:xfrm>
          </p:grpSpPr>
          <p:sp>
            <p:nvSpPr>
              <p:cNvPr id="18" name="正方形/長方形 17"/>
              <p:cNvSpPr/>
              <p:nvPr userDrawn="1"/>
            </p:nvSpPr>
            <p:spPr>
              <a:xfrm>
                <a:off x="486123" y="1097856"/>
                <a:ext cx="8928992" cy="5472608"/>
              </a:xfrm>
              <a:prstGeom prst="rect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ja-JP" altLang="en-US" sz="2513" dirty="0">
                  <a:solidFill>
                    <a:prstClr val="black"/>
                  </a:solidFill>
                </a:endParaRPr>
              </a:p>
            </p:txBody>
          </p:sp>
          <p:cxnSp>
            <p:nvCxnSpPr>
              <p:cNvPr id="19" name="直線コネクタ 18"/>
              <p:cNvCxnSpPr/>
              <p:nvPr/>
            </p:nvCxnSpPr>
            <p:spPr>
              <a:xfrm rot="5400000">
                <a:off x="2214315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0" name="直線コネクタ 19"/>
              <p:cNvCxnSpPr/>
              <p:nvPr/>
            </p:nvCxnSpPr>
            <p:spPr>
              <a:xfrm>
                <a:off x="486123" y="3834160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</p:spPr>
          </p:cxnSp>
        </p:grpSp>
      </p:grpSp>
      <p:sp>
        <p:nvSpPr>
          <p:cNvPr id="4" name="テキスト プレースホルダー 3"/>
          <p:cNvSpPr>
            <a:spLocks noGrp="1"/>
          </p:cNvSpPr>
          <p:nvPr>
            <p:ph type="body" idx="1"/>
          </p:nvPr>
        </p:nvSpPr>
        <p:spPr>
          <a:xfrm>
            <a:off x="628524" y="1428230"/>
            <a:ext cx="11545124" cy="71188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 </a:t>
            </a:r>
            <a:r>
              <a:rPr kumimoji="1" lang="en-US" altLang="ja-JP" dirty="0"/>
              <a:t>16pt</a:t>
            </a:r>
            <a:endParaRPr kumimoji="1" lang="ja-JP" altLang="en-US" dirty="0"/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 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 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 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 </a:t>
            </a:r>
          </a:p>
        </p:txBody>
      </p:sp>
      <p:sp>
        <p:nvSpPr>
          <p:cNvPr id="3" name="タイトル プレースホルダー 2"/>
          <p:cNvSpPr>
            <a:spLocks noGrp="1"/>
          </p:cNvSpPr>
          <p:nvPr>
            <p:ph type="title"/>
          </p:nvPr>
        </p:nvSpPr>
        <p:spPr>
          <a:xfrm>
            <a:off x="628467" y="491749"/>
            <a:ext cx="8938159" cy="562000"/>
          </a:xfrm>
          <a:prstGeom prst="rect">
            <a:avLst/>
          </a:prstGeom>
        </p:spPr>
        <p:txBody>
          <a:bodyPr vert="horz" lIns="0" tIns="0" rIns="0" bIns="14400" rtlCol="0" anchor="b" anchorCtr="0">
            <a:noAutofit/>
          </a:bodyPr>
          <a:lstStyle/>
          <a:p>
            <a:r>
              <a:rPr kumimoji="1" lang="ja-JP" altLang="en-US" dirty="0"/>
              <a:t>マスター タイトルの書式設定 </a:t>
            </a:r>
            <a:r>
              <a:rPr kumimoji="1" lang="en-US" altLang="ja-JP" dirty="0"/>
              <a:t>24pt</a:t>
            </a:r>
            <a:endParaRPr kumimoji="1" lang="ja-JP" altLang="en-US" dirty="0"/>
          </a:p>
        </p:txBody>
      </p:sp>
      <p:sp>
        <p:nvSpPr>
          <p:cNvPr id="122" name="テキスト ボックス 121"/>
          <p:cNvSpPr txBox="1"/>
          <p:nvPr/>
        </p:nvSpPr>
        <p:spPr>
          <a:xfrm>
            <a:off x="628524" y="9132315"/>
            <a:ext cx="4057393" cy="18735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indent="0" algn="l" defTabSz="127659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1" lang="en-US" altLang="ja-JP" sz="1034" kern="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2020 Fuji Xerox Co., Ltd. All rights reserved.</a:t>
            </a:r>
          </a:p>
          <a:p>
            <a:pPr marL="0" marR="0" indent="0" algn="l" defTabSz="127659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1" lang="ja-JP" altLang="en-US" sz="2069" kern="0" dirty="0">
              <a:ea typeface="HG丸ｺﾞｼｯｸM-PRO"/>
            </a:endParaRPr>
          </a:p>
        </p:txBody>
      </p:sp>
      <p:sp>
        <p:nvSpPr>
          <p:cNvPr id="123" name="テキスト ボックス 122"/>
          <p:cNvSpPr txBox="1"/>
          <p:nvPr userDrawn="1"/>
        </p:nvSpPr>
        <p:spPr>
          <a:xfrm>
            <a:off x="5821055" y="9132315"/>
            <a:ext cx="1175282" cy="18735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 marR="0" indent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800" ker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ctr"/>
            <a:fld id="{86CB4B4D-7CA3-9044-876B-883B54F8677D}" type="slidenum">
              <a:rPr lang="en-US" altLang="ja-JP" sz="1034" smtClean="0"/>
              <a:pPr lvl="0" algn="ctr"/>
              <a:t>‹#›</a:t>
            </a:fld>
            <a:endParaRPr lang="en-US" altLang="ja-JP" sz="1034" dirty="0"/>
          </a:p>
        </p:txBody>
      </p:sp>
      <p:grpSp>
        <p:nvGrpSpPr>
          <p:cNvPr id="120" name="Classification of Information">
            <a:extLst>
              <a:ext uri="{FF2B5EF4-FFF2-40B4-BE49-F238E27FC236}">
                <a16:creationId xmlns:a16="http://schemas.microsoft.com/office/drawing/2014/main" id="{BA0FFD28-2351-45C4-92D9-3BC3232EBD4E}"/>
              </a:ext>
            </a:extLst>
          </p:cNvPr>
          <p:cNvGrpSpPr/>
          <p:nvPr userDrawn="1"/>
        </p:nvGrpSpPr>
        <p:grpSpPr>
          <a:xfrm>
            <a:off x="10720800" y="34931"/>
            <a:ext cx="2560776" cy="733669"/>
            <a:chOff x="7544400" y="188913"/>
            <a:chExt cx="1980600" cy="563959"/>
          </a:xfrm>
        </p:grpSpPr>
        <p:sp>
          <p:nvSpPr>
            <p:cNvPr id="124" name="テキスト ボックス 123">
              <a:extLst>
                <a:ext uri="{FF2B5EF4-FFF2-40B4-BE49-F238E27FC236}">
                  <a16:creationId xmlns:a16="http://schemas.microsoft.com/office/drawing/2014/main" id="{AACDDC03-995F-4256-90AD-5172A67E64F9}"/>
                </a:ext>
              </a:extLst>
            </p:cNvPr>
            <p:cNvSpPr txBox="1"/>
            <p:nvPr/>
          </p:nvSpPr>
          <p:spPr>
            <a:xfrm>
              <a:off x="7544400" y="188913"/>
              <a:ext cx="1980000" cy="140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b"/>
            <a:lstStyle/>
            <a:p>
              <a:pPr defTabSz="118219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ja-JP" sz="1164">
                  <a:solidFill>
                    <a:schemeClr val="tx1"/>
                  </a:solidFill>
                  <a:latin typeface="Arial" pitchFamily="34" charset="0"/>
                  <a:ea typeface="HG丸ｺﾞｼｯｸM-PRO" pitchFamily="50" charset="-128"/>
                  <a:cs typeface="Arial" pitchFamily="34" charset="0"/>
                </a:rPr>
                <a:t>Fuji Xerox Internal Use Only</a:t>
              </a:r>
            </a:p>
          </p:txBody>
        </p:sp>
        <p:sp>
          <p:nvSpPr>
            <p:cNvPr id="125" name="テキスト ボックス 124">
              <a:extLst>
                <a:ext uri="{FF2B5EF4-FFF2-40B4-BE49-F238E27FC236}">
                  <a16:creationId xmlns:a16="http://schemas.microsoft.com/office/drawing/2014/main" id="{2A883469-D7FC-45CF-8532-75E8DC34510F}"/>
                </a:ext>
              </a:extLst>
            </p:cNvPr>
            <p:cNvSpPr txBox="1"/>
            <p:nvPr/>
          </p:nvSpPr>
          <p:spPr>
            <a:xfrm>
              <a:off x="7544400" y="375350"/>
              <a:ext cx="608400" cy="367689"/>
            </a:xfrm>
            <a:prstGeom prst="rect">
              <a:avLst/>
            </a:prstGeom>
            <a:noFill/>
            <a:ln w="31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defTabSz="118219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02665" algn="l"/>
                </a:tabLst>
                <a:defRPr/>
              </a:pPr>
              <a:r>
                <a:rPr kumimoji="0" lang="ja-JP" altLang="en-US" sz="777">
                  <a:solidFill>
                    <a:schemeClr val="tx1"/>
                  </a:solidFill>
                  <a:latin typeface="HG丸ｺﾞｼｯｸM-PRO" pitchFamily="50" charset="-128"/>
                  <a:ea typeface="HG丸ｺﾞｼｯｸM-PRO" pitchFamily="50" charset="-128"/>
                </a:rPr>
                <a:t>開 示 範 囲	：</a:t>
              </a:r>
            </a:p>
            <a:p>
              <a:pPr defTabSz="118219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02665" algn="l"/>
                </a:tabLst>
                <a:defRPr/>
              </a:pPr>
              <a:r>
                <a:rPr kumimoji="0" lang="ja-JP" altLang="en-US" sz="777">
                  <a:solidFill>
                    <a:schemeClr val="tx1"/>
                  </a:solidFill>
                  <a:latin typeface="HG丸ｺﾞｼｯｸM-PRO" pitchFamily="50" charset="-128"/>
                  <a:ea typeface="HG丸ｺﾞｼｯｸM-PRO" pitchFamily="50" charset="-128"/>
                </a:rPr>
                <a:t>指 定 期 間	：</a:t>
              </a:r>
            </a:p>
            <a:p>
              <a:pPr defTabSz="118219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02665" algn="l"/>
                </a:tabLst>
                <a:defRPr/>
              </a:pPr>
              <a:r>
                <a:rPr kumimoji="0" lang="ja-JP" altLang="en-US" sz="777">
                  <a:solidFill>
                    <a:schemeClr val="tx1"/>
                  </a:solidFill>
                  <a:latin typeface="HG丸ｺﾞｼｯｸM-PRO" pitchFamily="50" charset="-128"/>
                  <a:ea typeface="HG丸ｺﾞｼｯｸM-PRO" pitchFamily="50" charset="-128"/>
                </a:rPr>
                <a:t>作成責任者	：</a:t>
              </a:r>
            </a:p>
            <a:p>
              <a:pPr defTabSz="118219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02665" algn="l"/>
                </a:tabLst>
                <a:defRPr/>
              </a:pPr>
              <a:r>
                <a:rPr kumimoji="0" lang="ja-JP" altLang="en-US" sz="777">
                  <a:solidFill>
                    <a:schemeClr val="tx1"/>
                  </a:solidFill>
                  <a:latin typeface="HG丸ｺﾞｼｯｸM-PRO" pitchFamily="50" charset="-128"/>
                  <a:ea typeface="HG丸ｺﾞｼｯｸM-PRO" pitchFamily="50" charset="-128"/>
                </a:rPr>
                <a:t>作　成　日	：</a:t>
              </a:r>
            </a:p>
          </p:txBody>
        </p:sp>
        <p:sp>
          <p:nvSpPr>
            <p:cNvPr id="126" name="テキスト ボックス 125">
              <a:extLst>
                <a:ext uri="{FF2B5EF4-FFF2-40B4-BE49-F238E27FC236}">
                  <a16:creationId xmlns:a16="http://schemas.microsoft.com/office/drawing/2014/main" id="{98443BC9-44AF-417D-86FA-0FC20049DADE}"/>
                </a:ext>
              </a:extLst>
            </p:cNvPr>
            <p:cNvSpPr txBox="1"/>
            <p:nvPr/>
          </p:nvSpPr>
          <p:spPr>
            <a:xfrm>
              <a:off x="8077800" y="385183"/>
              <a:ext cx="1447200" cy="367689"/>
            </a:xfrm>
            <a:prstGeom prst="rect">
              <a:avLst/>
            </a:prstGeom>
            <a:noFill/>
            <a:ln w="31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eaLnBrk="0" hangingPunct="0">
                <a:defRPr/>
              </a:pPr>
              <a:r>
                <a:rPr kumimoji="0" lang="en-US" altLang="ja-JP" sz="777" baseline="0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earth Project</a:t>
              </a:r>
              <a:endParaRPr kumimoji="0" lang="ja-JP" altLang="en-US" sz="777" baseline="0" dirty="0">
                <a:latin typeface="Arial" panose="020B0604020202020204" pitchFamily="34" charset="0"/>
                <a:ea typeface="HG丸ｺﾞｼｯｸM-PRO" pitchFamily="50" charset="-128"/>
                <a:cs typeface="Arial" panose="020B0604020202020204" pitchFamily="34" charset="0"/>
              </a:endParaRPr>
            </a:p>
            <a:p>
              <a:pPr eaLnBrk="0" hangingPunct="0">
                <a:defRPr/>
              </a:pPr>
              <a:r>
                <a:rPr kumimoji="0" lang="en-US" altLang="ja-JP" sz="777" baseline="0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2</a:t>
              </a:r>
              <a:r>
                <a:rPr kumimoji="0" lang="ja-JP" altLang="en-US" sz="777" baseline="0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年</a:t>
              </a:r>
              <a:endParaRPr kumimoji="0" lang="en-US" altLang="ja-JP" sz="777" baseline="0" dirty="0">
                <a:latin typeface="Arial" panose="020B0604020202020204" pitchFamily="34" charset="0"/>
                <a:ea typeface="HG丸ｺﾞｼｯｸM-PRO" pitchFamily="50" charset="-128"/>
                <a:cs typeface="Arial" panose="020B0604020202020204" pitchFamily="34" charset="0"/>
              </a:endParaRPr>
            </a:p>
            <a:p>
              <a:pPr marL="0" marR="0" indent="0" algn="l" defTabSz="638325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ja-JP" sz="777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earth Project PMO</a:t>
              </a:r>
              <a:endParaRPr lang="ja-JP" altLang="en-US" sz="777" dirty="0">
                <a:latin typeface="Arial" panose="020B0604020202020204" pitchFamily="34" charset="0"/>
                <a:ea typeface="HG丸ｺﾞｼｯｸM-PRO" pitchFamily="50" charset="-128"/>
                <a:cs typeface="Arial" panose="020B0604020202020204" pitchFamily="34" charset="0"/>
              </a:endParaRPr>
            </a:p>
            <a:p>
              <a:pPr eaLnBrk="0" hangingPunct="0">
                <a:defRPr/>
              </a:pPr>
              <a:r>
                <a:rPr kumimoji="0" lang="en-US" altLang="ja-JP" sz="777" baseline="0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2020</a:t>
              </a:r>
              <a:r>
                <a:rPr kumimoji="0" lang="ja-JP" altLang="en-US" sz="777" baseline="0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年</a:t>
              </a:r>
              <a:r>
                <a:rPr kumimoji="0" lang="en-US" altLang="ja-JP" sz="777" baseline="0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6</a:t>
              </a:r>
              <a:r>
                <a:rPr kumimoji="0" lang="ja-JP" altLang="en-US" sz="777" baseline="0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月</a:t>
              </a:r>
              <a:r>
                <a:rPr kumimoji="0" lang="en-US" altLang="ja-JP" sz="777" baseline="0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4</a:t>
              </a:r>
              <a:r>
                <a:rPr kumimoji="0" lang="ja-JP" altLang="en-US" sz="777" baseline="0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日</a:t>
              </a:r>
              <a:endParaRPr kumimoji="0" lang="en-US" altLang="ja-JP" sz="777" baseline="0" dirty="0">
                <a:latin typeface="Arial" panose="020B0604020202020204" pitchFamily="34" charset="0"/>
                <a:ea typeface="HG丸ｺﾞｼｯｸM-PRO" pitchFamily="50" charset="-128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3368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  <p:sldLayoutId id="2147483797" r:id="rId13"/>
    <p:sldLayoutId id="2147483798" r:id="rId14"/>
    <p:sldLayoutId id="2147483799" r:id="rId15"/>
    <p:sldLayoutId id="2147483800" r:id="rId16"/>
    <p:sldLayoutId id="2147483819" r:id="rId17"/>
  </p:sldLayoutIdLst>
  <p:hf hdr="0" ftr="0" dt="0"/>
  <p:txStyles>
    <p:titleStyle>
      <a:lvl1pPr algn="l" defTabSz="664967" rtl="0" eaLnBrk="1" latinLnBrk="0" hangingPunct="1">
        <a:lnSpc>
          <a:spcPct val="100000"/>
        </a:lnSpc>
        <a:spcBef>
          <a:spcPct val="0"/>
        </a:spcBef>
        <a:buNone/>
        <a:defRPr kumimoji="1" sz="3102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64967" rtl="0" eaLnBrk="1" latinLnBrk="0" hangingPunct="1">
        <a:lnSpc>
          <a:spcPct val="110000"/>
        </a:lnSpc>
        <a:spcBef>
          <a:spcPts val="0"/>
        </a:spcBef>
        <a:spcAft>
          <a:spcPts val="517"/>
        </a:spcAft>
        <a:buClr>
          <a:schemeClr val="accent1"/>
        </a:buClr>
        <a:buFont typeface="Arial" panose="020B0604020202020204" pitchFamily="34" charset="0"/>
        <a:buNone/>
        <a:defRPr kumimoji="1" sz="2069" b="0" i="0" kern="1200">
          <a:solidFill>
            <a:schemeClr val="accent1"/>
          </a:solidFill>
          <a:latin typeface="+mn-lt"/>
          <a:ea typeface="+mn-ea"/>
          <a:cs typeface="+mn-cs"/>
        </a:defRPr>
      </a:lvl1pPr>
      <a:lvl2pPr marL="176865" indent="-176865" algn="l" defTabSz="664967" rtl="0" eaLnBrk="1" latinLnBrk="0" hangingPunct="1">
        <a:lnSpc>
          <a:spcPct val="110000"/>
        </a:lnSpc>
        <a:spcBef>
          <a:spcPts val="0"/>
        </a:spcBef>
        <a:spcAft>
          <a:spcPts val="517"/>
        </a:spcAft>
        <a:buClr>
          <a:schemeClr val="tx1"/>
        </a:buClr>
        <a:buFont typeface="Arial" panose="020B0604020202020204" pitchFamily="34" charset="0"/>
        <a:buChar char="•"/>
        <a:defRPr kumimoji="1" sz="1809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418888" indent="-218754" algn="l" defTabSz="664967" rtl="0" eaLnBrk="1" latinLnBrk="0" hangingPunct="1">
        <a:lnSpc>
          <a:spcPct val="110000"/>
        </a:lnSpc>
        <a:spcBef>
          <a:spcPts val="0"/>
        </a:spcBef>
        <a:spcAft>
          <a:spcPts val="517"/>
        </a:spcAft>
        <a:buClr>
          <a:schemeClr val="tx1"/>
        </a:buClr>
        <a:buFont typeface="Arial" panose="020B0604020202020204" pitchFamily="34" charset="0"/>
        <a:buChar char="‒"/>
        <a:defRPr kumimoji="1" sz="1551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628330" indent="-167555" algn="l" defTabSz="664967" rtl="0" eaLnBrk="1" latinLnBrk="0" hangingPunct="1">
        <a:lnSpc>
          <a:spcPct val="110000"/>
        </a:lnSpc>
        <a:spcBef>
          <a:spcPts val="0"/>
        </a:spcBef>
        <a:spcAft>
          <a:spcPts val="517"/>
        </a:spcAft>
        <a:buClr>
          <a:schemeClr val="tx1"/>
        </a:buClr>
        <a:buFont typeface="Arial" panose="020B0604020202020204" pitchFamily="34" charset="0"/>
        <a:buChar char="•"/>
        <a:defRPr kumimoji="1" sz="1551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837776" indent="-167555" algn="l" defTabSz="664967" rtl="0" eaLnBrk="1" latinLnBrk="0" hangingPunct="1">
        <a:lnSpc>
          <a:spcPct val="110000"/>
        </a:lnSpc>
        <a:spcBef>
          <a:spcPts val="0"/>
        </a:spcBef>
        <a:spcAft>
          <a:spcPts val="517"/>
        </a:spcAft>
        <a:buClr>
          <a:schemeClr val="tx1"/>
        </a:buClr>
        <a:buFont typeface="Arial" panose="020B0604020202020204" pitchFamily="34" charset="0"/>
        <a:buChar char="‒"/>
        <a:defRPr kumimoji="1" sz="1551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1828660" indent="-166242" algn="l" defTabSz="664967" rtl="0" eaLnBrk="1" latinLnBrk="0" hangingPunct="1">
        <a:lnSpc>
          <a:spcPct val="90000"/>
        </a:lnSpc>
        <a:spcBef>
          <a:spcPts val="363"/>
        </a:spcBef>
        <a:buFont typeface="Arial" panose="020B0604020202020204" pitchFamily="34" charset="0"/>
        <a:buChar char="•"/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6pPr>
      <a:lvl7pPr marL="2161143" indent="-166242" algn="l" defTabSz="664967" rtl="0" eaLnBrk="1" latinLnBrk="0" hangingPunct="1">
        <a:lnSpc>
          <a:spcPct val="90000"/>
        </a:lnSpc>
        <a:spcBef>
          <a:spcPts val="363"/>
        </a:spcBef>
        <a:buFont typeface="Arial" panose="020B0604020202020204" pitchFamily="34" charset="0"/>
        <a:buChar char="•"/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7pPr>
      <a:lvl8pPr marL="2493628" indent="-166242" algn="l" defTabSz="664967" rtl="0" eaLnBrk="1" latinLnBrk="0" hangingPunct="1">
        <a:lnSpc>
          <a:spcPct val="90000"/>
        </a:lnSpc>
        <a:spcBef>
          <a:spcPts val="363"/>
        </a:spcBef>
        <a:buFont typeface="Arial" panose="020B0604020202020204" pitchFamily="34" charset="0"/>
        <a:buChar char="•"/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8pPr>
      <a:lvl9pPr marL="2826111" indent="-166242" algn="l" defTabSz="664967" rtl="0" eaLnBrk="1" latinLnBrk="0" hangingPunct="1">
        <a:lnSpc>
          <a:spcPct val="90000"/>
        </a:lnSpc>
        <a:spcBef>
          <a:spcPts val="363"/>
        </a:spcBef>
        <a:buFont typeface="Arial" panose="020B0604020202020204" pitchFamily="34" charset="0"/>
        <a:buChar char="•"/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4967" rtl="0" eaLnBrk="1" latinLnBrk="0" hangingPunct="1"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1pPr>
      <a:lvl2pPr marL="332482" algn="l" defTabSz="664967" rtl="0" eaLnBrk="1" latinLnBrk="0" hangingPunct="1"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2pPr>
      <a:lvl3pPr marL="664967" algn="l" defTabSz="664967" rtl="0" eaLnBrk="1" latinLnBrk="0" hangingPunct="1"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3pPr>
      <a:lvl4pPr marL="997450" algn="l" defTabSz="664967" rtl="0" eaLnBrk="1" latinLnBrk="0" hangingPunct="1"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4pPr>
      <a:lvl5pPr marL="1329935" algn="l" defTabSz="664967" rtl="0" eaLnBrk="1" latinLnBrk="0" hangingPunct="1"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5pPr>
      <a:lvl6pPr marL="1662417" algn="l" defTabSz="664967" rtl="0" eaLnBrk="1" latinLnBrk="0" hangingPunct="1"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6pPr>
      <a:lvl7pPr marL="1994902" algn="l" defTabSz="664967" rtl="0" eaLnBrk="1" latinLnBrk="0" hangingPunct="1"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7pPr>
      <a:lvl8pPr marL="2327383" algn="l" defTabSz="664967" rtl="0" eaLnBrk="1" latinLnBrk="0" hangingPunct="1"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8pPr>
      <a:lvl9pPr marL="2659869" algn="l" defTabSz="664967" rtl="0" eaLnBrk="1" latinLnBrk="0" hangingPunct="1"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38EE38AD-86AB-4B31-9793-FC9E5A00A3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08824020"/>
              </p:ext>
            </p:extLst>
          </p:nvPr>
        </p:nvGraphicFramePr>
        <p:xfrm>
          <a:off x="2053" y="2066"/>
          <a:ext cx="2053" cy="2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21" imgW="592" imgH="591" progId="TCLayout.ActiveDocument.1">
                  <p:embed/>
                </p:oleObj>
              </mc:Choice>
              <mc:Fallback>
                <p:oleObj name="think-cell スライド" r:id="rId21" imgW="592" imgH="591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38EE38AD-86AB-4B31-9793-FC9E5A00A3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053" y="2066"/>
                        <a:ext cx="2053" cy="20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5810F9D7-2BEB-4C08-BAC8-6EF21DF4A7E3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1" y="0"/>
            <a:ext cx="205253" cy="2065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ja-JP" altLang="en-US" sz="3102" b="0" i="0" baseline="0">
              <a:latin typeface="HG丸ｺﾞｼｯｸM-PRO" panose="020F0600000000000000" pitchFamily="50" charset="-128"/>
              <a:ea typeface="HG丸ｺﾞｼｯｸM-PRO" panose="020F0600000000000000" pitchFamily="50" charset="-128"/>
              <a:cs typeface="+mj-cs"/>
              <a:sym typeface="HG丸ｺﾞｼｯｸM-PRO" panose="020F0600000000000000" pitchFamily="50" charset="-128"/>
            </a:endParaRPr>
          </a:p>
        </p:txBody>
      </p:sp>
      <p:grpSp>
        <p:nvGrpSpPr>
          <p:cNvPr id="14" name="FUJI XEROX Grid2007" hidden="1"/>
          <p:cNvGrpSpPr/>
          <p:nvPr/>
        </p:nvGrpSpPr>
        <p:grpSpPr>
          <a:xfrm>
            <a:off x="628527" y="1428232"/>
            <a:ext cx="11544556" cy="7119452"/>
            <a:chOff x="486123" y="1097856"/>
            <a:chExt cx="8928992" cy="5472608"/>
          </a:xfrm>
        </p:grpSpPr>
        <p:grpSp>
          <p:nvGrpSpPr>
            <p:cNvPr id="15" name="グループ化 171"/>
            <p:cNvGrpSpPr/>
            <p:nvPr/>
          </p:nvGrpSpPr>
          <p:grpSpPr>
            <a:xfrm>
              <a:off x="630138" y="1097856"/>
              <a:ext cx="8640964" cy="5472608"/>
              <a:chOff x="630138" y="1097856"/>
              <a:chExt cx="8640964" cy="5472608"/>
            </a:xfrm>
          </p:grpSpPr>
          <p:cxnSp>
            <p:nvCxnSpPr>
              <p:cNvPr id="57" name="直線コネクタ 56"/>
              <p:cNvCxnSpPr/>
              <p:nvPr/>
            </p:nvCxnSpPr>
            <p:spPr>
              <a:xfrm rot="5400000">
                <a:off x="-2106166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58" name="直線コネクタ 57"/>
              <p:cNvCxnSpPr/>
              <p:nvPr/>
            </p:nvCxnSpPr>
            <p:spPr>
              <a:xfrm rot="5400000">
                <a:off x="-1962149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59" name="直線コネクタ 58"/>
              <p:cNvCxnSpPr/>
              <p:nvPr/>
            </p:nvCxnSpPr>
            <p:spPr>
              <a:xfrm rot="5400000">
                <a:off x="-1818133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0" name="直線コネクタ 59"/>
              <p:cNvCxnSpPr/>
              <p:nvPr/>
            </p:nvCxnSpPr>
            <p:spPr>
              <a:xfrm rot="5400000">
                <a:off x="-1674116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1" name="直線コネクタ 60"/>
              <p:cNvCxnSpPr/>
              <p:nvPr/>
            </p:nvCxnSpPr>
            <p:spPr>
              <a:xfrm rot="5400000">
                <a:off x="-1530101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2" name="直線コネクタ 61"/>
              <p:cNvCxnSpPr/>
              <p:nvPr/>
            </p:nvCxnSpPr>
            <p:spPr>
              <a:xfrm rot="5400000">
                <a:off x="-1386084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3" name="直線コネクタ 62"/>
              <p:cNvCxnSpPr/>
              <p:nvPr/>
            </p:nvCxnSpPr>
            <p:spPr>
              <a:xfrm rot="5400000">
                <a:off x="-1242068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4" name="直線コネクタ 63"/>
              <p:cNvCxnSpPr/>
              <p:nvPr/>
            </p:nvCxnSpPr>
            <p:spPr>
              <a:xfrm rot="5400000">
                <a:off x="-1098051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5" name="直線コネクタ 64"/>
              <p:cNvCxnSpPr/>
              <p:nvPr/>
            </p:nvCxnSpPr>
            <p:spPr>
              <a:xfrm rot="5400000">
                <a:off x="-954037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6" name="直線コネクタ 65"/>
              <p:cNvCxnSpPr/>
              <p:nvPr/>
            </p:nvCxnSpPr>
            <p:spPr>
              <a:xfrm rot="5400000">
                <a:off x="-810020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7" name="直線コネクタ 66"/>
              <p:cNvCxnSpPr/>
              <p:nvPr/>
            </p:nvCxnSpPr>
            <p:spPr>
              <a:xfrm rot="5400000">
                <a:off x="-666004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8" name="直線コネクタ 67"/>
              <p:cNvCxnSpPr/>
              <p:nvPr/>
            </p:nvCxnSpPr>
            <p:spPr>
              <a:xfrm rot="5400000">
                <a:off x="-521987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69" name="直線コネクタ 68"/>
              <p:cNvCxnSpPr/>
              <p:nvPr/>
            </p:nvCxnSpPr>
            <p:spPr>
              <a:xfrm rot="5400000">
                <a:off x="-377972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0" name="直線コネクタ 69"/>
              <p:cNvCxnSpPr/>
              <p:nvPr/>
            </p:nvCxnSpPr>
            <p:spPr>
              <a:xfrm rot="5400000">
                <a:off x="-233955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1" name="直線コネクタ 70"/>
              <p:cNvCxnSpPr/>
              <p:nvPr/>
            </p:nvCxnSpPr>
            <p:spPr>
              <a:xfrm rot="5400000">
                <a:off x="-89939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2" name="直線コネクタ 71"/>
              <p:cNvCxnSpPr/>
              <p:nvPr/>
            </p:nvCxnSpPr>
            <p:spPr>
              <a:xfrm rot="5400000">
                <a:off x="54078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3" name="直線コネクタ 72"/>
              <p:cNvCxnSpPr/>
              <p:nvPr/>
            </p:nvCxnSpPr>
            <p:spPr>
              <a:xfrm rot="5400000">
                <a:off x="198091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4" name="直線コネクタ 73"/>
              <p:cNvCxnSpPr/>
              <p:nvPr/>
            </p:nvCxnSpPr>
            <p:spPr>
              <a:xfrm rot="5400000">
                <a:off x="342108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5" name="直線コネクタ 74"/>
              <p:cNvCxnSpPr/>
              <p:nvPr/>
            </p:nvCxnSpPr>
            <p:spPr>
              <a:xfrm rot="5400000">
                <a:off x="486124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6" name="直線コネクタ 75"/>
              <p:cNvCxnSpPr/>
              <p:nvPr/>
            </p:nvCxnSpPr>
            <p:spPr>
              <a:xfrm rot="5400000">
                <a:off x="630141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7" name="直線コネクタ 76"/>
              <p:cNvCxnSpPr/>
              <p:nvPr/>
            </p:nvCxnSpPr>
            <p:spPr>
              <a:xfrm rot="5400000">
                <a:off x="774156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8" name="直線コネクタ 77"/>
              <p:cNvCxnSpPr/>
              <p:nvPr/>
            </p:nvCxnSpPr>
            <p:spPr>
              <a:xfrm rot="5400000">
                <a:off x="918173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79" name="直線コネクタ 78"/>
              <p:cNvCxnSpPr/>
              <p:nvPr/>
            </p:nvCxnSpPr>
            <p:spPr>
              <a:xfrm rot="5400000">
                <a:off x="1062189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0" name="直線コネクタ 79"/>
              <p:cNvCxnSpPr/>
              <p:nvPr/>
            </p:nvCxnSpPr>
            <p:spPr>
              <a:xfrm rot="5400000">
                <a:off x="1206206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1" name="直線コネクタ 80"/>
              <p:cNvCxnSpPr/>
              <p:nvPr/>
            </p:nvCxnSpPr>
            <p:spPr>
              <a:xfrm rot="5400000">
                <a:off x="1350220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2" name="直線コネクタ 81"/>
              <p:cNvCxnSpPr/>
              <p:nvPr/>
            </p:nvCxnSpPr>
            <p:spPr>
              <a:xfrm rot="5400000">
                <a:off x="1494237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3" name="直線コネクタ 82"/>
              <p:cNvCxnSpPr/>
              <p:nvPr/>
            </p:nvCxnSpPr>
            <p:spPr>
              <a:xfrm rot="5400000">
                <a:off x="1638253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4" name="直線コネクタ 83"/>
              <p:cNvCxnSpPr/>
              <p:nvPr/>
            </p:nvCxnSpPr>
            <p:spPr>
              <a:xfrm rot="5400000">
                <a:off x="1782270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5" name="直線コネクタ 84"/>
              <p:cNvCxnSpPr/>
              <p:nvPr/>
            </p:nvCxnSpPr>
            <p:spPr>
              <a:xfrm rot="5400000">
                <a:off x="1926285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6" name="直線コネクタ 85"/>
              <p:cNvCxnSpPr/>
              <p:nvPr/>
            </p:nvCxnSpPr>
            <p:spPr>
              <a:xfrm rot="5400000">
                <a:off x="2070302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7" name="直線コネクタ 86"/>
              <p:cNvCxnSpPr/>
              <p:nvPr/>
            </p:nvCxnSpPr>
            <p:spPr>
              <a:xfrm rot="5400000">
                <a:off x="2358330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8" name="直線コネクタ 87"/>
              <p:cNvCxnSpPr/>
              <p:nvPr/>
            </p:nvCxnSpPr>
            <p:spPr>
              <a:xfrm rot="5400000">
                <a:off x="2502347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89" name="直線コネクタ 88"/>
              <p:cNvCxnSpPr/>
              <p:nvPr/>
            </p:nvCxnSpPr>
            <p:spPr>
              <a:xfrm rot="5400000">
                <a:off x="2646363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0" name="直線コネクタ 89"/>
              <p:cNvCxnSpPr/>
              <p:nvPr/>
            </p:nvCxnSpPr>
            <p:spPr>
              <a:xfrm rot="5400000">
                <a:off x="2790380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1" name="直線コネクタ 90"/>
              <p:cNvCxnSpPr/>
              <p:nvPr/>
            </p:nvCxnSpPr>
            <p:spPr>
              <a:xfrm rot="5400000">
                <a:off x="2934395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2" name="直線コネクタ 91"/>
              <p:cNvCxnSpPr/>
              <p:nvPr/>
            </p:nvCxnSpPr>
            <p:spPr>
              <a:xfrm rot="5400000">
                <a:off x="3078412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3" name="直線コネクタ 92"/>
              <p:cNvCxnSpPr/>
              <p:nvPr/>
            </p:nvCxnSpPr>
            <p:spPr>
              <a:xfrm rot="5400000">
                <a:off x="3222428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4" name="直線コネクタ 93"/>
              <p:cNvCxnSpPr/>
              <p:nvPr/>
            </p:nvCxnSpPr>
            <p:spPr>
              <a:xfrm rot="5400000">
                <a:off x="3366445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5" name="直線コネクタ 94"/>
              <p:cNvCxnSpPr/>
              <p:nvPr/>
            </p:nvCxnSpPr>
            <p:spPr>
              <a:xfrm rot="5400000">
                <a:off x="3510459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6" name="直線コネクタ 95"/>
              <p:cNvCxnSpPr/>
              <p:nvPr/>
            </p:nvCxnSpPr>
            <p:spPr>
              <a:xfrm rot="5400000">
                <a:off x="3654476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7" name="直線コネクタ 96"/>
              <p:cNvCxnSpPr/>
              <p:nvPr/>
            </p:nvCxnSpPr>
            <p:spPr>
              <a:xfrm rot="5400000">
                <a:off x="3798492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8" name="直線コネクタ 97"/>
              <p:cNvCxnSpPr/>
              <p:nvPr/>
            </p:nvCxnSpPr>
            <p:spPr>
              <a:xfrm rot="5400000">
                <a:off x="3942509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9" name="直線コネクタ 98"/>
              <p:cNvCxnSpPr/>
              <p:nvPr/>
            </p:nvCxnSpPr>
            <p:spPr>
              <a:xfrm rot="5400000">
                <a:off x="4086524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0" name="直線コネクタ 99"/>
              <p:cNvCxnSpPr/>
              <p:nvPr/>
            </p:nvCxnSpPr>
            <p:spPr>
              <a:xfrm rot="5400000">
                <a:off x="4230541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1" name="直線コネクタ 100"/>
              <p:cNvCxnSpPr/>
              <p:nvPr/>
            </p:nvCxnSpPr>
            <p:spPr>
              <a:xfrm rot="5400000">
                <a:off x="4374557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2" name="直線コネクタ 101"/>
              <p:cNvCxnSpPr/>
              <p:nvPr/>
            </p:nvCxnSpPr>
            <p:spPr>
              <a:xfrm rot="5400000">
                <a:off x="4518574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3" name="直線コネクタ 102"/>
              <p:cNvCxnSpPr/>
              <p:nvPr/>
            </p:nvCxnSpPr>
            <p:spPr>
              <a:xfrm rot="5400000">
                <a:off x="4662587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4" name="直線コネクタ 103"/>
              <p:cNvCxnSpPr/>
              <p:nvPr/>
            </p:nvCxnSpPr>
            <p:spPr>
              <a:xfrm rot="5400000">
                <a:off x="4806604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5" name="直線コネクタ 104"/>
              <p:cNvCxnSpPr/>
              <p:nvPr/>
            </p:nvCxnSpPr>
            <p:spPr>
              <a:xfrm rot="5400000">
                <a:off x="4950620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6" name="直線コネクタ 105"/>
              <p:cNvCxnSpPr/>
              <p:nvPr/>
            </p:nvCxnSpPr>
            <p:spPr>
              <a:xfrm rot="5400000">
                <a:off x="5094637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7" name="直線コネクタ 106"/>
              <p:cNvCxnSpPr/>
              <p:nvPr/>
            </p:nvCxnSpPr>
            <p:spPr>
              <a:xfrm rot="5400000">
                <a:off x="5238652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8" name="直線コネクタ 107"/>
              <p:cNvCxnSpPr/>
              <p:nvPr/>
            </p:nvCxnSpPr>
            <p:spPr>
              <a:xfrm rot="5400000">
                <a:off x="5382669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9" name="直線コネクタ 108"/>
              <p:cNvCxnSpPr/>
              <p:nvPr/>
            </p:nvCxnSpPr>
            <p:spPr>
              <a:xfrm rot="5400000">
                <a:off x="5526685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10" name="直線コネクタ 109"/>
              <p:cNvCxnSpPr/>
              <p:nvPr/>
            </p:nvCxnSpPr>
            <p:spPr>
              <a:xfrm rot="5400000">
                <a:off x="5670702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11" name="直線コネクタ 110"/>
              <p:cNvCxnSpPr/>
              <p:nvPr/>
            </p:nvCxnSpPr>
            <p:spPr>
              <a:xfrm rot="5400000">
                <a:off x="5814716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12" name="直線コネクタ 111"/>
              <p:cNvCxnSpPr/>
              <p:nvPr/>
            </p:nvCxnSpPr>
            <p:spPr>
              <a:xfrm rot="5400000">
                <a:off x="5958733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13" name="直線コネクタ 112"/>
              <p:cNvCxnSpPr/>
              <p:nvPr/>
            </p:nvCxnSpPr>
            <p:spPr>
              <a:xfrm rot="5400000">
                <a:off x="6102749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14" name="直線コネクタ 113"/>
              <p:cNvCxnSpPr/>
              <p:nvPr/>
            </p:nvCxnSpPr>
            <p:spPr>
              <a:xfrm rot="5400000">
                <a:off x="6246766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15" name="直線コネクタ 114"/>
              <p:cNvCxnSpPr/>
              <p:nvPr/>
            </p:nvCxnSpPr>
            <p:spPr>
              <a:xfrm rot="5400000">
                <a:off x="6390781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16" name="直線コネクタ 115"/>
              <p:cNvCxnSpPr/>
              <p:nvPr/>
            </p:nvCxnSpPr>
            <p:spPr>
              <a:xfrm rot="5400000">
                <a:off x="6534798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</p:grpSp>
        <p:grpSp>
          <p:nvGrpSpPr>
            <p:cNvPr id="16" name="グループ化 221"/>
            <p:cNvGrpSpPr/>
            <p:nvPr/>
          </p:nvGrpSpPr>
          <p:grpSpPr>
            <a:xfrm>
              <a:off x="486123" y="1241872"/>
              <a:ext cx="8928992" cy="5184576"/>
              <a:chOff x="486123" y="1241872"/>
              <a:chExt cx="8928992" cy="5184576"/>
            </a:xfrm>
          </p:grpSpPr>
          <p:cxnSp>
            <p:nvCxnSpPr>
              <p:cNvPr id="21" name="直線コネクタ 20"/>
              <p:cNvCxnSpPr/>
              <p:nvPr/>
            </p:nvCxnSpPr>
            <p:spPr>
              <a:xfrm>
                <a:off x="486123" y="1241872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2" name="直線コネクタ 21"/>
              <p:cNvCxnSpPr/>
              <p:nvPr/>
            </p:nvCxnSpPr>
            <p:spPr>
              <a:xfrm>
                <a:off x="486123" y="1385888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3" name="直線コネクタ 22"/>
              <p:cNvCxnSpPr/>
              <p:nvPr/>
            </p:nvCxnSpPr>
            <p:spPr>
              <a:xfrm>
                <a:off x="486123" y="1529904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4" name="直線コネクタ 23"/>
              <p:cNvCxnSpPr/>
              <p:nvPr/>
            </p:nvCxnSpPr>
            <p:spPr>
              <a:xfrm>
                <a:off x="486123" y="1673920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5" name="直線コネクタ 24"/>
              <p:cNvCxnSpPr/>
              <p:nvPr/>
            </p:nvCxnSpPr>
            <p:spPr>
              <a:xfrm>
                <a:off x="486123" y="1817936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6" name="直線コネクタ 25"/>
              <p:cNvCxnSpPr/>
              <p:nvPr/>
            </p:nvCxnSpPr>
            <p:spPr>
              <a:xfrm>
                <a:off x="486123" y="1961952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7" name="直線コネクタ 26"/>
              <p:cNvCxnSpPr/>
              <p:nvPr/>
            </p:nvCxnSpPr>
            <p:spPr>
              <a:xfrm>
                <a:off x="486123" y="2105968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8" name="直線コネクタ 27"/>
              <p:cNvCxnSpPr/>
              <p:nvPr/>
            </p:nvCxnSpPr>
            <p:spPr>
              <a:xfrm>
                <a:off x="486123" y="2249984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9" name="直線コネクタ 28"/>
              <p:cNvCxnSpPr/>
              <p:nvPr/>
            </p:nvCxnSpPr>
            <p:spPr>
              <a:xfrm>
                <a:off x="486123" y="2394000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0" name="直線コネクタ 29"/>
              <p:cNvCxnSpPr/>
              <p:nvPr/>
            </p:nvCxnSpPr>
            <p:spPr>
              <a:xfrm>
                <a:off x="486123" y="2538016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1" name="直線コネクタ 30"/>
              <p:cNvCxnSpPr/>
              <p:nvPr/>
            </p:nvCxnSpPr>
            <p:spPr>
              <a:xfrm>
                <a:off x="486123" y="2682032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2" name="直線コネクタ 31"/>
              <p:cNvCxnSpPr/>
              <p:nvPr/>
            </p:nvCxnSpPr>
            <p:spPr>
              <a:xfrm>
                <a:off x="486123" y="2826048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3" name="直線コネクタ 32"/>
              <p:cNvCxnSpPr/>
              <p:nvPr/>
            </p:nvCxnSpPr>
            <p:spPr>
              <a:xfrm>
                <a:off x="486123" y="2970064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4" name="直線コネクタ 33"/>
              <p:cNvCxnSpPr/>
              <p:nvPr/>
            </p:nvCxnSpPr>
            <p:spPr>
              <a:xfrm>
                <a:off x="486123" y="3114080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5" name="直線コネクタ 34"/>
              <p:cNvCxnSpPr/>
              <p:nvPr/>
            </p:nvCxnSpPr>
            <p:spPr>
              <a:xfrm>
                <a:off x="486123" y="3258096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6" name="直線コネクタ 35"/>
              <p:cNvCxnSpPr/>
              <p:nvPr/>
            </p:nvCxnSpPr>
            <p:spPr>
              <a:xfrm>
                <a:off x="486123" y="3402112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7" name="直線コネクタ 36"/>
              <p:cNvCxnSpPr/>
              <p:nvPr/>
            </p:nvCxnSpPr>
            <p:spPr>
              <a:xfrm>
                <a:off x="486123" y="3546128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8" name="直線コネクタ 37"/>
              <p:cNvCxnSpPr/>
              <p:nvPr/>
            </p:nvCxnSpPr>
            <p:spPr>
              <a:xfrm>
                <a:off x="486123" y="3690144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39" name="直線コネクタ 38"/>
              <p:cNvCxnSpPr/>
              <p:nvPr/>
            </p:nvCxnSpPr>
            <p:spPr>
              <a:xfrm>
                <a:off x="486123" y="3978176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0" name="直線コネクタ 39"/>
              <p:cNvCxnSpPr/>
              <p:nvPr/>
            </p:nvCxnSpPr>
            <p:spPr>
              <a:xfrm>
                <a:off x="486123" y="4122192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1" name="直線コネクタ 40"/>
              <p:cNvCxnSpPr/>
              <p:nvPr/>
            </p:nvCxnSpPr>
            <p:spPr>
              <a:xfrm>
                <a:off x="486123" y="4266208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2" name="直線コネクタ 41"/>
              <p:cNvCxnSpPr/>
              <p:nvPr/>
            </p:nvCxnSpPr>
            <p:spPr>
              <a:xfrm>
                <a:off x="486123" y="4410224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3" name="直線コネクタ 42"/>
              <p:cNvCxnSpPr/>
              <p:nvPr/>
            </p:nvCxnSpPr>
            <p:spPr>
              <a:xfrm>
                <a:off x="486123" y="4554240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4" name="直線コネクタ 43"/>
              <p:cNvCxnSpPr/>
              <p:nvPr/>
            </p:nvCxnSpPr>
            <p:spPr>
              <a:xfrm>
                <a:off x="486123" y="4698256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5" name="直線コネクタ 44"/>
              <p:cNvCxnSpPr/>
              <p:nvPr/>
            </p:nvCxnSpPr>
            <p:spPr>
              <a:xfrm>
                <a:off x="486123" y="4842272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6" name="直線コネクタ 45"/>
              <p:cNvCxnSpPr/>
              <p:nvPr/>
            </p:nvCxnSpPr>
            <p:spPr>
              <a:xfrm>
                <a:off x="486123" y="4986288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7" name="直線コネクタ 46"/>
              <p:cNvCxnSpPr/>
              <p:nvPr/>
            </p:nvCxnSpPr>
            <p:spPr>
              <a:xfrm>
                <a:off x="486123" y="5130304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8" name="直線コネクタ 47"/>
              <p:cNvCxnSpPr/>
              <p:nvPr/>
            </p:nvCxnSpPr>
            <p:spPr>
              <a:xfrm>
                <a:off x="486123" y="5274320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49" name="直線コネクタ 48"/>
              <p:cNvCxnSpPr/>
              <p:nvPr/>
            </p:nvCxnSpPr>
            <p:spPr>
              <a:xfrm>
                <a:off x="486123" y="5418336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50" name="直線コネクタ 49"/>
              <p:cNvCxnSpPr/>
              <p:nvPr/>
            </p:nvCxnSpPr>
            <p:spPr>
              <a:xfrm>
                <a:off x="486123" y="5562352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51" name="直線コネクタ 50"/>
              <p:cNvCxnSpPr/>
              <p:nvPr/>
            </p:nvCxnSpPr>
            <p:spPr>
              <a:xfrm>
                <a:off x="486123" y="5706368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52" name="直線コネクタ 51"/>
              <p:cNvCxnSpPr/>
              <p:nvPr/>
            </p:nvCxnSpPr>
            <p:spPr>
              <a:xfrm>
                <a:off x="486123" y="5850384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53" name="直線コネクタ 52"/>
              <p:cNvCxnSpPr/>
              <p:nvPr/>
            </p:nvCxnSpPr>
            <p:spPr>
              <a:xfrm>
                <a:off x="486123" y="5994400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54" name="直線コネクタ 53"/>
              <p:cNvCxnSpPr/>
              <p:nvPr/>
            </p:nvCxnSpPr>
            <p:spPr>
              <a:xfrm>
                <a:off x="486123" y="6138416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55" name="直線コネクタ 54"/>
              <p:cNvCxnSpPr/>
              <p:nvPr/>
            </p:nvCxnSpPr>
            <p:spPr>
              <a:xfrm>
                <a:off x="486123" y="6282432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56" name="直線コネクタ 55"/>
              <p:cNvCxnSpPr/>
              <p:nvPr/>
            </p:nvCxnSpPr>
            <p:spPr>
              <a:xfrm>
                <a:off x="486123" y="6426448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EAEAEA"/>
                </a:solidFill>
                <a:round/>
                <a:headEnd/>
                <a:tailEnd/>
              </a:ln>
              <a:effectLst/>
            </p:spPr>
          </p:cxnSp>
        </p:grpSp>
        <p:grpSp>
          <p:nvGrpSpPr>
            <p:cNvPr id="17" name="グループ化 222"/>
            <p:cNvGrpSpPr/>
            <p:nvPr/>
          </p:nvGrpSpPr>
          <p:grpSpPr>
            <a:xfrm>
              <a:off x="486123" y="1097856"/>
              <a:ext cx="8928992" cy="5472608"/>
              <a:chOff x="486123" y="1097856"/>
              <a:chExt cx="8928992" cy="5472608"/>
            </a:xfrm>
          </p:grpSpPr>
          <p:sp>
            <p:nvSpPr>
              <p:cNvPr id="18" name="正方形/長方形 17"/>
              <p:cNvSpPr/>
              <p:nvPr userDrawn="1"/>
            </p:nvSpPr>
            <p:spPr>
              <a:xfrm>
                <a:off x="486123" y="1097856"/>
                <a:ext cx="8928992" cy="5472608"/>
              </a:xfrm>
              <a:prstGeom prst="rect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ja-JP" altLang="en-US" sz="2513">
                  <a:solidFill>
                    <a:prstClr val="black"/>
                  </a:solidFill>
                </a:endParaRPr>
              </a:p>
            </p:txBody>
          </p:sp>
          <p:cxnSp>
            <p:nvCxnSpPr>
              <p:cNvPr id="19" name="直線コネクタ 18"/>
              <p:cNvCxnSpPr/>
              <p:nvPr/>
            </p:nvCxnSpPr>
            <p:spPr>
              <a:xfrm rot="5400000">
                <a:off x="2214315" y="3834160"/>
                <a:ext cx="5472608" cy="0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20" name="直線コネクタ 19"/>
              <p:cNvCxnSpPr/>
              <p:nvPr/>
            </p:nvCxnSpPr>
            <p:spPr>
              <a:xfrm>
                <a:off x="486123" y="3834160"/>
                <a:ext cx="8928992" cy="0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</p:spPr>
          </p:cxnSp>
        </p:grpSp>
      </p:grpSp>
      <p:sp>
        <p:nvSpPr>
          <p:cNvPr id="4" name="テキスト プレースホルダー 3"/>
          <p:cNvSpPr>
            <a:spLocks noGrp="1"/>
          </p:cNvSpPr>
          <p:nvPr>
            <p:ph type="body" idx="1"/>
          </p:nvPr>
        </p:nvSpPr>
        <p:spPr>
          <a:xfrm>
            <a:off x="628524" y="1428230"/>
            <a:ext cx="11545124" cy="71188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kumimoji="1" lang="ja-JP" altLang="en-US"/>
              <a:t>マスター テキストの書式設定 </a:t>
            </a:r>
            <a:r>
              <a:rPr kumimoji="1" lang="en-US" altLang="ja-JP"/>
              <a:t>16pt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 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 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 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 </a:t>
            </a:r>
          </a:p>
        </p:txBody>
      </p:sp>
      <p:sp>
        <p:nvSpPr>
          <p:cNvPr id="3" name="タイトル プレースホルダー 2"/>
          <p:cNvSpPr>
            <a:spLocks noGrp="1"/>
          </p:cNvSpPr>
          <p:nvPr>
            <p:ph type="title"/>
          </p:nvPr>
        </p:nvSpPr>
        <p:spPr>
          <a:xfrm>
            <a:off x="628467" y="491749"/>
            <a:ext cx="8938159" cy="562000"/>
          </a:xfrm>
          <a:prstGeom prst="rect">
            <a:avLst/>
          </a:prstGeom>
        </p:spPr>
        <p:txBody>
          <a:bodyPr vert="horz" lIns="0" tIns="0" rIns="0" bIns="14400" rtlCol="0" anchor="b" anchorCtr="0">
            <a:noAutofit/>
          </a:bodyPr>
          <a:lstStyle/>
          <a:p>
            <a:r>
              <a:rPr kumimoji="1" lang="ja-JP" altLang="en-US"/>
              <a:t>マスター タイトルの書式設定 </a:t>
            </a:r>
            <a:r>
              <a:rPr kumimoji="1" lang="en-US" altLang="ja-JP"/>
              <a:t>24pt</a:t>
            </a:r>
            <a:endParaRPr kumimoji="1" lang="ja-JP" altLang="en-US"/>
          </a:p>
        </p:txBody>
      </p:sp>
      <p:sp>
        <p:nvSpPr>
          <p:cNvPr id="122" name="テキスト ボックス 121"/>
          <p:cNvSpPr txBox="1"/>
          <p:nvPr/>
        </p:nvSpPr>
        <p:spPr>
          <a:xfrm>
            <a:off x="628524" y="9132315"/>
            <a:ext cx="4057393" cy="18735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indent="0" algn="l" defTabSz="127659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1" lang="en-US" altLang="ja-JP" sz="1034" ker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2020 Fuji Xerox Co., Ltd. All rights reserved.</a:t>
            </a:r>
          </a:p>
          <a:p>
            <a:pPr marL="0" marR="0" indent="0" algn="l" defTabSz="127659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1" lang="ja-JP" altLang="en-US" sz="2069" kern="0">
              <a:ea typeface="HG丸ｺﾞｼｯｸM-PRO"/>
            </a:endParaRPr>
          </a:p>
        </p:txBody>
      </p:sp>
      <p:sp>
        <p:nvSpPr>
          <p:cNvPr id="123" name="テキスト ボックス 122"/>
          <p:cNvSpPr txBox="1"/>
          <p:nvPr userDrawn="1"/>
        </p:nvSpPr>
        <p:spPr>
          <a:xfrm>
            <a:off x="5821055" y="9132315"/>
            <a:ext cx="1175282" cy="18735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 marR="0" indent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800" ker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ctr"/>
            <a:fld id="{86CB4B4D-7CA3-9044-876B-883B54F8677D}" type="slidenum">
              <a:rPr lang="en-US" altLang="ja-JP" sz="1034" smtClean="0"/>
              <a:pPr lvl="0" algn="ctr"/>
              <a:t>‹#›</a:t>
            </a:fld>
            <a:endParaRPr lang="en-US" altLang="ja-JP" sz="1034"/>
          </a:p>
        </p:txBody>
      </p:sp>
      <p:grpSp>
        <p:nvGrpSpPr>
          <p:cNvPr id="120" name="Classification of Information">
            <a:extLst>
              <a:ext uri="{FF2B5EF4-FFF2-40B4-BE49-F238E27FC236}">
                <a16:creationId xmlns:a16="http://schemas.microsoft.com/office/drawing/2014/main" id="{27A33113-52CE-44BF-9E51-D3EC242F4CE3}"/>
              </a:ext>
            </a:extLst>
          </p:cNvPr>
          <p:cNvGrpSpPr/>
          <p:nvPr userDrawn="1"/>
        </p:nvGrpSpPr>
        <p:grpSpPr>
          <a:xfrm>
            <a:off x="10720800" y="34931"/>
            <a:ext cx="2560776" cy="733669"/>
            <a:chOff x="7544400" y="188913"/>
            <a:chExt cx="1980600" cy="563959"/>
          </a:xfrm>
        </p:grpSpPr>
        <p:sp>
          <p:nvSpPr>
            <p:cNvPr id="124" name="テキスト ボックス 123">
              <a:extLst>
                <a:ext uri="{FF2B5EF4-FFF2-40B4-BE49-F238E27FC236}">
                  <a16:creationId xmlns:a16="http://schemas.microsoft.com/office/drawing/2014/main" id="{1C435BAC-DA6B-4DEE-82BD-33B1CDCD521E}"/>
                </a:ext>
              </a:extLst>
            </p:cNvPr>
            <p:cNvSpPr txBox="1"/>
            <p:nvPr/>
          </p:nvSpPr>
          <p:spPr>
            <a:xfrm>
              <a:off x="7544400" y="188913"/>
              <a:ext cx="1980000" cy="140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b"/>
            <a:lstStyle/>
            <a:p>
              <a:pPr defTabSz="1182193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ja-JP" sz="1164">
                  <a:solidFill>
                    <a:schemeClr val="tx1"/>
                  </a:solidFill>
                  <a:latin typeface="Arial" pitchFamily="34" charset="0"/>
                  <a:ea typeface="HG丸ｺﾞｼｯｸM-PRO" pitchFamily="50" charset="-128"/>
                  <a:cs typeface="Arial" pitchFamily="34" charset="0"/>
                </a:rPr>
                <a:t>Fuji Xerox Internal Use Only</a:t>
              </a:r>
            </a:p>
          </p:txBody>
        </p:sp>
        <p:sp>
          <p:nvSpPr>
            <p:cNvPr id="125" name="テキスト ボックス 124">
              <a:extLst>
                <a:ext uri="{FF2B5EF4-FFF2-40B4-BE49-F238E27FC236}">
                  <a16:creationId xmlns:a16="http://schemas.microsoft.com/office/drawing/2014/main" id="{2395D73D-55CE-4FC1-9724-BB2A738DB17F}"/>
                </a:ext>
              </a:extLst>
            </p:cNvPr>
            <p:cNvSpPr txBox="1"/>
            <p:nvPr/>
          </p:nvSpPr>
          <p:spPr>
            <a:xfrm>
              <a:off x="7544400" y="375350"/>
              <a:ext cx="608400" cy="367689"/>
            </a:xfrm>
            <a:prstGeom prst="rect">
              <a:avLst/>
            </a:prstGeom>
            <a:noFill/>
            <a:ln w="31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defTabSz="118219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02665" algn="l"/>
                </a:tabLst>
                <a:defRPr/>
              </a:pPr>
              <a:r>
                <a:rPr kumimoji="0" lang="ja-JP" altLang="en-US" sz="777">
                  <a:solidFill>
                    <a:schemeClr val="tx1"/>
                  </a:solidFill>
                  <a:latin typeface="HG丸ｺﾞｼｯｸM-PRO" pitchFamily="50" charset="-128"/>
                  <a:ea typeface="HG丸ｺﾞｼｯｸM-PRO" pitchFamily="50" charset="-128"/>
                </a:rPr>
                <a:t>開 示 範 囲	：</a:t>
              </a:r>
            </a:p>
            <a:p>
              <a:pPr defTabSz="118219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02665" algn="l"/>
                </a:tabLst>
                <a:defRPr/>
              </a:pPr>
              <a:r>
                <a:rPr kumimoji="0" lang="ja-JP" altLang="en-US" sz="777">
                  <a:solidFill>
                    <a:schemeClr val="tx1"/>
                  </a:solidFill>
                  <a:latin typeface="HG丸ｺﾞｼｯｸM-PRO" pitchFamily="50" charset="-128"/>
                  <a:ea typeface="HG丸ｺﾞｼｯｸM-PRO" pitchFamily="50" charset="-128"/>
                </a:rPr>
                <a:t>指 定 期 間	：</a:t>
              </a:r>
            </a:p>
            <a:p>
              <a:pPr defTabSz="118219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02665" algn="l"/>
                </a:tabLst>
                <a:defRPr/>
              </a:pPr>
              <a:r>
                <a:rPr kumimoji="0" lang="ja-JP" altLang="en-US" sz="777">
                  <a:solidFill>
                    <a:schemeClr val="tx1"/>
                  </a:solidFill>
                  <a:latin typeface="HG丸ｺﾞｼｯｸM-PRO" pitchFamily="50" charset="-128"/>
                  <a:ea typeface="HG丸ｺﾞｼｯｸM-PRO" pitchFamily="50" charset="-128"/>
                </a:rPr>
                <a:t>作成責任者	：</a:t>
              </a:r>
            </a:p>
            <a:p>
              <a:pPr defTabSz="118219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02665" algn="l"/>
                </a:tabLst>
                <a:defRPr/>
              </a:pPr>
              <a:r>
                <a:rPr kumimoji="0" lang="ja-JP" altLang="en-US" sz="777">
                  <a:solidFill>
                    <a:schemeClr val="tx1"/>
                  </a:solidFill>
                  <a:latin typeface="HG丸ｺﾞｼｯｸM-PRO" pitchFamily="50" charset="-128"/>
                  <a:ea typeface="HG丸ｺﾞｼｯｸM-PRO" pitchFamily="50" charset="-128"/>
                </a:rPr>
                <a:t>作　成　日	：</a:t>
              </a:r>
            </a:p>
          </p:txBody>
        </p:sp>
        <p:sp>
          <p:nvSpPr>
            <p:cNvPr id="126" name="テキスト ボックス 125">
              <a:extLst>
                <a:ext uri="{FF2B5EF4-FFF2-40B4-BE49-F238E27FC236}">
                  <a16:creationId xmlns:a16="http://schemas.microsoft.com/office/drawing/2014/main" id="{B0FB87DC-2ED5-4D53-A13D-BCBEFA43707B}"/>
                </a:ext>
              </a:extLst>
            </p:cNvPr>
            <p:cNvSpPr txBox="1"/>
            <p:nvPr/>
          </p:nvSpPr>
          <p:spPr>
            <a:xfrm>
              <a:off x="8077800" y="385183"/>
              <a:ext cx="1447200" cy="367689"/>
            </a:xfrm>
            <a:prstGeom prst="rect">
              <a:avLst/>
            </a:prstGeom>
            <a:noFill/>
            <a:ln w="31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eaLnBrk="0" hangingPunct="0">
                <a:defRPr/>
              </a:pPr>
              <a:r>
                <a:rPr kumimoji="0" lang="en-US" altLang="ja-JP" sz="777" baseline="0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earth Project</a:t>
              </a:r>
              <a:endParaRPr kumimoji="0" lang="ja-JP" altLang="en-US" sz="777" baseline="0" dirty="0">
                <a:latin typeface="Arial" panose="020B0604020202020204" pitchFamily="34" charset="0"/>
                <a:ea typeface="HG丸ｺﾞｼｯｸM-PRO" pitchFamily="50" charset="-128"/>
                <a:cs typeface="Arial" panose="020B0604020202020204" pitchFamily="34" charset="0"/>
              </a:endParaRPr>
            </a:p>
            <a:p>
              <a:pPr eaLnBrk="0" hangingPunct="0">
                <a:defRPr/>
              </a:pPr>
              <a:r>
                <a:rPr kumimoji="0" lang="en-US" altLang="ja-JP" sz="777" baseline="0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2</a:t>
              </a:r>
              <a:r>
                <a:rPr kumimoji="0" lang="ja-JP" altLang="en-US" sz="777" baseline="0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年</a:t>
              </a:r>
              <a:endParaRPr kumimoji="0" lang="en-US" altLang="ja-JP" sz="777" baseline="0" dirty="0">
                <a:latin typeface="Arial" panose="020B0604020202020204" pitchFamily="34" charset="0"/>
                <a:ea typeface="HG丸ｺﾞｼｯｸM-PRO" pitchFamily="50" charset="-128"/>
                <a:cs typeface="Arial" panose="020B0604020202020204" pitchFamily="34" charset="0"/>
              </a:endParaRPr>
            </a:p>
            <a:p>
              <a:pPr marL="0" marR="0" indent="0" algn="l" defTabSz="638325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ja-JP" sz="777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earth Project PMO</a:t>
              </a:r>
              <a:endParaRPr lang="ja-JP" altLang="en-US" sz="777" dirty="0">
                <a:latin typeface="Arial" panose="020B0604020202020204" pitchFamily="34" charset="0"/>
                <a:ea typeface="HG丸ｺﾞｼｯｸM-PRO" pitchFamily="50" charset="-128"/>
                <a:cs typeface="Arial" panose="020B0604020202020204" pitchFamily="34" charset="0"/>
              </a:endParaRPr>
            </a:p>
            <a:p>
              <a:pPr eaLnBrk="0" hangingPunct="0">
                <a:defRPr/>
              </a:pPr>
              <a:r>
                <a:rPr kumimoji="0" lang="en-US" altLang="ja-JP" sz="777" baseline="0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2020</a:t>
              </a:r>
              <a:r>
                <a:rPr kumimoji="0" lang="ja-JP" altLang="en-US" sz="777" baseline="0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年</a:t>
              </a:r>
              <a:r>
                <a:rPr kumimoji="0" lang="en-US" altLang="ja-JP" sz="777" baseline="0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6</a:t>
              </a:r>
              <a:r>
                <a:rPr kumimoji="0" lang="ja-JP" altLang="en-US" sz="777" baseline="0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月</a:t>
              </a:r>
              <a:r>
                <a:rPr kumimoji="0" lang="en-US" altLang="ja-JP" sz="777" baseline="0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4</a:t>
              </a:r>
              <a:r>
                <a:rPr kumimoji="0" lang="ja-JP" altLang="en-US" sz="777" baseline="0" dirty="0">
                  <a:latin typeface="Arial" panose="020B0604020202020204" pitchFamily="34" charset="0"/>
                  <a:ea typeface="HG丸ｺﾞｼｯｸM-PRO" pitchFamily="50" charset="-128"/>
                  <a:cs typeface="Arial" panose="020B0604020202020204" pitchFamily="34" charset="0"/>
                </a:rPr>
                <a:t>日</a:t>
              </a:r>
              <a:endParaRPr kumimoji="0" lang="en-US" altLang="ja-JP" sz="777" baseline="0" dirty="0">
                <a:latin typeface="Arial" panose="020B0604020202020204" pitchFamily="34" charset="0"/>
                <a:ea typeface="HG丸ｺﾞｼｯｸM-PRO" pitchFamily="50" charset="-128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3368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  <p:sldLayoutId id="2147483817" r:id="rId16"/>
    <p:sldLayoutId id="2147483783" r:id="rId17"/>
  </p:sldLayoutIdLst>
  <p:hf hdr="0" ftr="0" dt="0"/>
  <p:txStyles>
    <p:titleStyle>
      <a:lvl1pPr algn="l" defTabSz="664967" rtl="0" eaLnBrk="1" latinLnBrk="0" hangingPunct="1">
        <a:lnSpc>
          <a:spcPct val="100000"/>
        </a:lnSpc>
        <a:spcBef>
          <a:spcPct val="0"/>
        </a:spcBef>
        <a:buNone/>
        <a:defRPr kumimoji="1" sz="3102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64967" rtl="0" eaLnBrk="1" latinLnBrk="0" hangingPunct="1">
        <a:lnSpc>
          <a:spcPct val="110000"/>
        </a:lnSpc>
        <a:spcBef>
          <a:spcPts val="0"/>
        </a:spcBef>
        <a:spcAft>
          <a:spcPts val="517"/>
        </a:spcAft>
        <a:buClr>
          <a:schemeClr val="accent1"/>
        </a:buClr>
        <a:buFont typeface="Arial" panose="020B0604020202020204" pitchFamily="34" charset="0"/>
        <a:buNone/>
        <a:defRPr kumimoji="1" sz="2069" b="0" i="0" kern="1200">
          <a:solidFill>
            <a:schemeClr val="accent1"/>
          </a:solidFill>
          <a:latin typeface="+mn-lt"/>
          <a:ea typeface="+mn-ea"/>
          <a:cs typeface="+mn-cs"/>
        </a:defRPr>
      </a:lvl1pPr>
      <a:lvl2pPr marL="176865" indent="-176865" algn="l" defTabSz="664967" rtl="0" eaLnBrk="1" latinLnBrk="0" hangingPunct="1">
        <a:lnSpc>
          <a:spcPct val="110000"/>
        </a:lnSpc>
        <a:spcBef>
          <a:spcPts val="0"/>
        </a:spcBef>
        <a:spcAft>
          <a:spcPts val="517"/>
        </a:spcAft>
        <a:buClr>
          <a:schemeClr val="tx1"/>
        </a:buClr>
        <a:buFont typeface="Arial" panose="020B0604020202020204" pitchFamily="34" charset="0"/>
        <a:buChar char="•"/>
        <a:defRPr kumimoji="1" sz="1809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418888" indent="-218754" algn="l" defTabSz="664967" rtl="0" eaLnBrk="1" latinLnBrk="0" hangingPunct="1">
        <a:lnSpc>
          <a:spcPct val="110000"/>
        </a:lnSpc>
        <a:spcBef>
          <a:spcPts val="0"/>
        </a:spcBef>
        <a:spcAft>
          <a:spcPts val="517"/>
        </a:spcAft>
        <a:buClr>
          <a:schemeClr val="tx1"/>
        </a:buClr>
        <a:buFont typeface="Arial" panose="020B0604020202020204" pitchFamily="34" charset="0"/>
        <a:buChar char="‒"/>
        <a:defRPr kumimoji="1" sz="1551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628330" indent="-167555" algn="l" defTabSz="664967" rtl="0" eaLnBrk="1" latinLnBrk="0" hangingPunct="1">
        <a:lnSpc>
          <a:spcPct val="110000"/>
        </a:lnSpc>
        <a:spcBef>
          <a:spcPts val="0"/>
        </a:spcBef>
        <a:spcAft>
          <a:spcPts val="517"/>
        </a:spcAft>
        <a:buClr>
          <a:schemeClr val="tx1"/>
        </a:buClr>
        <a:buFont typeface="Arial" panose="020B0604020202020204" pitchFamily="34" charset="0"/>
        <a:buChar char="•"/>
        <a:defRPr kumimoji="1" sz="1551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837776" indent="-167555" algn="l" defTabSz="664967" rtl="0" eaLnBrk="1" latinLnBrk="0" hangingPunct="1">
        <a:lnSpc>
          <a:spcPct val="110000"/>
        </a:lnSpc>
        <a:spcBef>
          <a:spcPts val="0"/>
        </a:spcBef>
        <a:spcAft>
          <a:spcPts val="517"/>
        </a:spcAft>
        <a:buClr>
          <a:schemeClr val="tx1"/>
        </a:buClr>
        <a:buFont typeface="Arial" panose="020B0604020202020204" pitchFamily="34" charset="0"/>
        <a:buChar char="‒"/>
        <a:defRPr kumimoji="1" sz="1551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1828660" indent="-166242" algn="l" defTabSz="664967" rtl="0" eaLnBrk="1" latinLnBrk="0" hangingPunct="1">
        <a:lnSpc>
          <a:spcPct val="90000"/>
        </a:lnSpc>
        <a:spcBef>
          <a:spcPts val="363"/>
        </a:spcBef>
        <a:buFont typeface="Arial" panose="020B0604020202020204" pitchFamily="34" charset="0"/>
        <a:buChar char="•"/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6pPr>
      <a:lvl7pPr marL="2161143" indent="-166242" algn="l" defTabSz="664967" rtl="0" eaLnBrk="1" latinLnBrk="0" hangingPunct="1">
        <a:lnSpc>
          <a:spcPct val="90000"/>
        </a:lnSpc>
        <a:spcBef>
          <a:spcPts val="363"/>
        </a:spcBef>
        <a:buFont typeface="Arial" panose="020B0604020202020204" pitchFamily="34" charset="0"/>
        <a:buChar char="•"/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7pPr>
      <a:lvl8pPr marL="2493628" indent="-166242" algn="l" defTabSz="664967" rtl="0" eaLnBrk="1" latinLnBrk="0" hangingPunct="1">
        <a:lnSpc>
          <a:spcPct val="90000"/>
        </a:lnSpc>
        <a:spcBef>
          <a:spcPts val="363"/>
        </a:spcBef>
        <a:buFont typeface="Arial" panose="020B0604020202020204" pitchFamily="34" charset="0"/>
        <a:buChar char="•"/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8pPr>
      <a:lvl9pPr marL="2826111" indent="-166242" algn="l" defTabSz="664967" rtl="0" eaLnBrk="1" latinLnBrk="0" hangingPunct="1">
        <a:lnSpc>
          <a:spcPct val="90000"/>
        </a:lnSpc>
        <a:spcBef>
          <a:spcPts val="363"/>
        </a:spcBef>
        <a:buFont typeface="Arial" panose="020B0604020202020204" pitchFamily="34" charset="0"/>
        <a:buChar char="•"/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4967" rtl="0" eaLnBrk="1" latinLnBrk="0" hangingPunct="1"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1pPr>
      <a:lvl2pPr marL="332482" algn="l" defTabSz="664967" rtl="0" eaLnBrk="1" latinLnBrk="0" hangingPunct="1"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2pPr>
      <a:lvl3pPr marL="664967" algn="l" defTabSz="664967" rtl="0" eaLnBrk="1" latinLnBrk="0" hangingPunct="1"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3pPr>
      <a:lvl4pPr marL="997450" algn="l" defTabSz="664967" rtl="0" eaLnBrk="1" latinLnBrk="0" hangingPunct="1"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4pPr>
      <a:lvl5pPr marL="1329935" algn="l" defTabSz="664967" rtl="0" eaLnBrk="1" latinLnBrk="0" hangingPunct="1"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5pPr>
      <a:lvl6pPr marL="1662417" algn="l" defTabSz="664967" rtl="0" eaLnBrk="1" latinLnBrk="0" hangingPunct="1"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6pPr>
      <a:lvl7pPr marL="1994902" algn="l" defTabSz="664967" rtl="0" eaLnBrk="1" latinLnBrk="0" hangingPunct="1"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7pPr>
      <a:lvl8pPr marL="2327383" algn="l" defTabSz="664967" rtl="0" eaLnBrk="1" latinLnBrk="0" hangingPunct="1"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8pPr>
      <a:lvl9pPr marL="2659869" algn="l" defTabSz="664967" rtl="0" eaLnBrk="1" latinLnBrk="0" hangingPunct="1">
        <a:defRPr kumimoji="1" sz="13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正方形/長方形 409">
            <a:extLst>
              <a:ext uri="{FF2B5EF4-FFF2-40B4-BE49-F238E27FC236}">
                <a16:creationId xmlns:a16="http://schemas.microsoft.com/office/drawing/2014/main" id="{7708F5A8-D6B2-403C-A9B9-03CF4D21F7DA}"/>
              </a:ext>
            </a:extLst>
          </p:cNvPr>
          <p:cNvSpPr/>
          <p:nvPr/>
        </p:nvSpPr>
        <p:spPr>
          <a:xfrm>
            <a:off x="9748649" y="1343638"/>
            <a:ext cx="2630874" cy="5327947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85" name="正方形/長方形 484">
            <a:extLst>
              <a:ext uri="{FF2B5EF4-FFF2-40B4-BE49-F238E27FC236}">
                <a16:creationId xmlns:a16="http://schemas.microsoft.com/office/drawing/2014/main" id="{FB55D401-76D1-4F18-9BF4-656D8D52B1B9}"/>
              </a:ext>
            </a:extLst>
          </p:cNvPr>
          <p:cNvSpPr/>
          <p:nvPr/>
        </p:nvSpPr>
        <p:spPr>
          <a:xfrm>
            <a:off x="9744701" y="6959618"/>
            <a:ext cx="2638771" cy="2592982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76" name="正方形/長方形 475">
            <a:extLst>
              <a:ext uri="{FF2B5EF4-FFF2-40B4-BE49-F238E27FC236}">
                <a16:creationId xmlns:a16="http://schemas.microsoft.com/office/drawing/2014/main" id="{69638EF8-3618-47F7-ABDA-7116F71F55D6}"/>
              </a:ext>
            </a:extLst>
          </p:cNvPr>
          <p:cNvSpPr/>
          <p:nvPr/>
        </p:nvSpPr>
        <p:spPr>
          <a:xfrm>
            <a:off x="2978043" y="6941806"/>
            <a:ext cx="6580771" cy="1313955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5" name="正方形/長方形 454">
            <a:extLst>
              <a:ext uri="{FF2B5EF4-FFF2-40B4-BE49-F238E27FC236}">
                <a16:creationId xmlns:a16="http://schemas.microsoft.com/office/drawing/2014/main" id="{A94B9980-DF48-475D-A6F3-91C8DE7C4387}"/>
              </a:ext>
            </a:extLst>
          </p:cNvPr>
          <p:cNvSpPr/>
          <p:nvPr/>
        </p:nvSpPr>
        <p:spPr>
          <a:xfrm>
            <a:off x="2978287" y="4192515"/>
            <a:ext cx="6580771" cy="887850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4" name="正方形/長方形 413">
            <a:extLst>
              <a:ext uri="{FF2B5EF4-FFF2-40B4-BE49-F238E27FC236}">
                <a16:creationId xmlns:a16="http://schemas.microsoft.com/office/drawing/2014/main" id="{BF5C6DB8-8249-44D3-8EBD-D97B40B7B575}"/>
              </a:ext>
            </a:extLst>
          </p:cNvPr>
          <p:cNvSpPr/>
          <p:nvPr/>
        </p:nvSpPr>
        <p:spPr>
          <a:xfrm>
            <a:off x="2978561" y="1350352"/>
            <a:ext cx="6580771" cy="1000753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08" name="正方形/長方形 407">
            <a:extLst>
              <a:ext uri="{FF2B5EF4-FFF2-40B4-BE49-F238E27FC236}">
                <a16:creationId xmlns:a16="http://schemas.microsoft.com/office/drawing/2014/main" id="{3794B18E-FD8F-4602-A795-C5727CEBB33C}"/>
              </a:ext>
            </a:extLst>
          </p:cNvPr>
          <p:cNvSpPr/>
          <p:nvPr/>
        </p:nvSpPr>
        <p:spPr>
          <a:xfrm>
            <a:off x="2978287" y="2636457"/>
            <a:ext cx="6580771" cy="1298824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61" name="正方形/長方形 360">
            <a:extLst>
              <a:ext uri="{FF2B5EF4-FFF2-40B4-BE49-F238E27FC236}">
                <a16:creationId xmlns:a16="http://schemas.microsoft.com/office/drawing/2014/main" id="{D99CC8B1-D9C1-4E79-95B6-6C60A79996B3}"/>
              </a:ext>
            </a:extLst>
          </p:cNvPr>
          <p:cNvSpPr/>
          <p:nvPr/>
        </p:nvSpPr>
        <p:spPr>
          <a:xfrm>
            <a:off x="424136" y="2949746"/>
            <a:ext cx="2304000" cy="6602853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622C50E-91BA-465E-86A1-FD1A992CBEDD}"/>
              </a:ext>
            </a:extLst>
          </p:cNvPr>
          <p:cNvSpPr/>
          <p:nvPr/>
        </p:nvSpPr>
        <p:spPr>
          <a:xfrm>
            <a:off x="424136" y="1322369"/>
            <a:ext cx="2304000" cy="1236417"/>
          </a:xfrm>
          <a:prstGeom prst="rect">
            <a:avLst/>
          </a:prstGeom>
          <a:solidFill>
            <a:srgbClr val="F2F2F2"/>
          </a:solidFill>
          <a:ln w="9525">
            <a:solidFill>
              <a:schemeClr val="bg2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vert="horz" wrap="square" lIns="36000" tIns="45720" rIns="36000" bIns="45720" numCol="1" anchor="t" anchorCtr="0" compatLnSpc="1">
            <a:prstTxWarp prst="textNoShape">
              <a:avLst/>
            </a:prstTxWarp>
          </a:bodyPr>
          <a:lstStyle/>
          <a:p>
            <a:pPr defTabSz="987415"/>
            <a:endParaRPr lang="ja-JP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5E318B0-6DCD-4311-AC09-E0D652C0EAEB}"/>
              </a:ext>
            </a:extLst>
          </p:cNvPr>
          <p:cNvSpPr/>
          <p:nvPr/>
        </p:nvSpPr>
        <p:spPr>
          <a:xfrm>
            <a:off x="928800" y="1560600"/>
            <a:ext cx="1117175" cy="372392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マーケティング</a:t>
            </a:r>
            <a:endParaRPr kumimoji="1" lang="en-US" altLang="ja-JP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78EE78C4-D73B-4DAB-9C1E-D9B47CBD0D16}"/>
              </a:ext>
            </a:extLst>
          </p:cNvPr>
          <p:cNvSpPr/>
          <p:nvPr/>
        </p:nvSpPr>
        <p:spPr>
          <a:xfrm>
            <a:off x="911074" y="2086928"/>
            <a:ext cx="1117175" cy="372392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マーケティング</a:t>
            </a:r>
            <a:endParaRPr kumimoji="1" lang="en-US" altLang="ja-JP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活動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A80E418-23F1-42DC-81ED-54B3A84FD98B}"/>
              </a:ext>
            </a:extLst>
          </p:cNvPr>
          <p:cNvSpPr/>
          <p:nvPr/>
        </p:nvSpPr>
        <p:spPr>
          <a:xfrm>
            <a:off x="496144" y="1198977"/>
            <a:ext cx="2160000" cy="216000"/>
          </a:xfrm>
          <a:prstGeom prst="roundRect">
            <a:avLst/>
          </a:prstGeom>
          <a:solidFill>
            <a:srgbClr val="C0C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987415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マーケティング</a:t>
            </a:r>
          </a:p>
        </p:txBody>
      </p:sp>
      <p:sp>
        <p:nvSpPr>
          <p:cNvPr id="245" name="正方形/長方形 244">
            <a:extLst>
              <a:ext uri="{FF2B5EF4-FFF2-40B4-BE49-F238E27FC236}">
                <a16:creationId xmlns:a16="http://schemas.microsoft.com/office/drawing/2014/main" id="{4142C371-3A2D-44D4-89DA-78303D5F765E}"/>
              </a:ext>
            </a:extLst>
          </p:cNvPr>
          <p:cNvSpPr/>
          <p:nvPr/>
        </p:nvSpPr>
        <p:spPr>
          <a:xfrm>
            <a:off x="929982" y="3224877"/>
            <a:ext cx="1116532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営業戦略策定</a:t>
            </a:r>
            <a:endParaRPr kumimoji="1" lang="ja-JP" altLang="en-US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46" name="正方形/長方形 245">
            <a:extLst>
              <a:ext uri="{FF2B5EF4-FFF2-40B4-BE49-F238E27FC236}">
                <a16:creationId xmlns:a16="http://schemas.microsoft.com/office/drawing/2014/main" id="{04C34B5B-F41D-45FC-85AF-30FEB0579F1F}"/>
              </a:ext>
            </a:extLst>
          </p:cNvPr>
          <p:cNvSpPr/>
          <p:nvPr/>
        </p:nvSpPr>
        <p:spPr>
          <a:xfrm>
            <a:off x="929982" y="3702479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アプローチ</a:t>
            </a:r>
          </a:p>
        </p:txBody>
      </p:sp>
      <p:sp>
        <p:nvSpPr>
          <p:cNvPr id="247" name="正方形/長方形 246">
            <a:extLst>
              <a:ext uri="{FF2B5EF4-FFF2-40B4-BE49-F238E27FC236}">
                <a16:creationId xmlns:a16="http://schemas.microsoft.com/office/drawing/2014/main" id="{C8833265-6098-4AB6-B73A-B68FC3419530}"/>
              </a:ext>
            </a:extLst>
          </p:cNvPr>
          <p:cNvSpPr/>
          <p:nvPr/>
        </p:nvSpPr>
        <p:spPr>
          <a:xfrm>
            <a:off x="929982" y="4180081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セリング</a:t>
            </a:r>
          </a:p>
        </p:txBody>
      </p:sp>
      <p:sp>
        <p:nvSpPr>
          <p:cNvPr id="252" name="正方形/長方形 251">
            <a:extLst>
              <a:ext uri="{FF2B5EF4-FFF2-40B4-BE49-F238E27FC236}">
                <a16:creationId xmlns:a16="http://schemas.microsoft.com/office/drawing/2014/main" id="{16D1B303-79FA-4857-B112-401E41F07752}"/>
              </a:ext>
            </a:extLst>
          </p:cNvPr>
          <p:cNvSpPr/>
          <p:nvPr/>
        </p:nvSpPr>
        <p:spPr>
          <a:xfrm>
            <a:off x="929982" y="5127179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契約書作成</a:t>
            </a:r>
          </a:p>
        </p:txBody>
      </p:sp>
      <p:sp>
        <p:nvSpPr>
          <p:cNvPr id="255" name="正方形/長方形 254">
            <a:extLst>
              <a:ext uri="{FF2B5EF4-FFF2-40B4-BE49-F238E27FC236}">
                <a16:creationId xmlns:a16="http://schemas.microsoft.com/office/drawing/2014/main" id="{9B8B5346-137B-4EC9-BA60-2DDF93C1247D}"/>
              </a:ext>
            </a:extLst>
          </p:cNvPr>
          <p:cNvSpPr/>
          <p:nvPr/>
        </p:nvSpPr>
        <p:spPr>
          <a:xfrm>
            <a:off x="2193775" y="4182497"/>
            <a:ext cx="353336" cy="17690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納期確認</a:t>
            </a:r>
          </a:p>
        </p:txBody>
      </p:sp>
      <p:sp>
        <p:nvSpPr>
          <p:cNvPr id="256" name="正方形/長方形 255">
            <a:extLst>
              <a:ext uri="{FF2B5EF4-FFF2-40B4-BE49-F238E27FC236}">
                <a16:creationId xmlns:a16="http://schemas.microsoft.com/office/drawing/2014/main" id="{49CCEA02-D963-409E-89BB-7E239A91454D}"/>
              </a:ext>
            </a:extLst>
          </p:cNvPr>
          <p:cNvSpPr/>
          <p:nvPr/>
        </p:nvSpPr>
        <p:spPr>
          <a:xfrm>
            <a:off x="929982" y="6090489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計上判定</a:t>
            </a:r>
          </a:p>
        </p:txBody>
      </p: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CD9989CA-FE64-44C9-82D6-4F6356358FB7}"/>
              </a:ext>
            </a:extLst>
          </p:cNvPr>
          <p:cNvSpPr/>
          <p:nvPr/>
        </p:nvSpPr>
        <p:spPr>
          <a:xfrm>
            <a:off x="929982" y="6568091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売上計上</a:t>
            </a: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8507AD7-4FC3-4C47-87A2-2750CC8C0B75}"/>
              </a:ext>
            </a:extLst>
          </p:cNvPr>
          <p:cNvSpPr/>
          <p:nvPr/>
        </p:nvSpPr>
        <p:spPr>
          <a:xfrm>
            <a:off x="929982" y="7045693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請求</a:t>
            </a:r>
          </a:p>
        </p:txBody>
      </p:sp>
      <p:sp>
        <p:nvSpPr>
          <p:cNvPr id="260" name="正方形/長方形 259">
            <a:extLst>
              <a:ext uri="{FF2B5EF4-FFF2-40B4-BE49-F238E27FC236}">
                <a16:creationId xmlns:a16="http://schemas.microsoft.com/office/drawing/2014/main" id="{CD1174F7-BD6C-49DA-8737-1BBCA99CC687}"/>
              </a:ext>
            </a:extLst>
          </p:cNvPr>
          <p:cNvSpPr/>
          <p:nvPr/>
        </p:nvSpPr>
        <p:spPr>
          <a:xfrm>
            <a:off x="929982" y="7523295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入金消込</a:t>
            </a: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43036-3349-41ED-945C-5988C3CB58B0}"/>
              </a:ext>
            </a:extLst>
          </p:cNvPr>
          <p:cNvSpPr/>
          <p:nvPr/>
        </p:nvSpPr>
        <p:spPr>
          <a:xfrm>
            <a:off x="2193775" y="6095522"/>
            <a:ext cx="353336" cy="12961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検収取得</a:t>
            </a:r>
          </a:p>
        </p:txBody>
      </p:sp>
      <p:sp>
        <p:nvSpPr>
          <p:cNvPr id="263" name="正方形/長方形 262">
            <a:extLst>
              <a:ext uri="{FF2B5EF4-FFF2-40B4-BE49-F238E27FC236}">
                <a16:creationId xmlns:a16="http://schemas.microsoft.com/office/drawing/2014/main" id="{47F0008C-266C-4C7B-85B1-5811EE6340B8}"/>
              </a:ext>
            </a:extLst>
          </p:cNvPr>
          <p:cNvSpPr/>
          <p:nvPr/>
        </p:nvSpPr>
        <p:spPr>
          <a:xfrm>
            <a:off x="929339" y="8000897"/>
            <a:ext cx="1117175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販売パートナー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管理</a:t>
            </a:r>
          </a:p>
        </p:txBody>
      </p:sp>
      <p:sp>
        <p:nvSpPr>
          <p:cNvPr id="265" name="正方形/長方形 264">
            <a:extLst>
              <a:ext uri="{FF2B5EF4-FFF2-40B4-BE49-F238E27FC236}">
                <a16:creationId xmlns:a16="http://schemas.microsoft.com/office/drawing/2014/main" id="{693487A4-24EB-4C49-8B57-99B34BDE75E7}"/>
              </a:ext>
            </a:extLst>
          </p:cNvPr>
          <p:cNvSpPr/>
          <p:nvPr/>
        </p:nvSpPr>
        <p:spPr>
          <a:xfrm>
            <a:off x="929982" y="5604781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契約締結</a:t>
            </a:r>
          </a:p>
        </p:txBody>
      </p:sp>
      <p:sp>
        <p:nvSpPr>
          <p:cNvPr id="267" name="正方形/長方形 266">
            <a:extLst>
              <a:ext uri="{FF2B5EF4-FFF2-40B4-BE49-F238E27FC236}">
                <a16:creationId xmlns:a16="http://schemas.microsoft.com/office/drawing/2014/main" id="{6E0DE610-02AA-4B55-BBC1-30462CB40DC9}"/>
              </a:ext>
            </a:extLst>
          </p:cNvPr>
          <p:cNvSpPr/>
          <p:nvPr/>
        </p:nvSpPr>
        <p:spPr>
          <a:xfrm>
            <a:off x="929339" y="8956097"/>
            <a:ext cx="1117175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お客様契約管理</a:t>
            </a:r>
          </a:p>
        </p:txBody>
      </p:sp>
      <p:sp>
        <p:nvSpPr>
          <p:cNvPr id="269" name="正方形/長方形 268">
            <a:extLst>
              <a:ext uri="{FF2B5EF4-FFF2-40B4-BE49-F238E27FC236}">
                <a16:creationId xmlns:a16="http://schemas.microsoft.com/office/drawing/2014/main" id="{5818DD29-B567-43D4-A15E-ACAEB0F78B33}"/>
              </a:ext>
            </a:extLst>
          </p:cNvPr>
          <p:cNvSpPr/>
          <p:nvPr/>
        </p:nvSpPr>
        <p:spPr>
          <a:xfrm>
            <a:off x="929339" y="8478499"/>
            <a:ext cx="1117175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業務委託料・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報奨金計算</a:t>
            </a:r>
          </a:p>
        </p:txBody>
      </p:sp>
      <p:sp>
        <p:nvSpPr>
          <p:cNvPr id="270" name="正方形/長方形 269">
            <a:extLst>
              <a:ext uri="{FF2B5EF4-FFF2-40B4-BE49-F238E27FC236}">
                <a16:creationId xmlns:a16="http://schemas.microsoft.com/office/drawing/2014/main" id="{7914E20C-8775-43EA-AB92-9A5EECE3289C}"/>
              </a:ext>
            </a:extLst>
          </p:cNvPr>
          <p:cNvSpPr/>
          <p:nvPr/>
        </p:nvSpPr>
        <p:spPr>
          <a:xfrm>
            <a:off x="3093311" y="7214589"/>
            <a:ext cx="1116532" cy="372392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</a:p>
        </p:txBody>
      </p:sp>
      <p:sp>
        <p:nvSpPr>
          <p:cNvPr id="271" name="正方形/長方形 270">
            <a:extLst>
              <a:ext uri="{FF2B5EF4-FFF2-40B4-BE49-F238E27FC236}">
                <a16:creationId xmlns:a16="http://schemas.microsoft.com/office/drawing/2014/main" id="{6775AFC5-4561-4BFF-AB8D-25705F91ED96}"/>
              </a:ext>
            </a:extLst>
          </p:cNvPr>
          <p:cNvSpPr/>
          <p:nvPr/>
        </p:nvSpPr>
        <p:spPr>
          <a:xfrm>
            <a:off x="4391064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検討</a:t>
            </a:r>
          </a:p>
        </p:txBody>
      </p:sp>
      <p:sp>
        <p:nvSpPr>
          <p:cNvPr id="272" name="正方形/長方形 271">
            <a:extLst>
              <a:ext uri="{FF2B5EF4-FFF2-40B4-BE49-F238E27FC236}">
                <a16:creationId xmlns:a16="http://schemas.microsoft.com/office/drawing/2014/main" id="{A3409514-589A-43BF-9895-6DE27C4B5F6C}"/>
              </a:ext>
            </a:extLst>
          </p:cNvPr>
          <p:cNvSpPr/>
          <p:nvPr/>
        </p:nvSpPr>
        <p:spPr>
          <a:xfrm>
            <a:off x="5688817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提案→提供</a:t>
            </a:r>
          </a:p>
        </p:txBody>
      </p: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C8B91C6C-2888-4EBF-BFE1-2B53694E5B75}"/>
              </a:ext>
            </a:extLst>
          </p:cNvPr>
          <p:cNvSpPr/>
          <p:nvPr/>
        </p:nvSpPr>
        <p:spPr>
          <a:xfrm>
            <a:off x="4391064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料金計算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サービス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8E01FFCE-7328-47C9-B02E-1EBA26992F6F}"/>
              </a:ext>
            </a:extLst>
          </p:cNvPr>
          <p:cNvSpPr/>
          <p:nvPr/>
        </p:nvSpPr>
        <p:spPr>
          <a:xfrm>
            <a:off x="6986570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品質管理</a:t>
            </a: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22AEF766-2477-4A7D-8EE6-6EDE42DD54CC}"/>
              </a:ext>
            </a:extLst>
          </p:cNvPr>
          <p:cNvSpPr/>
          <p:nvPr/>
        </p:nvSpPr>
        <p:spPr>
          <a:xfrm>
            <a:off x="5688817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案件管理</a:t>
            </a: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AA720D15-ACCA-48C4-BBA3-A49FC85A0158}"/>
              </a:ext>
            </a:extLst>
          </p:cNvPr>
          <p:cNvSpPr/>
          <p:nvPr/>
        </p:nvSpPr>
        <p:spPr>
          <a:xfrm>
            <a:off x="6986570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アサイン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計画策定</a:t>
            </a: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6AD8AEBB-A6CE-4FC4-9EEB-7247437DAE34}"/>
              </a:ext>
            </a:extLst>
          </p:cNvPr>
          <p:cNvSpPr/>
          <p:nvPr/>
        </p:nvSpPr>
        <p:spPr>
          <a:xfrm>
            <a:off x="3093311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業務委託料計算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サービス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1C3EBBC6-830E-4CAC-BA82-F8CAAA214A89}"/>
              </a:ext>
            </a:extLst>
          </p:cNvPr>
          <p:cNvSpPr/>
          <p:nvPr/>
        </p:nvSpPr>
        <p:spPr>
          <a:xfrm>
            <a:off x="8284324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スキル情報管理</a:t>
            </a:r>
          </a:p>
        </p:txBody>
      </p:sp>
      <p:sp>
        <p:nvSpPr>
          <p:cNvPr id="293" name="正方形/長方形 292">
            <a:extLst>
              <a:ext uri="{FF2B5EF4-FFF2-40B4-BE49-F238E27FC236}">
                <a16:creationId xmlns:a16="http://schemas.microsoft.com/office/drawing/2014/main" id="{7E292C32-B7A9-4627-A618-50331EF7E4B8}"/>
              </a:ext>
            </a:extLst>
          </p:cNvPr>
          <p:cNvSpPr/>
          <p:nvPr/>
        </p:nvSpPr>
        <p:spPr>
          <a:xfrm>
            <a:off x="3097437" y="2835245"/>
            <a:ext cx="1116532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673" tIns="27673" rIns="27673" bIns="27673" rtlCol="0" anchor="ctr"/>
          <a:lstStyle/>
          <a:p>
            <a:pPr algn="ctr" defTabSz="987415"/>
            <a:r>
              <a:rPr kumimoji="1" lang="zh-TW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物流計画策定</a:t>
            </a:r>
            <a:endParaRPr kumimoji="1" lang="ja-JP" altLang="en-US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4" name="正方形/長方形 293">
            <a:extLst>
              <a:ext uri="{FF2B5EF4-FFF2-40B4-BE49-F238E27FC236}">
                <a16:creationId xmlns:a16="http://schemas.microsoft.com/office/drawing/2014/main" id="{6C4616A4-045D-4D9C-BBD4-AA9E181AE19B}"/>
              </a:ext>
            </a:extLst>
          </p:cNvPr>
          <p:cNvSpPr/>
          <p:nvPr/>
        </p:nvSpPr>
        <p:spPr>
          <a:xfrm>
            <a:off x="4395190" y="3583977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物流作業実績管理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5" name="正方形/長方形 294">
            <a:extLst>
              <a:ext uri="{FF2B5EF4-FFF2-40B4-BE49-F238E27FC236}">
                <a16:creationId xmlns:a16="http://schemas.microsoft.com/office/drawing/2014/main" id="{7B6FAB41-F459-4B8A-A291-E41339AE9519}"/>
              </a:ext>
            </a:extLst>
          </p:cNvPr>
          <p:cNvSpPr/>
          <p:nvPr/>
        </p:nvSpPr>
        <p:spPr>
          <a:xfrm>
            <a:off x="4395190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在庫受払</a:t>
            </a:r>
          </a:p>
        </p:txBody>
      </p:sp>
      <p:sp>
        <p:nvSpPr>
          <p:cNvPr id="296" name="正方形/長方形 295">
            <a:extLst>
              <a:ext uri="{FF2B5EF4-FFF2-40B4-BE49-F238E27FC236}">
                <a16:creationId xmlns:a16="http://schemas.microsoft.com/office/drawing/2014/main" id="{1D1E8474-571D-4BAB-85F3-4A26BB53F210}"/>
              </a:ext>
            </a:extLst>
          </p:cNvPr>
          <p:cNvSpPr/>
          <p:nvPr/>
        </p:nvSpPr>
        <p:spPr>
          <a:xfrm>
            <a:off x="3097437" y="3583977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自社品納期確認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7" name="正方形/長方形 296">
            <a:extLst>
              <a:ext uri="{FF2B5EF4-FFF2-40B4-BE49-F238E27FC236}">
                <a16:creationId xmlns:a16="http://schemas.microsoft.com/office/drawing/2014/main" id="{7CAC2172-5411-452B-AD4A-4A641D01FF59}"/>
              </a:ext>
            </a:extLst>
          </p:cNvPr>
          <p:cNvSpPr/>
          <p:nvPr/>
        </p:nvSpPr>
        <p:spPr>
          <a:xfrm>
            <a:off x="3097437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在庫引当</a:t>
            </a:r>
          </a:p>
        </p:txBody>
      </p:sp>
      <p:sp>
        <p:nvSpPr>
          <p:cNvPr id="298" name="正方形/長方形 297">
            <a:extLst>
              <a:ext uri="{FF2B5EF4-FFF2-40B4-BE49-F238E27FC236}">
                <a16:creationId xmlns:a16="http://schemas.microsoft.com/office/drawing/2014/main" id="{4F019EBC-BE8B-4DEF-9797-EEA18585FF8D}"/>
              </a:ext>
            </a:extLst>
          </p:cNvPr>
          <p:cNvSpPr/>
          <p:nvPr/>
        </p:nvSpPr>
        <p:spPr>
          <a:xfrm>
            <a:off x="5692943" y="2835245"/>
            <a:ext cx="1117175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需要・供給計画管理</a:t>
            </a:r>
          </a:p>
        </p:txBody>
      </p:sp>
      <p:sp>
        <p:nvSpPr>
          <p:cNvPr id="299" name="正方形/長方形 298">
            <a:extLst>
              <a:ext uri="{FF2B5EF4-FFF2-40B4-BE49-F238E27FC236}">
                <a16:creationId xmlns:a16="http://schemas.microsoft.com/office/drawing/2014/main" id="{5F3017E7-C6F5-4CE8-B5FB-D3983029FD1D}"/>
              </a:ext>
            </a:extLst>
          </p:cNvPr>
          <p:cNvSpPr/>
          <p:nvPr/>
        </p:nvSpPr>
        <p:spPr>
          <a:xfrm>
            <a:off x="5692943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棚卸</a:t>
            </a:r>
          </a:p>
        </p:txBody>
      </p:sp>
      <p:sp>
        <p:nvSpPr>
          <p:cNvPr id="300" name="正方形/長方形 299">
            <a:extLst>
              <a:ext uri="{FF2B5EF4-FFF2-40B4-BE49-F238E27FC236}">
                <a16:creationId xmlns:a16="http://schemas.microsoft.com/office/drawing/2014/main" id="{9B208576-6756-43CB-A740-5069C41D4EC8}"/>
              </a:ext>
            </a:extLst>
          </p:cNvPr>
          <p:cNvSpPr/>
          <p:nvPr/>
        </p:nvSpPr>
        <p:spPr>
          <a:xfrm>
            <a:off x="8306546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通関</a:t>
            </a:r>
          </a:p>
        </p:txBody>
      </p:sp>
      <p:sp>
        <p:nvSpPr>
          <p:cNvPr id="302" name="正方形/長方形 301">
            <a:extLst>
              <a:ext uri="{FF2B5EF4-FFF2-40B4-BE49-F238E27FC236}">
                <a16:creationId xmlns:a16="http://schemas.microsoft.com/office/drawing/2014/main" id="{36E1CF24-CE35-41E0-94AD-9C5577FBDD69}"/>
              </a:ext>
            </a:extLst>
          </p:cNvPr>
          <p:cNvSpPr/>
          <p:nvPr/>
        </p:nvSpPr>
        <p:spPr>
          <a:xfrm>
            <a:off x="6990696" y="283524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需要予測</a:t>
            </a:r>
          </a:p>
        </p:txBody>
      </p:sp>
      <p:sp>
        <p:nvSpPr>
          <p:cNvPr id="303" name="正方形/長方形 302">
            <a:extLst>
              <a:ext uri="{FF2B5EF4-FFF2-40B4-BE49-F238E27FC236}">
                <a16:creationId xmlns:a16="http://schemas.microsoft.com/office/drawing/2014/main" id="{92164146-CC72-46C7-9E67-283188FC2DA9}"/>
              </a:ext>
            </a:extLst>
          </p:cNvPr>
          <p:cNvSpPr/>
          <p:nvPr/>
        </p:nvSpPr>
        <p:spPr>
          <a:xfrm>
            <a:off x="6990696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流通加工</a:t>
            </a:r>
          </a:p>
        </p:txBody>
      </p:sp>
      <p:sp>
        <p:nvSpPr>
          <p:cNvPr id="304" name="正方形/長方形 303">
            <a:extLst>
              <a:ext uri="{FF2B5EF4-FFF2-40B4-BE49-F238E27FC236}">
                <a16:creationId xmlns:a16="http://schemas.microsoft.com/office/drawing/2014/main" id="{A8CCDF32-074C-49EE-AF21-38D19EB3D319}"/>
              </a:ext>
            </a:extLst>
          </p:cNvPr>
          <p:cNvSpPr/>
          <p:nvPr/>
        </p:nvSpPr>
        <p:spPr>
          <a:xfrm>
            <a:off x="8313222" y="3583977"/>
            <a:ext cx="1110499" cy="3039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販売終了・供給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サポート終了管理</a:t>
            </a:r>
          </a:p>
        </p:txBody>
      </p:sp>
      <p:sp>
        <p:nvSpPr>
          <p:cNvPr id="305" name="正方形/長方形 304">
            <a:extLst>
              <a:ext uri="{FF2B5EF4-FFF2-40B4-BE49-F238E27FC236}">
                <a16:creationId xmlns:a16="http://schemas.microsoft.com/office/drawing/2014/main" id="{6F942BAF-D299-42F6-8F5F-E1505A8E8EC5}"/>
              </a:ext>
            </a:extLst>
          </p:cNvPr>
          <p:cNvSpPr/>
          <p:nvPr/>
        </p:nvSpPr>
        <p:spPr>
          <a:xfrm>
            <a:off x="4408021" y="2835245"/>
            <a:ext cx="1116532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673" tIns="27673" rIns="27673" bIns="27673" rtlCol="0" anchor="ctr"/>
          <a:lstStyle/>
          <a:p>
            <a:pPr algn="ctr" defTabSz="987415"/>
            <a:r>
              <a:rPr kumimoji="1" lang="zh-TW" altLang="en-US" sz="100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輸配送計画策定</a:t>
            </a:r>
            <a:endParaRPr kumimoji="1" lang="ja-JP" altLang="en-US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06" name="正方形/長方形 305">
            <a:extLst>
              <a:ext uri="{FF2B5EF4-FFF2-40B4-BE49-F238E27FC236}">
                <a16:creationId xmlns:a16="http://schemas.microsoft.com/office/drawing/2014/main" id="{BF482CC3-2D17-4373-B087-F0C2FEB5A6FA}"/>
              </a:ext>
            </a:extLst>
          </p:cNvPr>
          <p:cNvSpPr/>
          <p:nvPr/>
        </p:nvSpPr>
        <p:spPr>
          <a:xfrm>
            <a:off x="5692943" y="3583977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余剰在庫管理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08" name="正方形/長方形 307">
            <a:extLst>
              <a:ext uri="{FF2B5EF4-FFF2-40B4-BE49-F238E27FC236}">
                <a16:creationId xmlns:a16="http://schemas.microsoft.com/office/drawing/2014/main" id="{72B45CC0-D649-4A23-A422-DDE5DFC760F3}"/>
              </a:ext>
            </a:extLst>
          </p:cNvPr>
          <p:cNvSpPr/>
          <p:nvPr/>
        </p:nvSpPr>
        <p:spPr>
          <a:xfrm>
            <a:off x="6990696" y="3587353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業務委託管理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物流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09" name="正方形/長方形 308">
            <a:extLst>
              <a:ext uri="{FF2B5EF4-FFF2-40B4-BE49-F238E27FC236}">
                <a16:creationId xmlns:a16="http://schemas.microsoft.com/office/drawing/2014/main" id="{0D621126-43D5-4BDA-8785-D822FCE937EA}"/>
              </a:ext>
            </a:extLst>
          </p:cNvPr>
          <p:cNvSpPr/>
          <p:nvPr/>
        </p:nvSpPr>
        <p:spPr>
          <a:xfrm>
            <a:off x="3097437" y="1580125"/>
            <a:ext cx="1116532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生産戦略策定</a:t>
            </a:r>
          </a:p>
        </p:txBody>
      </p:sp>
      <p:sp>
        <p:nvSpPr>
          <p:cNvPr id="310" name="正方形/長方形 309">
            <a:extLst>
              <a:ext uri="{FF2B5EF4-FFF2-40B4-BE49-F238E27FC236}">
                <a16:creationId xmlns:a16="http://schemas.microsoft.com/office/drawing/2014/main" id="{C7A77A55-B687-40EC-8425-CBE2C2CFB4CF}"/>
              </a:ext>
            </a:extLst>
          </p:cNvPr>
          <p:cNvSpPr/>
          <p:nvPr/>
        </p:nvSpPr>
        <p:spPr>
          <a:xfrm>
            <a:off x="4395190" y="158012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生産量計画策定</a:t>
            </a:r>
          </a:p>
        </p:txBody>
      </p:sp>
      <p:sp>
        <p:nvSpPr>
          <p:cNvPr id="311" name="正方形/長方形 310">
            <a:extLst>
              <a:ext uri="{FF2B5EF4-FFF2-40B4-BE49-F238E27FC236}">
                <a16:creationId xmlns:a16="http://schemas.microsoft.com/office/drawing/2014/main" id="{2C28333E-5F37-45A0-863B-2BBB9763F35B}"/>
              </a:ext>
            </a:extLst>
          </p:cNvPr>
          <p:cNvSpPr/>
          <p:nvPr/>
        </p:nvSpPr>
        <p:spPr>
          <a:xfrm>
            <a:off x="8300368" y="158012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工場出荷</a:t>
            </a:r>
          </a:p>
        </p:txBody>
      </p:sp>
      <p:sp>
        <p:nvSpPr>
          <p:cNvPr id="312" name="正方形/長方形 311">
            <a:extLst>
              <a:ext uri="{FF2B5EF4-FFF2-40B4-BE49-F238E27FC236}">
                <a16:creationId xmlns:a16="http://schemas.microsoft.com/office/drawing/2014/main" id="{90A42073-F544-4290-BB44-A1EFAE1D3EC4}"/>
              </a:ext>
            </a:extLst>
          </p:cNvPr>
          <p:cNvSpPr/>
          <p:nvPr/>
        </p:nvSpPr>
        <p:spPr>
          <a:xfrm>
            <a:off x="6990696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在庫受払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・棚卸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部材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13" name="正方形/長方形 312">
            <a:extLst>
              <a:ext uri="{FF2B5EF4-FFF2-40B4-BE49-F238E27FC236}">
                <a16:creationId xmlns:a16="http://schemas.microsoft.com/office/drawing/2014/main" id="{C3B69469-D881-429D-906E-9F4BFECFDE5B}"/>
              </a:ext>
            </a:extLst>
          </p:cNvPr>
          <p:cNvSpPr/>
          <p:nvPr/>
        </p:nvSpPr>
        <p:spPr>
          <a:xfrm>
            <a:off x="5692943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部材発注受入</a:t>
            </a:r>
          </a:p>
        </p:txBody>
      </p:sp>
      <p:sp>
        <p:nvSpPr>
          <p:cNvPr id="314" name="正方形/長方形 313">
            <a:extLst>
              <a:ext uri="{FF2B5EF4-FFF2-40B4-BE49-F238E27FC236}">
                <a16:creationId xmlns:a16="http://schemas.microsoft.com/office/drawing/2014/main" id="{AE176925-80A7-4FBB-A7FC-292B37B8CCBA}"/>
              </a:ext>
            </a:extLst>
          </p:cNvPr>
          <p:cNvSpPr/>
          <p:nvPr/>
        </p:nvSpPr>
        <p:spPr>
          <a:xfrm>
            <a:off x="7002615" y="1580125"/>
            <a:ext cx="1116532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製造</a:t>
            </a:r>
            <a:r>
              <a:rPr kumimoji="1" lang="en-US" altLang="ja-JP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生産実行</a:t>
            </a:r>
            <a:r>
              <a:rPr kumimoji="1" lang="en-US" altLang="ja-JP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15" name="正方形/長方形 314">
            <a:extLst>
              <a:ext uri="{FF2B5EF4-FFF2-40B4-BE49-F238E27FC236}">
                <a16:creationId xmlns:a16="http://schemas.microsoft.com/office/drawing/2014/main" id="{C5AD231E-D66B-4DDE-8B6E-7E45DD112B33}"/>
              </a:ext>
            </a:extLst>
          </p:cNvPr>
          <p:cNvSpPr/>
          <p:nvPr/>
        </p:nvSpPr>
        <p:spPr>
          <a:xfrm>
            <a:off x="5664396" y="157588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生産依頼受付</a:t>
            </a:r>
          </a:p>
        </p:txBody>
      </p:sp>
      <p:sp>
        <p:nvSpPr>
          <p:cNvPr id="317" name="正方形/長方形 316">
            <a:extLst>
              <a:ext uri="{FF2B5EF4-FFF2-40B4-BE49-F238E27FC236}">
                <a16:creationId xmlns:a16="http://schemas.microsoft.com/office/drawing/2014/main" id="{7408933C-9C3B-4F9B-B28D-EE524535384B}"/>
              </a:ext>
            </a:extLst>
          </p:cNvPr>
          <p:cNvSpPr/>
          <p:nvPr/>
        </p:nvSpPr>
        <p:spPr>
          <a:xfrm>
            <a:off x="3097437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所要量計算</a:t>
            </a:r>
          </a:p>
        </p:txBody>
      </p:sp>
      <p:sp>
        <p:nvSpPr>
          <p:cNvPr id="318" name="正方形/長方形 317">
            <a:extLst>
              <a:ext uri="{FF2B5EF4-FFF2-40B4-BE49-F238E27FC236}">
                <a16:creationId xmlns:a16="http://schemas.microsoft.com/office/drawing/2014/main" id="{FD6A7C3B-F653-453C-9C26-09A327F67DE4}"/>
              </a:ext>
            </a:extLst>
          </p:cNvPr>
          <p:cNvSpPr/>
          <p:nvPr/>
        </p:nvSpPr>
        <p:spPr>
          <a:xfrm>
            <a:off x="4395190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部材発注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0" name="正方形/長方形 319">
            <a:extLst>
              <a:ext uri="{FF2B5EF4-FFF2-40B4-BE49-F238E27FC236}">
                <a16:creationId xmlns:a16="http://schemas.microsoft.com/office/drawing/2014/main" id="{4F8B2C3F-274A-4431-B315-EEB1D32046D3}"/>
              </a:ext>
            </a:extLst>
          </p:cNvPr>
          <p:cNvSpPr/>
          <p:nvPr/>
        </p:nvSpPr>
        <p:spPr>
          <a:xfrm>
            <a:off x="8313222" y="1923732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リサイクル判定</a:t>
            </a:r>
          </a:p>
        </p:txBody>
      </p:sp>
      <p:sp>
        <p:nvSpPr>
          <p:cNvPr id="322" name="正方形/長方形 321">
            <a:extLst>
              <a:ext uri="{FF2B5EF4-FFF2-40B4-BE49-F238E27FC236}">
                <a16:creationId xmlns:a16="http://schemas.microsoft.com/office/drawing/2014/main" id="{9F2189B4-474D-41B9-9C8D-01E795843CAD}"/>
              </a:ext>
            </a:extLst>
          </p:cNvPr>
          <p:cNvSpPr/>
          <p:nvPr/>
        </p:nvSpPr>
        <p:spPr>
          <a:xfrm>
            <a:off x="3097437" y="473807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他社仕入見積依頼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3" name="正方形/長方形 322">
            <a:extLst>
              <a:ext uri="{FF2B5EF4-FFF2-40B4-BE49-F238E27FC236}">
                <a16:creationId xmlns:a16="http://schemas.microsoft.com/office/drawing/2014/main" id="{B7513EF2-1249-411C-9C38-44B4F8C7801F}"/>
              </a:ext>
            </a:extLst>
          </p:cNvPr>
          <p:cNvSpPr/>
          <p:nvPr/>
        </p:nvSpPr>
        <p:spPr>
          <a:xfrm>
            <a:off x="4395190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発注</a:t>
            </a:r>
          </a:p>
        </p:txBody>
      </p:sp>
      <p:sp>
        <p:nvSpPr>
          <p:cNvPr id="324" name="正方形/長方形 323">
            <a:extLst>
              <a:ext uri="{FF2B5EF4-FFF2-40B4-BE49-F238E27FC236}">
                <a16:creationId xmlns:a16="http://schemas.microsoft.com/office/drawing/2014/main" id="{5DE23D31-F82E-4FA5-AE17-0D58D243AAF9}"/>
              </a:ext>
            </a:extLst>
          </p:cNvPr>
          <p:cNvSpPr/>
          <p:nvPr/>
        </p:nvSpPr>
        <p:spPr>
          <a:xfrm>
            <a:off x="8306546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仕入先情報登録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5" name="正方形/長方形 324">
            <a:extLst>
              <a:ext uri="{FF2B5EF4-FFF2-40B4-BE49-F238E27FC236}">
                <a16:creationId xmlns:a16="http://schemas.microsoft.com/office/drawing/2014/main" id="{1B018FE0-0F91-4FEB-A35C-2342A81CBE80}"/>
              </a:ext>
            </a:extLst>
          </p:cNvPr>
          <p:cNvSpPr/>
          <p:nvPr/>
        </p:nvSpPr>
        <p:spPr>
          <a:xfrm>
            <a:off x="5692943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発注受入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6" name="正方形/長方形 325">
            <a:extLst>
              <a:ext uri="{FF2B5EF4-FFF2-40B4-BE49-F238E27FC236}">
                <a16:creationId xmlns:a16="http://schemas.microsoft.com/office/drawing/2014/main" id="{78A9C4FB-31F0-42EB-9ED3-41980E1AB019}"/>
              </a:ext>
            </a:extLst>
          </p:cNvPr>
          <p:cNvSpPr/>
          <p:nvPr/>
        </p:nvSpPr>
        <p:spPr>
          <a:xfrm>
            <a:off x="3097437" y="4365650"/>
            <a:ext cx="1116532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購買戦略</a:t>
            </a:r>
            <a:endParaRPr kumimoji="1" lang="ja-JP" altLang="en-US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7" name="正方形/長方形 326">
            <a:extLst>
              <a:ext uri="{FF2B5EF4-FFF2-40B4-BE49-F238E27FC236}">
                <a16:creationId xmlns:a16="http://schemas.microsoft.com/office/drawing/2014/main" id="{03ACFA73-21D7-4D7B-8E17-8536DD4070EF}"/>
              </a:ext>
            </a:extLst>
          </p:cNvPr>
          <p:cNvSpPr/>
          <p:nvPr/>
        </p:nvSpPr>
        <p:spPr>
          <a:xfrm>
            <a:off x="5692943" y="473807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他社仕入品</a:t>
            </a:r>
            <a:b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8" name="正方形/長方形 327">
            <a:extLst>
              <a:ext uri="{FF2B5EF4-FFF2-40B4-BE49-F238E27FC236}">
                <a16:creationId xmlns:a16="http://schemas.microsoft.com/office/drawing/2014/main" id="{E8117317-23A8-49C1-B244-AE69E805F7E9}"/>
              </a:ext>
            </a:extLst>
          </p:cNvPr>
          <p:cNvSpPr/>
          <p:nvPr/>
        </p:nvSpPr>
        <p:spPr>
          <a:xfrm>
            <a:off x="4395190" y="473807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他社仕入品</a:t>
            </a:r>
            <a:b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納期確認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9" name="正方形/長方形 328">
            <a:extLst>
              <a:ext uri="{FF2B5EF4-FFF2-40B4-BE49-F238E27FC236}">
                <a16:creationId xmlns:a16="http://schemas.microsoft.com/office/drawing/2014/main" id="{1D68951D-D9C2-4FE8-97E0-352D89765483}"/>
              </a:ext>
            </a:extLst>
          </p:cNvPr>
          <p:cNvSpPr/>
          <p:nvPr/>
        </p:nvSpPr>
        <p:spPr>
          <a:xfrm>
            <a:off x="6990696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仕入先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選定</a:t>
            </a:r>
          </a:p>
        </p:txBody>
      </p:sp>
      <p:sp>
        <p:nvSpPr>
          <p:cNvPr id="331" name="正方形/長方形 330">
            <a:extLst>
              <a:ext uri="{FF2B5EF4-FFF2-40B4-BE49-F238E27FC236}">
                <a16:creationId xmlns:a16="http://schemas.microsoft.com/office/drawing/2014/main" id="{4B73C979-BD43-4B15-B8B5-6F0BD685E3A5}"/>
              </a:ext>
            </a:extLst>
          </p:cNvPr>
          <p:cNvSpPr/>
          <p:nvPr/>
        </p:nvSpPr>
        <p:spPr>
          <a:xfrm>
            <a:off x="11188924" y="160595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財務管理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32" name="正方形/長方形 331">
            <a:extLst>
              <a:ext uri="{FF2B5EF4-FFF2-40B4-BE49-F238E27FC236}">
                <a16:creationId xmlns:a16="http://schemas.microsoft.com/office/drawing/2014/main" id="{060A4B0C-4B52-4386-8F4A-AC09F52824F9}"/>
              </a:ext>
            </a:extLst>
          </p:cNvPr>
          <p:cNvSpPr/>
          <p:nvPr/>
        </p:nvSpPr>
        <p:spPr>
          <a:xfrm>
            <a:off x="9892780" y="1615256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支払・出金管理</a:t>
            </a:r>
          </a:p>
        </p:txBody>
      </p:sp>
      <p:sp>
        <p:nvSpPr>
          <p:cNvPr id="333" name="正方形/長方形 332">
            <a:extLst>
              <a:ext uri="{FF2B5EF4-FFF2-40B4-BE49-F238E27FC236}">
                <a16:creationId xmlns:a16="http://schemas.microsoft.com/office/drawing/2014/main" id="{FFA8352E-9F32-4536-9AFF-78E4743DE8D9}"/>
              </a:ext>
            </a:extLst>
          </p:cNvPr>
          <p:cNvSpPr/>
          <p:nvPr/>
        </p:nvSpPr>
        <p:spPr>
          <a:xfrm>
            <a:off x="9892780" y="2253508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回収・入金管理</a:t>
            </a:r>
          </a:p>
        </p:txBody>
      </p:sp>
      <p:sp>
        <p:nvSpPr>
          <p:cNvPr id="339" name="正方形/長方形 338">
            <a:extLst>
              <a:ext uri="{FF2B5EF4-FFF2-40B4-BE49-F238E27FC236}">
                <a16:creationId xmlns:a16="http://schemas.microsoft.com/office/drawing/2014/main" id="{1D2E89F6-BC50-4FD0-ACAA-DB978C6FAD47}"/>
              </a:ext>
            </a:extLst>
          </p:cNvPr>
          <p:cNvSpPr/>
          <p:nvPr/>
        </p:nvSpPr>
        <p:spPr>
          <a:xfrm>
            <a:off x="9892780" y="350762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原価計算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プロジェクトを含む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1" name="正方形/長方形 340">
            <a:extLst>
              <a:ext uri="{FF2B5EF4-FFF2-40B4-BE49-F238E27FC236}">
                <a16:creationId xmlns:a16="http://schemas.microsoft.com/office/drawing/2014/main" id="{3B3E004F-AB21-499E-BFCB-32900D327FB1}"/>
              </a:ext>
            </a:extLst>
          </p:cNvPr>
          <p:cNvSpPr/>
          <p:nvPr/>
        </p:nvSpPr>
        <p:spPr>
          <a:xfrm>
            <a:off x="11175387" y="759120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情報システム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保守運用</a:t>
            </a:r>
          </a:p>
        </p:txBody>
      </p:sp>
      <p:sp>
        <p:nvSpPr>
          <p:cNvPr id="344" name="正方形/長方形 343">
            <a:extLst>
              <a:ext uri="{FF2B5EF4-FFF2-40B4-BE49-F238E27FC236}">
                <a16:creationId xmlns:a16="http://schemas.microsoft.com/office/drawing/2014/main" id="{99FB5FE6-EC71-4ACC-897F-46F2F2AEDBAB}"/>
              </a:ext>
            </a:extLst>
          </p:cNvPr>
          <p:cNvSpPr/>
          <p:nvPr/>
        </p:nvSpPr>
        <p:spPr>
          <a:xfrm>
            <a:off x="9933580" y="759120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品目情報登録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5" name="正方形/長方形 344">
            <a:extLst>
              <a:ext uri="{FF2B5EF4-FFF2-40B4-BE49-F238E27FC236}">
                <a16:creationId xmlns:a16="http://schemas.microsoft.com/office/drawing/2014/main" id="{9E55249D-61B3-4F95-AED3-FD8EE234082F}"/>
              </a:ext>
            </a:extLst>
          </p:cNvPr>
          <p:cNvSpPr/>
          <p:nvPr/>
        </p:nvSpPr>
        <p:spPr>
          <a:xfrm>
            <a:off x="9933580" y="820440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価格情報登録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6" name="正方形/長方形 345">
            <a:extLst>
              <a:ext uri="{FF2B5EF4-FFF2-40B4-BE49-F238E27FC236}">
                <a16:creationId xmlns:a16="http://schemas.microsoft.com/office/drawing/2014/main" id="{00631EEA-1E71-4007-84AF-2707CB4043D8}"/>
              </a:ext>
            </a:extLst>
          </p:cNvPr>
          <p:cNvSpPr/>
          <p:nvPr/>
        </p:nvSpPr>
        <p:spPr>
          <a:xfrm>
            <a:off x="9933580" y="8817596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市場・取引先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情報登録</a:t>
            </a:r>
          </a:p>
        </p:txBody>
      </p:sp>
      <p:sp>
        <p:nvSpPr>
          <p:cNvPr id="347" name="正方形/長方形 346">
            <a:extLst>
              <a:ext uri="{FF2B5EF4-FFF2-40B4-BE49-F238E27FC236}">
                <a16:creationId xmlns:a16="http://schemas.microsoft.com/office/drawing/2014/main" id="{750DD6E8-D1CF-453F-98F5-66E23E03A0BC}"/>
              </a:ext>
            </a:extLst>
          </p:cNvPr>
          <p:cNvSpPr/>
          <p:nvPr/>
        </p:nvSpPr>
        <p:spPr>
          <a:xfrm>
            <a:off x="11188924" y="4777998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事業別・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案件別損益管理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0DD286E5-FC99-4C2D-8104-C2B0ED1D5FD7}"/>
              </a:ext>
            </a:extLst>
          </p:cNvPr>
          <p:cNvCxnSpPr>
            <a:stCxn id="2" idx="2"/>
            <a:endCxn id="233" idx="0"/>
          </p:cNvCxnSpPr>
          <p:nvPr/>
        </p:nvCxnSpPr>
        <p:spPr>
          <a:xfrm flipH="1">
            <a:off x="1469662" y="1932992"/>
            <a:ext cx="17726" cy="15393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直線矢印コネクタ 357">
            <a:extLst>
              <a:ext uri="{FF2B5EF4-FFF2-40B4-BE49-F238E27FC236}">
                <a16:creationId xmlns:a16="http://schemas.microsoft.com/office/drawing/2014/main" id="{29C837B0-9B95-455F-B8BD-D6542A790633}"/>
              </a:ext>
            </a:extLst>
          </p:cNvPr>
          <p:cNvCxnSpPr>
            <a:cxnSpLocks/>
            <a:stCxn id="245" idx="2"/>
            <a:endCxn id="246" idx="0"/>
          </p:cNvCxnSpPr>
          <p:nvPr/>
        </p:nvCxnSpPr>
        <p:spPr>
          <a:xfrm>
            <a:off x="1488248" y="3584877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四角形: 角を丸くする 363">
            <a:extLst>
              <a:ext uri="{FF2B5EF4-FFF2-40B4-BE49-F238E27FC236}">
                <a16:creationId xmlns:a16="http://schemas.microsoft.com/office/drawing/2014/main" id="{97D7DE0D-F8D7-4A76-9A07-97B37E24101B}"/>
              </a:ext>
            </a:extLst>
          </p:cNvPr>
          <p:cNvSpPr/>
          <p:nvPr/>
        </p:nvSpPr>
        <p:spPr>
          <a:xfrm>
            <a:off x="496144" y="2783153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営業・営業支援</a:t>
            </a:r>
          </a:p>
        </p:txBody>
      </p:sp>
      <p:cxnSp>
        <p:nvCxnSpPr>
          <p:cNvPr id="367" name="直線矢印コネクタ 366">
            <a:extLst>
              <a:ext uri="{FF2B5EF4-FFF2-40B4-BE49-F238E27FC236}">
                <a16:creationId xmlns:a16="http://schemas.microsoft.com/office/drawing/2014/main" id="{AC8DE76C-133C-4EA8-8FCE-C5D4E7F350AA}"/>
              </a:ext>
            </a:extLst>
          </p:cNvPr>
          <p:cNvCxnSpPr>
            <a:cxnSpLocks/>
            <a:stCxn id="247" idx="2"/>
            <a:endCxn id="254" idx="0"/>
          </p:cNvCxnSpPr>
          <p:nvPr/>
        </p:nvCxnSpPr>
        <p:spPr>
          <a:xfrm flipH="1">
            <a:off x="1473684" y="4540081"/>
            <a:ext cx="0" cy="13849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直線矢印コネクタ 369">
            <a:extLst>
              <a:ext uri="{FF2B5EF4-FFF2-40B4-BE49-F238E27FC236}">
                <a16:creationId xmlns:a16="http://schemas.microsoft.com/office/drawing/2014/main" id="{6C6DBE94-F14A-4777-B0BE-8499730E0D77}"/>
              </a:ext>
            </a:extLst>
          </p:cNvPr>
          <p:cNvCxnSpPr>
            <a:cxnSpLocks/>
            <a:stCxn id="252" idx="2"/>
            <a:endCxn id="265" idx="0"/>
          </p:cNvCxnSpPr>
          <p:nvPr/>
        </p:nvCxnSpPr>
        <p:spPr>
          <a:xfrm>
            <a:off x="1488248" y="5487179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直線矢印コネクタ 379">
            <a:extLst>
              <a:ext uri="{FF2B5EF4-FFF2-40B4-BE49-F238E27FC236}">
                <a16:creationId xmlns:a16="http://schemas.microsoft.com/office/drawing/2014/main" id="{2D1C71DE-D58D-425E-AC8C-7199C3CFD3D3}"/>
              </a:ext>
            </a:extLst>
          </p:cNvPr>
          <p:cNvCxnSpPr>
            <a:cxnSpLocks/>
            <a:stCxn id="256" idx="2"/>
            <a:endCxn id="257" idx="0"/>
          </p:cNvCxnSpPr>
          <p:nvPr/>
        </p:nvCxnSpPr>
        <p:spPr>
          <a:xfrm>
            <a:off x="1488248" y="6450489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直線矢印コネクタ 382">
            <a:extLst>
              <a:ext uri="{FF2B5EF4-FFF2-40B4-BE49-F238E27FC236}">
                <a16:creationId xmlns:a16="http://schemas.microsoft.com/office/drawing/2014/main" id="{D0A1B61A-36D8-44A6-B1A3-7AD11C9394A7}"/>
              </a:ext>
            </a:extLst>
          </p:cNvPr>
          <p:cNvCxnSpPr>
            <a:cxnSpLocks/>
            <a:stCxn id="257" idx="2"/>
            <a:endCxn id="259" idx="0"/>
          </p:cNvCxnSpPr>
          <p:nvPr/>
        </p:nvCxnSpPr>
        <p:spPr>
          <a:xfrm>
            <a:off x="1488248" y="6928091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直線矢印コネクタ 385">
            <a:extLst>
              <a:ext uri="{FF2B5EF4-FFF2-40B4-BE49-F238E27FC236}">
                <a16:creationId xmlns:a16="http://schemas.microsoft.com/office/drawing/2014/main" id="{98B638E0-5132-4876-89A2-4CD358D0CF02}"/>
              </a:ext>
            </a:extLst>
          </p:cNvPr>
          <p:cNvCxnSpPr>
            <a:cxnSpLocks/>
            <a:stCxn id="259" idx="2"/>
            <a:endCxn id="260" idx="0"/>
          </p:cNvCxnSpPr>
          <p:nvPr/>
        </p:nvCxnSpPr>
        <p:spPr>
          <a:xfrm>
            <a:off x="1488248" y="7405693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四角形: 角を丸くする 408">
            <a:extLst>
              <a:ext uri="{FF2B5EF4-FFF2-40B4-BE49-F238E27FC236}">
                <a16:creationId xmlns:a16="http://schemas.microsoft.com/office/drawing/2014/main" id="{47E4C974-4F94-4262-9878-E07940B45141}"/>
              </a:ext>
            </a:extLst>
          </p:cNvPr>
          <p:cNvSpPr/>
          <p:nvPr/>
        </p:nvSpPr>
        <p:spPr>
          <a:xfrm>
            <a:off x="3464588" y="2495121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需給・物流</a:t>
            </a:r>
          </a:p>
        </p:txBody>
      </p:sp>
      <p:sp>
        <p:nvSpPr>
          <p:cNvPr id="411" name="四角形: 角を丸くする 410">
            <a:extLst>
              <a:ext uri="{FF2B5EF4-FFF2-40B4-BE49-F238E27FC236}">
                <a16:creationId xmlns:a16="http://schemas.microsoft.com/office/drawing/2014/main" id="{2E194C17-7773-406B-BA38-F4DC4CD81418}"/>
              </a:ext>
            </a:extLst>
          </p:cNvPr>
          <p:cNvSpPr/>
          <p:nvPr/>
        </p:nvSpPr>
        <p:spPr>
          <a:xfrm>
            <a:off x="9984086" y="127098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財務管理・管理会計</a:t>
            </a:r>
          </a:p>
        </p:txBody>
      </p:sp>
      <p:sp>
        <p:nvSpPr>
          <p:cNvPr id="423" name="四角形: 角を丸くする 422">
            <a:extLst>
              <a:ext uri="{FF2B5EF4-FFF2-40B4-BE49-F238E27FC236}">
                <a16:creationId xmlns:a16="http://schemas.microsoft.com/office/drawing/2014/main" id="{22306C78-EE42-4081-B334-6282FBD52B5C}"/>
              </a:ext>
            </a:extLst>
          </p:cNvPr>
          <p:cNvSpPr/>
          <p:nvPr/>
        </p:nvSpPr>
        <p:spPr>
          <a:xfrm>
            <a:off x="3464588" y="1198977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製造</a:t>
            </a:r>
          </a:p>
        </p:txBody>
      </p:sp>
      <p:sp>
        <p:nvSpPr>
          <p:cNvPr id="474" name="四角形: 角を丸くする 473">
            <a:extLst>
              <a:ext uri="{FF2B5EF4-FFF2-40B4-BE49-F238E27FC236}">
                <a16:creationId xmlns:a16="http://schemas.microsoft.com/office/drawing/2014/main" id="{86C666E7-E8BE-476D-9A10-71529D4C0229}"/>
              </a:ext>
            </a:extLst>
          </p:cNvPr>
          <p:cNvSpPr/>
          <p:nvPr/>
        </p:nvSpPr>
        <p:spPr>
          <a:xfrm>
            <a:off x="3464588" y="4079297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購買</a:t>
            </a:r>
          </a:p>
        </p:txBody>
      </p:sp>
      <p:sp>
        <p:nvSpPr>
          <p:cNvPr id="477" name="四角形: 角を丸くする 476">
            <a:extLst>
              <a:ext uri="{FF2B5EF4-FFF2-40B4-BE49-F238E27FC236}">
                <a16:creationId xmlns:a16="http://schemas.microsoft.com/office/drawing/2014/main" id="{1293F002-CB1B-4718-8C97-21A491290768}"/>
              </a:ext>
            </a:extLst>
          </p:cNvPr>
          <p:cNvSpPr/>
          <p:nvPr/>
        </p:nvSpPr>
        <p:spPr>
          <a:xfrm>
            <a:off x="3464588" y="6815601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ソリューション・サービス</a:t>
            </a:r>
          </a:p>
        </p:txBody>
      </p:sp>
      <p:sp>
        <p:nvSpPr>
          <p:cNvPr id="488" name="四角形: 角を丸くする 487">
            <a:extLst>
              <a:ext uri="{FF2B5EF4-FFF2-40B4-BE49-F238E27FC236}">
                <a16:creationId xmlns:a16="http://schemas.microsoft.com/office/drawing/2014/main" id="{D2AE6AB6-116F-419A-870C-ABA1E79B827A}"/>
              </a:ext>
            </a:extLst>
          </p:cNvPr>
          <p:cNvSpPr/>
          <p:nvPr/>
        </p:nvSpPr>
        <p:spPr>
          <a:xfrm>
            <a:off x="9984086" y="6815601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ビジネス・サポート</a:t>
            </a:r>
          </a:p>
        </p:txBody>
      </p:sp>
      <p:cxnSp>
        <p:nvCxnSpPr>
          <p:cNvPr id="505" name="直線矢印コネクタ 504">
            <a:extLst>
              <a:ext uri="{FF2B5EF4-FFF2-40B4-BE49-F238E27FC236}">
                <a16:creationId xmlns:a16="http://schemas.microsoft.com/office/drawing/2014/main" id="{F83B5EE1-3245-4F52-8BA2-33ACE13EDDF6}"/>
              </a:ext>
            </a:extLst>
          </p:cNvPr>
          <p:cNvCxnSpPr>
            <a:cxnSpLocks/>
            <a:stCxn id="309" idx="3"/>
            <a:endCxn id="310" idx="1"/>
          </p:cNvCxnSpPr>
          <p:nvPr/>
        </p:nvCxnSpPr>
        <p:spPr>
          <a:xfrm>
            <a:off x="4213969" y="1724944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直線矢印コネクタ 511">
            <a:extLst>
              <a:ext uri="{FF2B5EF4-FFF2-40B4-BE49-F238E27FC236}">
                <a16:creationId xmlns:a16="http://schemas.microsoft.com/office/drawing/2014/main" id="{9D0E6B93-F6F9-4BF0-9D6D-65FE5CE41D0A}"/>
              </a:ext>
            </a:extLst>
          </p:cNvPr>
          <p:cNvCxnSpPr>
            <a:cxnSpLocks/>
            <a:stCxn id="310" idx="3"/>
            <a:endCxn id="315" idx="1"/>
          </p:cNvCxnSpPr>
          <p:nvPr/>
        </p:nvCxnSpPr>
        <p:spPr>
          <a:xfrm flipV="1">
            <a:off x="5511722" y="1720704"/>
            <a:ext cx="152674" cy="424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直線矢印コネクタ 512">
            <a:extLst>
              <a:ext uri="{FF2B5EF4-FFF2-40B4-BE49-F238E27FC236}">
                <a16:creationId xmlns:a16="http://schemas.microsoft.com/office/drawing/2014/main" id="{EAEF5535-7D80-4032-8ECD-8EB4D5A56763}"/>
              </a:ext>
            </a:extLst>
          </p:cNvPr>
          <p:cNvCxnSpPr>
            <a:cxnSpLocks/>
            <a:stCxn id="314" idx="3"/>
            <a:endCxn id="311" idx="1"/>
          </p:cNvCxnSpPr>
          <p:nvPr/>
        </p:nvCxnSpPr>
        <p:spPr>
          <a:xfrm>
            <a:off x="8119147" y="1724944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直線矢印コネクタ 513">
            <a:extLst>
              <a:ext uri="{FF2B5EF4-FFF2-40B4-BE49-F238E27FC236}">
                <a16:creationId xmlns:a16="http://schemas.microsoft.com/office/drawing/2014/main" id="{2959C29F-4386-45D2-B5D3-0142BD8602B2}"/>
              </a:ext>
            </a:extLst>
          </p:cNvPr>
          <p:cNvCxnSpPr>
            <a:cxnSpLocks/>
            <a:stCxn id="270" idx="3"/>
            <a:endCxn id="271" idx="1"/>
          </p:cNvCxnSpPr>
          <p:nvPr/>
        </p:nvCxnSpPr>
        <p:spPr>
          <a:xfrm>
            <a:off x="4209843" y="7400785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直線矢印コネクタ 514">
            <a:extLst>
              <a:ext uri="{FF2B5EF4-FFF2-40B4-BE49-F238E27FC236}">
                <a16:creationId xmlns:a16="http://schemas.microsoft.com/office/drawing/2014/main" id="{84DF0F1E-A30D-4430-B0A1-162D5347566A}"/>
              </a:ext>
            </a:extLst>
          </p:cNvPr>
          <p:cNvCxnSpPr>
            <a:cxnSpLocks/>
            <a:stCxn id="271" idx="3"/>
            <a:endCxn id="272" idx="1"/>
          </p:cNvCxnSpPr>
          <p:nvPr/>
        </p:nvCxnSpPr>
        <p:spPr>
          <a:xfrm>
            <a:off x="5507596" y="7400785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直線矢印コネクタ 564">
            <a:extLst>
              <a:ext uri="{FF2B5EF4-FFF2-40B4-BE49-F238E27FC236}">
                <a16:creationId xmlns:a16="http://schemas.microsoft.com/office/drawing/2014/main" id="{54A88606-A953-4A9E-A0FC-BF5EC7EB705C}"/>
              </a:ext>
            </a:extLst>
          </p:cNvPr>
          <p:cNvCxnSpPr>
            <a:cxnSpLocks/>
            <a:stCxn id="318" idx="3"/>
            <a:endCxn id="313" idx="1"/>
          </p:cNvCxnSpPr>
          <p:nvPr/>
        </p:nvCxnSpPr>
        <p:spPr>
          <a:xfrm>
            <a:off x="5511722" y="2088800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7" name="四角形: 角を丸くする 706">
            <a:extLst>
              <a:ext uri="{FF2B5EF4-FFF2-40B4-BE49-F238E27FC236}">
                <a16:creationId xmlns:a16="http://schemas.microsoft.com/office/drawing/2014/main" id="{7DCDCE38-AD06-423B-B315-8F8EC4B7B3EE}"/>
              </a:ext>
            </a:extLst>
          </p:cNvPr>
          <p:cNvSpPr/>
          <p:nvPr/>
        </p:nvSpPr>
        <p:spPr>
          <a:xfrm>
            <a:off x="9984086" y="702248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情報システム</a:t>
            </a:r>
            <a:r>
              <a:rPr kumimoji="1" lang="en-US" altLang="ja-JP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/</a:t>
            </a:r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業務改革</a:t>
            </a:r>
            <a:endParaRPr kumimoji="1" lang="en-US" altLang="ja-JP" sz="1400" b="1" dirty="0">
              <a:solidFill>
                <a:schemeClr val="bg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6" name="正方形/長方形 505">
            <a:extLst>
              <a:ext uri="{FF2B5EF4-FFF2-40B4-BE49-F238E27FC236}">
                <a16:creationId xmlns:a16="http://schemas.microsoft.com/office/drawing/2014/main" id="{DF228DE6-C7F8-4C44-B045-30260486E886}"/>
              </a:ext>
            </a:extLst>
          </p:cNvPr>
          <p:cNvSpPr/>
          <p:nvPr/>
        </p:nvSpPr>
        <p:spPr>
          <a:xfrm>
            <a:off x="2978043" y="5357630"/>
            <a:ext cx="6580771" cy="1313955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7" name="四角形: 角を丸くする 506">
            <a:extLst>
              <a:ext uri="{FF2B5EF4-FFF2-40B4-BE49-F238E27FC236}">
                <a16:creationId xmlns:a16="http://schemas.microsoft.com/office/drawing/2014/main" id="{3A7A01D5-4460-48D5-B956-C9F2EC21A87F}"/>
              </a:ext>
            </a:extLst>
          </p:cNvPr>
          <p:cNvSpPr/>
          <p:nvPr/>
        </p:nvSpPr>
        <p:spPr>
          <a:xfrm>
            <a:off x="3464588" y="523142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</a:p>
        </p:txBody>
      </p:sp>
      <p:sp>
        <p:nvSpPr>
          <p:cNvPr id="508" name="正方形/長方形 507">
            <a:extLst>
              <a:ext uri="{FF2B5EF4-FFF2-40B4-BE49-F238E27FC236}">
                <a16:creationId xmlns:a16="http://schemas.microsoft.com/office/drawing/2014/main" id="{B973957C-DA83-4FC1-B9EA-394800645380}"/>
              </a:ext>
            </a:extLst>
          </p:cNvPr>
          <p:cNvSpPr/>
          <p:nvPr/>
        </p:nvSpPr>
        <p:spPr>
          <a:xfrm>
            <a:off x="2978043" y="8569917"/>
            <a:ext cx="6580771" cy="981988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9" name="四角形: 角を丸くする 508">
            <a:extLst>
              <a:ext uri="{FF2B5EF4-FFF2-40B4-BE49-F238E27FC236}">
                <a16:creationId xmlns:a16="http://schemas.microsoft.com/office/drawing/2014/main" id="{117F9CA5-9F4B-452C-817D-95085D3CC790}"/>
              </a:ext>
            </a:extLst>
          </p:cNvPr>
          <p:cNvSpPr/>
          <p:nvPr/>
        </p:nvSpPr>
        <p:spPr>
          <a:xfrm>
            <a:off x="3464588" y="847178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顧客管理</a:t>
            </a: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1617B97C-4A1B-4383-A419-B9573C69AE66}"/>
              </a:ext>
            </a:extLst>
          </p:cNvPr>
          <p:cNvSpPr/>
          <p:nvPr/>
        </p:nvSpPr>
        <p:spPr>
          <a:xfrm>
            <a:off x="3097193" y="8796632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顧客情報登録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36" name="正方形/長方形 235">
            <a:extLst>
              <a:ext uri="{FF2B5EF4-FFF2-40B4-BE49-F238E27FC236}">
                <a16:creationId xmlns:a16="http://schemas.microsoft.com/office/drawing/2014/main" id="{62E5355E-6D4E-4FE7-AB37-3965D18880B8}"/>
              </a:ext>
            </a:extLst>
          </p:cNvPr>
          <p:cNvSpPr/>
          <p:nvPr/>
        </p:nvSpPr>
        <p:spPr>
          <a:xfrm>
            <a:off x="4394946" y="8799570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クレーム・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問合せ対応</a:t>
            </a:r>
          </a:p>
        </p:txBody>
      </p:sp>
      <p:sp>
        <p:nvSpPr>
          <p:cNvPr id="237" name="正方形/長方形 236">
            <a:extLst>
              <a:ext uri="{FF2B5EF4-FFF2-40B4-BE49-F238E27FC236}">
                <a16:creationId xmlns:a16="http://schemas.microsoft.com/office/drawing/2014/main" id="{E90CA838-03C6-440D-A557-BC4AFB0165E3}"/>
              </a:ext>
            </a:extLst>
          </p:cNvPr>
          <p:cNvSpPr/>
          <p:nvPr/>
        </p:nvSpPr>
        <p:spPr>
          <a:xfrm>
            <a:off x="5654411" y="8785213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お客様問合せ対応</a:t>
            </a:r>
          </a:p>
        </p:txBody>
      </p:sp>
      <p:sp>
        <p:nvSpPr>
          <p:cNvPr id="239" name="正方形/長方形 238">
            <a:extLst>
              <a:ext uri="{FF2B5EF4-FFF2-40B4-BE49-F238E27FC236}">
                <a16:creationId xmlns:a16="http://schemas.microsoft.com/office/drawing/2014/main" id="{D8B02DAB-8EAB-4FBF-A617-97B13F70064D}"/>
              </a:ext>
            </a:extLst>
          </p:cNvPr>
          <p:cNvSpPr/>
          <p:nvPr/>
        </p:nvSpPr>
        <p:spPr>
          <a:xfrm>
            <a:off x="3097193" y="9179185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信用状況管理</a:t>
            </a:r>
          </a:p>
        </p:txBody>
      </p:sp>
      <p:sp>
        <p:nvSpPr>
          <p:cNvPr id="240" name="正方形/長方形 239">
            <a:extLst>
              <a:ext uri="{FF2B5EF4-FFF2-40B4-BE49-F238E27FC236}">
                <a16:creationId xmlns:a16="http://schemas.microsoft.com/office/drawing/2014/main" id="{5075D01B-5E70-404A-9F64-C56BC07A880B}"/>
              </a:ext>
            </a:extLst>
          </p:cNvPr>
          <p:cNvSpPr/>
          <p:nvPr/>
        </p:nvSpPr>
        <p:spPr>
          <a:xfrm>
            <a:off x="6990452" y="8799570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お客様接点情報配信</a:t>
            </a:r>
          </a:p>
        </p:txBody>
      </p:sp>
      <p:sp>
        <p:nvSpPr>
          <p:cNvPr id="241" name="正方形/長方形 240">
            <a:extLst>
              <a:ext uri="{FF2B5EF4-FFF2-40B4-BE49-F238E27FC236}">
                <a16:creationId xmlns:a16="http://schemas.microsoft.com/office/drawing/2014/main" id="{0A251DE0-3B0B-4A58-96A8-6F5C51D17914}"/>
              </a:ext>
            </a:extLst>
          </p:cNvPr>
          <p:cNvSpPr/>
          <p:nvPr/>
        </p:nvSpPr>
        <p:spPr>
          <a:xfrm>
            <a:off x="8306302" y="8799570"/>
            <a:ext cx="1034421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お客様満足度分析</a:t>
            </a: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90F04673-3924-4063-8C98-A6ED993AEF45}"/>
              </a:ext>
            </a:extLst>
          </p:cNvPr>
          <p:cNvSpPr/>
          <p:nvPr/>
        </p:nvSpPr>
        <p:spPr>
          <a:xfrm>
            <a:off x="3097193" y="5554184"/>
            <a:ext cx="1034421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  <a:br>
              <a:rPr kumimoji="1" lang="en-US" altLang="ja-JP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874D7244-14FB-4173-BB2C-D30D50B45ED7}"/>
              </a:ext>
            </a:extLst>
          </p:cNvPr>
          <p:cNvSpPr/>
          <p:nvPr/>
        </p:nvSpPr>
        <p:spPr>
          <a:xfrm>
            <a:off x="5692699" y="5554184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作業実施</a:t>
            </a: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850DD6DE-3A50-4E3E-96CA-A7F03AA12048}"/>
              </a:ext>
            </a:extLst>
          </p:cNvPr>
          <p:cNvSpPr/>
          <p:nvPr/>
        </p:nvSpPr>
        <p:spPr>
          <a:xfrm>
            <a:off x="4394946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料金計算</a:t>
            </a:r>
            <a:b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機械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01D28D58-BF1C-4E7E-ABFC-3AE1132ACA87}"/>
              </a:ext>
            </a:extLst>
          </p:cNvPr>
          <p:cNvSpPr/>
          <p:nvPr/>
        </p:nvSpPr>
        <p:spPr>
          <a:xfrm>
            <a:off x="4394946" y="63178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消耗品自動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配送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4" name="正方形/長方形 283">
            <a:extLst>
              <a:ext uri="{FF2B5EF4-FFF2-40B4-BE49-F238E27FC236}">
                <a16:creationId xmlns:a16="http://schemas.microsoft.com/office/drawing/2014/main" id="{73104199-C2B6-4549-83E5-BA8179114042}"/>
              </a:ext>
            </a:extLst>
          </p:cNvPr>
          <p:cNvSpPr/>
          <p:nvPr/>
        </p:nvSpPr>
        <p:spPr>
          <a:xfrm>
            <a:off x="5692699" y="63178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業務委託料計算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64EB003E-9CA0-4B12-A5B2-AA28483C8173}"/>
              </a:ext>
            </a:extLst>
          </p:cNvPr>
          <p:cNvSpPr/>
          <p:nvPr/>
        </p:nvSpPr>
        <p:spPr>
          <a:xfrm>
            <a:off x="3097193" y="63178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消耗品配送方式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策定</a:t>
            </a:r>
          </a:p>
        </p:txBody>
      </p:sp>
      <p:sp>
        <p:nvSpPr>
          <p:cNvPr id="286" name="正方形/長方形 285">
            <a:extLst>
              <a:ext uri="{FF2B5EF4-FFF2-40B4-BE49-F238E27FC236}">
                <a16:creationId xmlns:a16="http://schemas.microsoft.com/office/drawing/2014/main" id="{76E3EBF1-E8C4-4EFA-99A2-0BEF3969D231}"/>
              </a:ext>
            </a:extLst>
          </p:cNvPr>
          <p:cNvSpPr/>
          <p:nvPr/>
        </p:nvSpPr>
        <p:spPr>
          <a:xfrm>
            <a:off x="4394946" y="5554184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訪問計画策定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7" name="正方形/長方形 286">
            <a:extLst>
              <a:ext uri="{FF2B5EF4-FFF2-40B4-BE49-F238E27FC236}">
                <a16:creationId xmlns:a16="http://schemas.microsoft.com/office/drawing/2014/main" id="{291A8EC9-595C-416D-B48F-503EDA313BF0}"/>
              </a:ext>
            </a:extLst>
          </p:cNvPr>
          <p:cNvSpPr/>
          <p:nvPr/>
        </p:nvSpPr>
        <p:spPr>
          <a:xfrm>
            <a:off x="5692699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機械通知対応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8" name="正方形/長方形 287">
            <a:extLst>
              <a:ext uri="{FF2B5EF4-FFF2-40B4-BE49-F238E27FC236}">
                <a16:creationId xmlns:a16="http://schemas.microsoft.com/office/drawing/2014/main" id="{B9987344-817E-40EE-A234-EFD2DB38570E}"/>
              </a:ext>
            </a:extLst>
          </p:cNvPr>
          <p:cNvSpPr/>
          <p:nvPr/>
        </p:nvSpPr>
        <p:spPr>
          <a:xfrm>
            <a:off x="3097193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メーター情報収集</a:t>
            </a:r>
          </a:p>
        </p:txBody>
      </p:sp>
      <p:sp>
        <p:nvSpPr>
          <p:cNvPr id="289" name="正方形/長方形 288">
            <a:extLst>
              <a:ext uri="{FF2B5EF4-FFF2-40B4-BE49-F238E27FC236}">
                <a16:creationId xmlns:a16="http://schemas.microsoft.com/office/drawing/2014/main" id="{8C7383CE-FB5F-40A9-A454-6EF24C994AC6}"/>
              </a:ext>
            </a:extLst>
          </p:cNvPr>
          <p:cNvSpPr/>
          <p:nvPr/>
        </p:nvSpPr>
        <p:spPr>
          <a:xfrm>
            <a:off x="6990452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機械情報管理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0" name="正方形/長方形 289">
            <a:extLst>
              <a:ext uri="{FF2B5EF4-FFF2-40B4-BE49-F238E27FC236}">
                <a16:creationId xmlns:a16="http://schemas.microsoft.com/office/drawing/2014/main" id="{B32320EA-89B5-4903-88FC-4CA3CC3C035F}"/>
              </a:ext>
            </a:extLst>
          </p:cNvPr>
          <p:cNvSpPr/>
          <p:nvPr/>
        </p:nvSpPr>
        <p:spPr>
          <a:xfrm>
            <a:off x="8318707" y="59304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品質管理</a:t>
            </a:r>
          </a:p>
        </p:txBody>
      </p:sp>
      <p:sp>
        <p:nvSpPr>
          <p:cNvPr id="291" name="正方形/長方形 290">
            <a:extLst>
              <a:ext uri="{FF2B5EF4-FFF2-40B4-BE49-F238E27FC236}">
                <a16:creationId xmlns:a16="http://schemas.microsoft.com/office/drawing/2014/main" id="{BE2F99A5-8D86-482A-B9BB-CEF04E850154}"/>
              </a:ext>
            </a:extLst>
          </p:cNvPr>
          <p:cNvSpPr/>
          <p:nvPr/>
        </p:nvSpPr>
        <p:spPr>
          <a:xfrm>
            <a:off x="6990452" y="5554184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ナレッジ対応</a:t>
            </a:r>
          </a:p>
        </p:txBody>
      </p:sp>
      <p:cxnSp>
        <p:nvCxnSpPr>
          <p:cNvPr id="510" name="直線矢印コネクタ 509">
            <a:extLst>
              <a:ext uri="{FF2B5EF4-FFF2-40B4-BE49-F238E27FC236}">
                <a16:creationId xmlns:a16="http://schemas.microsoft.com/office/drawing/2014/main" id="{9A4FDC17-8C33-4D40-A52C-0D1CDF00A04A}"/>
              </a:ext>
            </a:extLst>
          </p:cNvPr>
          <p:cNvCxnSpPr>
            <a:cxnSpLocks/>
            <a:stCxn id="246" idx="2"/>
            <a:endCxn id="247" idx="0"/>
          </p:cNvCxnSpPr>
          <p:nvPr/>
        </p:nvCxnSpPr>
        <p:spPr>
          <a:xfrm>
            <a:off x="1488248" y="4062479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6" name="正方形/長方形 405">
            <a:extLst>
              <a:ext uri="{FF2B5EF4-FFF2-40B4-BE49-F238E27FC236}">
                <a16:creationId xmlns:a16="http://schemas.microsoft.com/office/drawing/2014/main" id="{53C0132C-6F1B-48E5-A283-B4D2CA6B1F33}"/>
              </a:ext>
            </a:extLst>
          </p:cNvPr>
          <p:cNvSpPr/>
          <p:nvPr/>
        </p:nvSpPr>
        <p:spPr>
          <a:xfrm>
            <a:off x="9892780" y="4166346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一般会計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単体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2" name="正方形/長方形 411">
            <a:extLst>
              <a:ext uri="{FF2B5EF4-FFF2-40B4-BE49-F238E27FC236}">
                <a16:creationId xmlns:a16="http://schemas.microsoft.com/office/drawing/2014/main" id="{87B6C99D-71B0-4CBB-92BF-F8BA2B5F2559}"/>
              </a:ext>
            </a:extLst>
          </p:cNvPr>
          <p:cNvSpPr/>
          <p:nvPr/>
        </p:nvSpPr>
        <p:spPr>
          <a:xfrm>
            <a:off x="9892780" y="4774303"/>
            <a:ext cx="1116532" cy="372392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一般会計</a:t>
            </a:r>
            <a:r>
              <a:rPr kumimoji="1" lang="en-US" altLang="zh-TW" sz="100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連結</a:t>
            </a:r>
            <a:r>
              <a:rPr kumimoji="1" lang="en-US" altLang="zh-TW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3" name="正方形/長方形 412">
            <a:extLst>
              <a:ext uri="{FF2B5EF4-FFF2-40B4-BE49-F238E27FC236}">
                <a16:creationId xmlns:a16="http://schemas.microsoft.com/office/drawing/2014/main" id="{B46AE3FC-D764-4946-9CC3-2C16C1AECB5A}"/>
              </a:ext>
            </a:extLst>
          </p:cNvPr>
          <p:cNvSpPr/>
          <p:nvPr/>
        </p:nvSpPr>
        <p:spPr>
          <a:xfrm>
            <a:off x="9892780" y="287668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売上・棚卸資産</a:t>
            </a:r>
          </a:p>
        </p:txBody>
      </p:sp>
      <p:sp>
        <p:nvSpPr>
          <p:cNvPr id="465" name="正方形/長方形 464">
            <a:extLst>
              <a:ext uri="{FF2B5EF4-FFF2-40B4-BE49-F238E27FC236}">
                <a16:creationId xmlns:a16="http://schemas.microsoft.com/office/drawing/2014/main" id="{E5D57477-5161-4CF8-80E6-EBB648795ABA}"/>
              </a:ext>
            </a:extLst>
          </p:cNvPr>
          <p:cNvSpPr/>
          <p:nvPr/>
        </p:nvSpPr>
        <p:spPr>
          <a:xfrm>
            <a:off x="11188924" y="4154938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計画・立案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管理会計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4" name="正方形/長方形 503">
            <a:extLst>
              <a:ext uri="{FF2B5EF4-FFF2-40B4-BE49-F238E27FC236}">
                <a16:creationId xmlns:a16="http://schemas.microsoft.com/office/drawing/2014/main" id="{7B82E3B4-2D90-425E-9882-865894D07837}"/>
              </a:ext>
            </a:extLst>
          </p:cNvPr>
          <p:cNvSpPr/>
          <p:nvPr/>
        </p:nvSpPr>
        <p:spPr>
          <a:xfrm>
            <a:off x="11188924" y="541472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業績・見通予測管理</a:t>
            </a:r>
          </a:p>
        </p:txBody>
      </p:sp>
      <p:cxnSp>
        <p:nvCxnSpPr>
          <p:cNvPr id="552" name="直線矢印コネクタ 551">
            <a:extLst>
              <a:ext uri="{FF2B5EF4-FFF2-40B4-BE49-F238E27FC236}">
                <a16:creationId xmlns:a16="http://schemas.microsoft.com/office/drawing/2014/main" id="{315F52CE-00D5-4D51-A698-4079B178F4D1}"/>
              </a:ext>
            </a:extLst>
          </p:cNvPr>
          <p:cNvCxnSpPr>
            <a:cxnSpLocks/>
            <a:stCxn id="315" idx="3"/>
            <a:endCxn id="314" idx="1"/>
          </p:cNvCxnSpPr>
          <p:nvPr/>
        </p:nvCxnSpPr>
        <p:spPr>
          <a:xfrm>
            <a:off x="6780928" y="1720704"/>
            <a:ext cx="221687" cy="424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0" name="楕円 629">
            <a:extLst>
              <a:ext uri="{FF2B5EF4-FFF2-40B4-BE49-F238E27FC236}">
                <a16:creationId xmlns:a16="http://schemas.microsoft.com/office/drawing/2014/main" id="{E9EFB2CC-3EA2-43E0-B202-DA941AD5F547}"/>
              </a:ext>
            </a:extLst>
          </p:cNvPr>
          <p:cNvSpPr/>
          <p:nvPr/>
        </p:nvSpPr>
        <p:spPr>
          <a:xfrm>
            <a:off x="109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3" name="正方形/長方形 742">
            <a:extLst>
              <a:ext uri="{FF2B5EF4-FFF2-40B4-BE49-F238E27FC236}">
                <a16:creationId xmlns:a16="http://schemas.microsoft.com/office/drawing/2014/main" id="{DCC34A0F-0640-4B20-A761-BC81228C2AED}"/>
              </a:ext>
            </a:extLst>
          </p:cNvPr>
          <p:cNvSpPr/>
          <p:nvPr/>
        </p:nvSpPr>
        <p:spPr>
          <a:xfrm>
            <a:off x="-3392288" y="3864664"/>
            <a:ext cx="3240000" cy="936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タイムリーな情報提供による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向上：⑨⑪⑫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情報共有・集約による需要予測の精度向上・業務の迅速化：③⑫</a:t>
            </a: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標準化・自動化による業務削減・業務品質向上：㉞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04" name="正方形/長方形 403">
            <a:extLst>
              <a:ext uri="{FF2B5EF4-FFF2-40B4-BE49-F238E27FC236}">
                <a16:creationId xmlns:a16="http://schemas.microsoft.com/office/drawing/2014/main" id="{D5444E08-DA5F-43FD-9588-F3688C5310DE}"/>
              </a:ext>
            </a:extLst>
          </p:cNvPr>
          <p:cNvSpPr/>
          <p:nvPr/>
        </p:nvSpPr>
        <p:spPr>
          <a:xfrm>
            <a:off x="-3392288" y="7105016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~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提供までは、ソリューションの強化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パートナーを活用したソリューションの販売強化：②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料金計算、アサインは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向上及び効率化</a:t>
            </a:r>
          </a:p>
        </p:txBody>
      </p:sp>
      <p:sp>
        <p:nvSpPr>
          <p:cNvPr id="420" name="正方形/長方形 419">
            <a:extLst>
              <a:ext uri="{FF2B5EF4-FFF2-40B4-BE49-F238E27FC236}">
                <a16:creationId xmlns:a16="http://schemas.microsoft.com/office/drawing/2014/main" id="{7E0385DC-395A-40B7-BC23-59DA1458DFC4}"/>
              </a:ext>
            </a:extLst>
          </p:cNvPr>
          <p:cNvSpPr/>
          <p:nvPr/>
        </p:nvSpPr>
        <p:spPr>
          <a:xfrm>
            <a:off x="-3392288" y="8113048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情報共有による問い合わせ対応の効率化、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1" name="正方形/長方形 420">
            <a:extLst>
              <a:ext uri="{FF2B5EF4-FFF2-40B4-BE49-F238E27FC236}">
                <a16:creationId xmlns:a16="http://schemas.microsoft.com/office/drawing/2014/main" id="{30D6393C-430C-4C17-A8BB-BACD010E217D}"/>
              </a:ext>
            </a:extLst>
          </p:cNvPr>
          <p:cNvSpPr/>
          <p:nvPr/>
        </p:nvSpPr>
        <p:spPr>
          <a:xfrm>
            <a:off x="-3392288" y="6096824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作業の効率化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消耗品などの需給管理の高度化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情報共有による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の向上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特約店作業の品質担保：①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1" name="正方形/長方形 750">
            <a:extLst>
              <a:ext uri="{FF2B5EF4-FFF2-40B4-BE49-F238E27FC236}">
                <a16:creationId xmlns:a16="http://schemas.microsoft.com/office/drawing/2014/main" id="{870EE602-8734-43DD-8122-664CCE764A07}"/>
              </a:ext>
            </a:extLst>
          </p:cNvPr>
          <p:cNvSpPr/>
          <p:nvPr/>
        </p:nvSpPr>
        <p:spPr>
          <a:xfrm>
            <a:off x="-3391928" y="1488288"/>
            <a:ext cx="3240000" cy="1133393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【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戦略策定～セリング・納期確認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】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（営業活動系）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代販チャネルへの情報共有・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AI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による販売促進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タイムリーな情報提供による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【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契約書作成～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】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（販売事務系）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自動化・情報共有・ルールの見直しによる業務効率化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5" name="正方形/長方形 424">
            <a:extLst>
              <a:ext uri="{FF2B5EF4-FFF2-40B4-BE49-F238E27FC236}">
                <a16:creationId xmlns:a16="http://schemas.microsoft.com/office/drawing/2014/main" id="{3F444CE7-0375-44A6-9DF6-6931620233B2}"/>
              </a:ext>
            </a:extLst>
          </p:cNvPr>
          <p:cNvSpPr/>
          <p:nvPr/>
        </p:nvSpPr>
        <p:spPr>
          <a:xfrm>
            <a:off x="-3392288" y="5088688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自動化による業務効率化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2" name="正方形/長方形 751">
            <a:extLst>
              <a:ext uri="{FF2B5EF4-FFF2-40B4-BE49-F238E27FC236}">
                <a16:creationId xmlns:a16="http://schemas.microsoft.com/office/drawing/2014/main" id="{D6C12468-4506-4786-8D7E-944C140C0D55}"/>
              </a:ext>
            </a:extLst>
          </p:cNvPr>
          <p:cNvSpPr/>
          <p:nvPr/>
        </p:nvSpPr>
        <p:spPr>
          <a:xfrm>
            <a:off x="-3392288" y="2856520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需要情報共有による生産計画の向上：⑫</a:t>
            </a: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戦略的在庫保有により需給機能を生産側へ統合：⑬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56" name="タイトル 7">
            <a:extLst>
              <a:ext uri="{FF2B5EF4-FFF2-40B4-BE49-F238E27FC236}">
                <a16:creationId xmlns:a16="http://schemas.microsoft.com/office/drawing/2014/main" id="{6D304BF6-0A04-4972-A428-753B70EA285B}"/>
              </a:ext>
            </a:extLst>
          </p:cNvPr>
          <p:cNvSpPr txBox="1">
            <a:spLocks/>
          </p:cNvSpPr>
          <p:nvPr/>
        </p:nvSpPr>
        <p:spPr>
          <a:xfrm>
            <a:off x="628467" y="135475"/>
            <a:ext cx="8938159" cy="562000"/>
          </a:xfrm>
          <a:prstGeom prst="rect">
            <a:avLst/>
          </a:prstGeom>
        </p:spPr>
        <p:txBody>
          <a:bodyPr vert="horz" lIns="0" tIns="0" rIns="0" bIns="14400" rtlCol="0" anchor="ctr" anchorCtr="0">
            <a:noAutofit/>
          </a:bodyPr>
          <a:lstStyle>
            <a:lvl1pPr algn="l" defTabSz="6649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1" sz="3103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中地図</a:t>
            </a:r>
          </a:p>
        </p:txBody>
      </p:sp>
      <p:sp>
        <p:nvSpPr>
          <p:cNvPr id="431" name="四角形: 角を丸くする 430">
            <a:extLst>
              <a:ext uri="{FF2B5EF4-FFF2-40B4-BE49-F238E27FC236}">
                <a16:creationId xmlns:a16="http://schemas.microsoft.com/office/drawing/2014/main" id="{459551E5-905B-4C59-9EC3-5E2C963FB782}"/>
              </a:ext>
            </a:extLst>
          </p:cNvPr>
          <p:cNvSpPr/>
          <p:nvPr/>
        </p:nvSpPr>
        <p:spPr>
          <a:xfrm>
            <a:off x="-3320280" y="1344296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営業・営業支援</a:t>
            </a:r>
          </a:p>
        </p:txBody>
      </p:sp>
      <p:sp>
        <p:nvSpPr>
          <p:cNvPr id="432" name="四角形: 角を丸くする 431">
            <a:extLst>
              <a:ext uri="{FF2B5EF4-FFF2-40B4-BE49-F238E27FC236}">
                <a16:creationId xmlns:a16="http://schemas.microsoft.com/office/drawing/2014/main" id="{47A561C6-56D9-4C56-B86C-DC17388AA98C}"/>
              </a:ext>
            </a:extLst>
          </p:cNvPr>
          <p:cNvSpPr/>
          <p:nvPr/>
        </p:nvSpPr>
        <p:spPr>
          <a:xfrm>
            <a:off x="-3320280" y="2712528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製造</a:t>
            </a:r>
          </a:p>
        </p:txBody>
      </p:sp>
      <p:sp>
        <p:nvSpPr>
          <p:cNvPr id="434" name="四角形: 角を丸くする 433">
            <a:extLst>
              <a:ext uri="{FF2B5EF4-FFF2-40B4-BE49-F238E27FC236}">
                <a16:creationId xmlns:a16="http://schemas.microsoft.com/office/drawing/2014/main" id="{C5B5E240-18E5-44E5-BE51-4FE579FADE87}"/>
              </a:ext>
            </a:extLst>
          </p:cNvPr>
          <p:cNvSpPr/>
          <p:nvPr/>
        </p:nvSpPr>
        <p:spPr>
          <a:xfrm>
            <a:off x="-3320280" y="3720560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需給・物流</a:t>
            </a:r>
          </a:p>
        </p:txBody>
      </p:sp>
      <p:sp>
        <p:nvSpPr>
          <p:cNvPr id="435" name="四角形: 角を丸くする 434">
            <a:extLst>
              <a:ext uri="{FF2B5EF4-FFF2-40B4-BE49-F238E27FC236}">
                <a16:creationId xmlns:a16="http://schemas.microsoft.com/office/drawing/2014/main" id="{0A84015A-B747-4D6E-AD37-AD0DE5FA7B1C}"/>
              </a:ext>
            </a:extLst>
          </p:cNvPr>
          <p:cNvSpPr/>
          <p:nvPr/>
        </p:nvSpPr>
        <p:spPr>
          <a:xfrm>
            <a:off x="-3320280" y="4944672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購買</a:t>
            </a:r>
          </a:p>
        </p:txBody>
      </p:sp>
      <p:sp>
        <p:nvSpPr>
          <p:cNvPr id="437" name="四角形: 角を丸くする 436">
            <a:extLst>
              <a:ext uri="{FF2B5EF4-FFF2-40B4-BE49-F238E27FC236}">
                <a16:creationId xmlns:a16="http://schemas.microsoft.com/office/drawing/2014/main" id="{F1D9CDF0-B179-4C88-AD59-0ED5FA9452C5}"/>
              </a:ext>
            </a:extLst>
          </p:cNvPr>
          <p:cNvSpPr/>
          <p:nvPr/>
        </p:nvSpPr>
        <p:spPr>
          <a:xfrm>
            <a:off x="-3320280" y="5952808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</a:p>
        </p:txBody>
      </p:sp>
      <p:sp>
        <p:nvSpPr>
          <p:cNvPr id="438" name="四角形: 角を丸くする 437">
            <a:extLst>
              <a:ext uri="{FF2B5EF4-FFF2-40B4-BE49-F238E27FC236}">
                <a16:creationId xmlns:a16="http://schemas.microsoft.com/office/drawing/2014/main" id="{FC136869-BC14-4051-B5E7-9A654505CBE1}"/>
              </a:ext>
            </a:extLst>
          </p:cNvPr>
          <p:cNvSpPr/>
          <p:nvPr/>
        </p:nvSpPr>
        <p:spPr>
          <a:xfrm>
            <a:off x="-3320280" y="6960920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ソリューション・サービス</a:t>
            </a:r>
          </a:p>
        </p:txBody>
      </p:sp>
      <p:sp>
        <p:nvSpPr>
          <p:cNvPr id="440" name="四角形: 角を丸くする 439">
            <a:extLst>
              <a:ext uri="{FF2B5EF4-FFF2-40B4-BE49-F238E27FC236}">
                <a16:creationId xmlns:a16="http://schemas.microsoft.com/office/drawing/2014/main" id="{A800A681-F3A9-4526-B8FB-6FE4039BE7A6}"/>
              </a:ext>
            </a:extLst>
          </p:cNvPr>
          <p:cNvSpPr/>
          <p:nvPr/>
        </p:nvSpPr>
        <p:spPr>
          <a:xfrm>
            <a:off x="-3320280" y="7969032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顧客管理</a:t>
            </a:r>
          </a:p>
        </p:txBody>
      </p:sp>
      <p:sp>
        <p:nvSpPr>
          <p:cNvPr id="351" name="楕円 350">
            <a:extLst>
              <a:ext uri="{FF2B5EF4-FFF2-40B4-BE49-F238E27FC236}">
                <a16:creationId xmlns:a16="http://schemas.microsoft.com/office/drawing/2014/main" id="{17AA7426-F7DB-46E8-8B61-852E9D2C4F38}"/>
              </a:ext>
            </a:extLst>
          </p:cNvPr>
          <p:cNvSpPr/>
          <p:nvPr/>
        </p:nvSpPr>
        <p:spPr>
          <a:xfrm>
            <a:off x="109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91" name="楕円 390">
            <a:extLst>
              <a:ext uri="{FF2B5EF4-FFF2-40B4-BE49-F238E27FC236}">
                <a16:creationId xmlns:a16="http://schemas.microsoft.com/office/drawing/2014/main" id="{D1565226-7559-4044-8D3C-9636451C8722}"/>
              </a:ext>
            </a:extLst>
          </p:cNvPr>
          <p:cNvSpPr/>
          <p:nvPr/>
        </p:nvSpPr>
        <p:spPr>
          <a:xfrm>
            <a:off x="91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05" name="楕円 404">
            <a:extLst>
              <a:ext uri="{FF2B5EF4-FFF2-40B4-BE49-F238E27FC236}">
                <a16:creationId xmlns:a16="http://schemas.microsoft.com/office/drawing/2014/main" id="{B17FA750-A3C2-4A32-9CFE-44B2B3096635}"/>
              </a:ext>
            </a:extLst>
          </p:cNvPr>
          <p:cNvSpPr/>
          <p:nvPr/>
        </p:nvSpPr>
        <p:spPr>
          <a:xfrm>
            <a:off x="181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5" name="楕円 414">
            <a:extLst>
              <a:ext uri="{FF2B5EF4-FFF2-40B4-BE49-F238E27FC236}">
                <a16:creationId xmlns:a16="http://schemas.microsoft.com/office/drawing/2014/main" id="{E379368F-EE54-49DA-B80A-2351FF1FB196}"/>
              </a:ext>
            </a:extLst>
          </p:cNvPr>
          <p:cNvSpPr/>
          <p:nvPr/>
        </p:nvSpPr>
        <p:spPr>
          <a:xfrm>
            <a:off x="1926926" y="378660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2" name="楕円 421">
            <a:extLst>
              <a:ext uri="{FF2B5EF4-FFF2-40B4-BE49-F238E27FC236}">
                <a16:creationId xmlns:a16="http://schemas.microsoft.com/office/drawing/2014/main" id="{4424E4E4-A8DB-40D2-ABF7-572E0E0A3898}"/>
              </a:ext>
            </a:extLst>
          </p:cNvPr>
          <p:cNvSpPr/>
          <p:nvPr/>
        </p:nvSpPr>
        <p:spPr>
          <a:xfrm>
            <a:off x="127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7" name="楕円 426">
            <a:extLst>
              <a:ext uri="{FF2B5EF4-FFF2-40B4-BE49-F238E27FC236}">
                <a16:creationId xmlns:a16="http://schemas.microsoft.com/office/drawing/2014/main" id="{C7AE2614-F297-4D3B-8D31-1D6C10F6E5D6}"/>
              </a:ext>
            </a:extLst>
          </p:cNvPr>
          <p:cNvSpPr/>
          <p:nvPr/>
        </p:nvSpPr>
        <p:spPr>
          <a:xfrm>
            <a:off x="145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8" name="楕円 427">
            <a:extLst>
              <a:ext uri="{FF2B5EF4-FFF2-40B4-BE49-F238E27FC236}">
                <a16:creationId xmlns:a16="http://schemas.microsoft.com/office/drawing/2014/main" id="{B3DBCF51-9B37-4B5B-B37A-7F9C168AB83E}"/>
              </a:ext>
            </a:extLst>
          </p:cNvPr>
          <p:cNvSpPr/>
          <p:nvPr/>
        </p:nvSpPr>
        <p:spPr>
          <a:xfrm>
            <a:off x="181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36" name="四角形: 角を丸くする 435">
            <a:extLst>
              <a:ext uri="{FF2B5EF4-FFF2-40B4-BE49-F238E27FC236}">
                <a16:creationId xmlns:a16="http://schemas.microsoft.com/office/drawing/2014/main" id="{D1437C07-303F-4C07-A03A-05D563612FF6}"/>
              </a:ext>
            </a:extLst>
          </p:cNvPr>
          <p:cNvSpPr/>
          <p:nvPr/>
        </p:nvSpPr>
        <p:spPr>
          <a:xfrm>
            <a:off x="109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39" name="四角形: 角を丸くする 438">
            <a:extLst>
              <a:ext uri="{FF2B5EF4-FFF2-40B4-BE49-F238E27FC236}">
                <a16:creationId xmlns:a16="http://schemas.microsoft.com/office/drawing/2014/main" id="{B88853C8-7653-42E1-B2A3-6427C9DBF52D}"/>
              </a:ext>
            </a:extLst>
          </p:cNvPr>
          <p:cNvSpPr/>
          <p:nvPr/>
        </p:nvSpPr>
        <p:spPr>
          <a:xfrm>
            <a:off x="163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1" name="四角形: 角を丸くする 440">
            <a:extLst>
              <a:ext uri="{FF2B5EF4-FFF2-40B4-BE49-F238E27FC236}">
                <a16:creationId xmlns:a16="http://schemas.microsoft.com/office/drawing/2014/main" id="{0E3E5661-890A-4C1D-9057-27E1DD3EF32E}"/>
              </a:ext>
            </a:extLst>
          </p:cNvPr>
          <p:cNvSpPr/>
          <p:nvPr/>
        </p:nvSpPr>
        <p:spPr>
          <a:xfrm>
            <a:off x="91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2" name="四角形: 角を丸くする 441">
            <a:extLst>
              <a:ext uri="{FF2B5EF4-FFF2-40B4-BE49-F238E27FC236}">
                <a16:creationId xmlns:a16="http://schemas.microsoft.com/office/drawing/2014/main" id="{0C735B14-AAE8-4EB5-8657-D2CA79CBD2F7}"/>
              </a:ext>
            </a:extLst>
          </p:cNvPr>
          <p:cNvSpPr/>
          <p:nvPr/>
        </p:nvSpPr>
        <p:spPr>
          <a:xfrm>
            <a:off x="181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3" name="四角形: 角を丸くする 442">
            <a:extLst>
              <a:ext uri="{FF2B5EF4-FFF2-40B4-BE49-F238E27FC236}">
                <a16:creationId xmlns:a16="http://schemas.microsoft.com/office/drawing/2014/main" id="{29622D1A-4B76-42C6-A098-4B25D40DBB20}"/>
              </a:ext>
            </a:extLst>
          </p:cNvPr>
          <p:cNvSpPr/>
          <p:nvPr/>
        </p:nvSpPr>
        <p:spPr>
          <a:xfrm>
            <a:off x="127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4" name="四角形: 角を丸くする 443">
            <a:extLst>
              <a:ext uri="{FF2B5EF4-FFF2-40B4-BE49-F238E27FC236}">
                <a16:creationId xmlns:a16="http://schemas.microsoft.com/office/drawing/2014/main" id="{7613EF4D-A2DB-4155-8CDA-15950D0D8B54}"/>
              </a:ext>
            </a:extLst>
          </p:cNvPr>
          <p:cNvSpPr/>
          <p:nvPr/>
        </p:nvSpPr>
        <p:spPr>
          <a:xfrm>
            <a:off x="91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5" name="四角形: 角を丸くする 444">
            <a:extLst>
              <a:ext uri="{FF2B5EF4-FFF2-40B4-BE49-F238E27FC236}">
                <a16:creationId xmlns:a16="http://schemas.microsoft.com/office/drawing/2014/main" id="{A662DA88-3711-4526-AEA5-82511B542DB1}"/>
              </a:ext>
            </a:extLst>
          </p:cNvPr>
          <p:cNvSpPr/>
          <p:nvPr/>
        </p:nvSpPr>
        <p:spPr>
          <a:xfrm>
            <a:off x="163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6" name="四角形: 角を丸くする 445">
            <a:extLst>
              <a:ext uri="{FF2B5EF4-FFF2-40B4-BE49-F238E27FC236}">
                <a16:creationId xmlns:a16="http://schemas.microsoft.com/office/drawing/2014/main" id="{8D86815D-075A-45D2-86CC-A5C3595E57E2}"/>
              </a:ext>
            </a:extLst>
          </p:cNvPr>
          <p:cNvSpPr/>
          <p:nvPr/>
        </p:nvSpPr>
        <p:spPr>
          <a:xfrm>
            <a:off x="1926926" y="42962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1" name="四角形: 角を丸くする 450">
            <a:extLst>
              <a:ext uri="{FF2B5EF4-FFF2-40B4-BE49-F238E27FC236}">
                <a16:creationId xmlns:a16="http://schemas.microsoft.com/office/drawing/2014/main" id="{21C62D73-6D0B-4369-B1A7-D04B11DD7828}"/>
              </a:ext>
            </a:extLst>
          </p:cNvPr>
          <p:cNvSpPr/>
          <p:nvPr/>
        </p:nvSpPr>
        <p:spPr>
          <a:xfrm>
            <a:off x="145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2" name="四角形: 角を丸くする 451">
            <a:extLst>
              <a:ext uri="{FF2B5EF4-FFF2-40B4-BE49-F238E27FC236}">
                <a16:creationId xmlns:a16="http://schemas.microsoft.com/office/drawing/2014/main" id="{90E183E0-9B85-4A0E-8CFF-4051E3608E5E}"/>
              </a:ext>
            </a:extLst>
          </p:cNvPr>
          <p:cNvSpPr/>
          <p:nvPr/>
        </p:nvSpPr>
        <p:spPr>
          <a:xfrm>
            <a:off x="127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3" name="四角形: 角を丸くする 452">
            <a:extLst>
              <a:ext uri="{FF2B5EF4-FFF2-40B4-BE49-F238E27FC236}">
                <a16:creationId xmlns:a16="http://schemas.microsoft.com/office/drawing/2014/main" id="{7EFF0630-2265-46F1-A338-5153E374D6F4}"/>
              </a:ext>
            </a:extLst>
          </p:cNvPr>
          <p:cNvSpPr/>
          <p:nvPr/>
        </p:nvSpPr>
        <p:spPr>
          <a:xfrm>
            <a:off x="109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4" name="四角形: 角を丸くする 453">
            <a:extLst>
              <a:ext uri="{FF2B5EF4-FFF2-40B4-BE49-F238E27FC236}">
                <a16:creationId xmlns:a16="http://schemas.microsoft.com/office/drawing/2014/main" id="{A33B5B4B-F927-435E-A623-E6D8C390B011}"/>
              </a:ext>
            </a:extLst>
          </p:cNvPr>
          <p:cNvSpPr/>
          <p:nvPr/>
        </p:nvSpPr>
        <p:spPr>
          <a:xfrm>
            <a:off x="145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6" name="四角形: 角を丸くする 455">
            <a:extLst>
              <a:ext uri="{FF2B5EF4-FFF2-40B4-BE49-F238E27FC236}">
                <a16:creationId xmlns:a16="http://schemas.microsoft.com/office/drawing/2014/main" id="{04FCAC4D-F480-46F3-A54D-E3410F0E2642}"/>
              </a:ext>
            </a:extLst>
          </p:cNvPr>
          <p:cNvSpPr/>
          <p:nvPr/>
        </p:nvSpPr>
        <p:spPr>
          <a:xfrm>
            <a:off x="181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3" name="四角形: 角を丸くする 462">
            <a:extLst>
              <a:ext uri="{FF2B5EF4-FFF2-40B4-BE49-F238E27FC236}">
                <a16:creationId xmlns:a16="http://schemas.microsoft.com/office/drawing/2014/main" id="{1688B318-DAAA-4013-B590-2B8841454798}"/>
              </a:ext>
            </a:extLst>
          </p:cNvPr>
          <p:cNvSpPr/>
          <p:nvPr/>
        </p:nvSpPr>
        <p:spPr>
          <a:xfrm>
            <a:off x="164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6" name="四角形: 角を丸くする 465">
            <a:extLst>
              <a:ext uri="{FF2B5EF4-FFF2-40B4-BE49-F238E27FC236}">
                <a16:creationId xmlns:a16="http://schemas.microsoft.com/office/drawing/2014/main" id="{715986FF-A8BC-4FF7-B5B3-CD69F4588AAE}"/>
              </a:ext>
            </a:extLst>
          </p:cNvPr>
          <p:cNvSpPr/>
          <p:nvPr/>
        </p:nvSpPr>
        <p:spPr>
          <a:xfrm>
            <a:off x="92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7" name="四角形: 角を丸くする 466">
            <a:extLst>
              <a:ext uri="{FF2B5EF4-FFF2-40B4-BE49-F238E27FC236}">
                <a16:creationId xmlns:a16="http://schemas.microsoft.com/office/drawing/2014/main" id="{FB5D9C0C-D046-429D-8BD5-51B6987CD196}"/>
              </a:ext>
            </a:extLst>
          </p:cNvPr>
          <p:cNvSpPr/>
          <p:nvPr/>
        </p:nvSpPr>
        <p:spPr>
          <a:xfrm>
            <a:off x="110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9" name="四角形: 角を丸くする 468">
            <a:extLst>
              <a:ext uri="{FF2B5EF4-FFF2-40B4-BE49-F238E27FC236}">
                <a16:creationId xmlns:a16="http://schemas.microsoft.com/office/drawing/2014/main" id="{4A43FE4B-8AFE-4CFB-8E0C-649E7EBE66A1}"/>
              </a:ext>
            </a:extLst>
          </p:cNvPr>
          <p:cNvSpPr/>
          <p:nvPr/>
        </p:nvSpPr>
        <p:spPr>
          <a:xfrm>
            <a:off x="163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70" name="四角形: 角を丸くする 469">
            <a:extLst>
              <a:ext uri="{FF2B5EF4-FFF2-40B4-BE49-F238E27FC236}">
                <a16:creationId xmlns:a16="http://schemas.microsoft.com/office/drawing/2014/main" id="{C5133212-05F7-41CF-8890-6DA1295D1D04}"/>
              </a:ext>
            </a:extLst>
          </p:cNvPr>
          <p:cNvSpPr/>
          <p:nvPr/>
        </p:nvSpPr>
        <p:spPr>
          <a:xfrm>
            <a:off x="182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79" name="四角形: 角を丸くする 478">
            <a:extLst>
              <a:ext uri="{FF2B5EF4-FFF2-40B4-BE49-F238E27FC236}">
                <a16:creationId xmlns:a16="http://schemas.microsoft.com/office/drawing/2014/main" id="{73108889-6726-4A30-98A0-6140316B6946}"/>
              </a:ext>
            </a:extLst>
          </p:cNvPr>
          <p:cNvSpPr/>
          <p:nvPr/>
        </p:nvSpPr>
        <p:spPr>
          <a:xfrm>
            <a:off x="128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83" name="四角形: 角を丸くする 482">
            <a:extLst>
              <a:ext uri="{FF2B5EF4-FFF2-40B4-BE49-F238E27FC236}">
                <a16:creationId xmlns:a16="http://schemas.microsoft.com/office/drawing/2014/main" id="{4A752A83-8D40-4617-A22F-677E7E5DB102}"/>
              </a:ext>
            </a:extLst>
          </p:cNvPr>
          <p:cNvSpPr/>
          <p:nvPr/>
        </p:nvSpPr>
        <p:spPr>
          <a:xfrm>
            <a:off x="181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89" name="四角形: 角を丸くする 488">
            <a:extLst>
              <a:ext uri="{FF2B5EF4-FFF2-40B4-BE49-F238E27FC236}">
                <a16:creationId xmlns:a16="http://schemas.microsoft.com/office/drawing/2014/main" id="{3AC1099A-CD6E-4C61-BD8B-841F6CC6C92F}"/>
              </a:ext>
            </a:extLst>
          </p:cNvPr>
          <p:cNvSpPr/>
          <p:nvPr/>
        </p:nvSpPr>
        <p:spPr>
          <a:xfrm>
            <a:off x="127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0" name="四角形: 角を丸くする 489">
            <a:extLst>
              <a:ext uri="{FF2B5EF4-FFF2-40B4-BE49-F238E27FC236}">
                <a16:creationId xmlns:a16="http://schemas.microsoft.com/office/drawing/2014/main" id="{7FCC73B9-E203-4C73-B2D5-C1D287E13865}"/>
              </a:ext>
            </a:extLst>
          </p:cNvPr>
          <p:cNvSpPr/>
          <p:nvPr/>
        </p:nvSpPr>
        <p:spPr>
          <a:xfrm>
            <a:off x="145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1" name="四角形: 角を丸くする 490">
            <a:extLst>
              <a:ext uri="{FF2B5EF4-FFF2-40B4-BE49-F238E27FC236}">
                <a16:creationId xmlns:a16="http://schemas.microsoft.com/office/drawing/2014/main" id="{C0BE4757-DA0C-409B-BE1B-B2A6AB3574D1}"/>
              </a:ext>
            </a:extLst>
          </p:cNvPr>
          <p:cNvSpPr/>
          <p:nvPr/>
        </p:nvSpPr>
        <p:spPr>
          <a:xfrm>
            <a:off x="146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2" name="四角形: 角を丸くする 491">
            <a:extLst>
              <a:ext uri="{FF2B5EF4-FFF2-40B4-BE49-F238E27FC236}">
                <a16:creationId xmlns:a16="http://schemas.microsoft.com/office/drawing/2014/main" id="{6D0345B9-2E84-43DC-BFB4-2AE652911EC8}"/>
              </a:ext>
            </a:extLst>
          </p:cNvPr>
          <p:cNvSpPr/>
          <p:nvPr/>
        </p:nvSpPr>
        <p:spPr>
          <a:xfrm>
            <a:off x="92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3" name="四角形: 角を丸くする 492">
            <a:extLst>
              <a:ext uri="{FF2B5EF4-FFF2-40B4-BE49-F238E27FC236}">
                <a16:creationId xmlns:a16="http://schemas.microsoft.com/office/drawing/2014/main" id="{4F5569A8-9619-435D-A736-0FF7E919256E}"/>
              </a:ext>
            </a:extLst>
          </p:cNvPr>
          <p:cNvSpPr/>
          <p:nvPr/>
        </p:nvSpPr>
        <p:spPr>
          <a:xfrm>
            <a:off x="110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4" name="四角形: 角を丸くする 493">
            <a:extLst>
              <a:ext uri="{FF2B5EF4-FFF2-40B4-BE49-F238E27FC236}">
                <a16:creationId xmlns:a16="http://schemas.microsoft.com/office/drawing/2014/main" id="{C684F4F4-3AD4-4235-9033-839127CFD64D}"/>
              </a:ext>
            </a:extLst>
          </p:cNvPr>
          <p:cNvSpPr/>
          <p:nvPr/>
        </p:nvSpPr>
        <p:spPr>
          <a:xfrm>
            <a:off x="128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5" name="四角形: 角を丸くする 494">
            <a:extLst>
              <a:ext uri="{FF2B5EF4-FFF2-40B4-BE49-F238E27FC236}">
                <a16:creationId xmlns:a16="http://schemas.microsoft.com/office/drawing/2014/main" id="{26411FDA-58FB-4710-9506-089CD0A719D2}"/>
              </a:ext>
            </a:extLst>
          </p:cNvPr>
          <p:cNvSpPr/>
          <p:nvPr/>
        </p:nvSpPr>
        <p:spPr>
          <a:xfrm>
            <a:off x="146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38" name="四角形: 角を丸くする 537">
            <a:extLst>
              <a:ext uri="{FF2B5EF4-FFF2-40B4-BE49-F238E27FC236}">
                <a16:creationId xmlns:a16="http://schemas.microsoft.com/office/drawing/2014/main" id="{2618ADE6-74D7-4505-BF27-026911C64ABE}"/>
              </a:ext>
            </a:extLst>
          </p:cNvPr>
          <p:cNvSpPr/>
          <p:nvPr/>
        </p:nvSpPr>
        <p:spPr>
          <a:xfrm>
            <a:off x="93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0" name="四角形: 角を丸くする 539">
            <a:extLst>
              <a:ext uri="{FF2B5EF4-FFF2-40B4-BE49-F238E27FC236}">
                <a16:creationId xmlns:a16="http://schemas.microsoft.com/office/drawing/2014/main" id="{FD9D5AAE-ED4E-4409-9D8A-0D7A74594B81}"/>
              </a:ext>
            </a:extLst>
          </p:cNvPr>
          <p:cNvSpPr/>
          <p:nvPr/>
        </p:nvSpPr>
        <p:spPr>
          <a:xfrm>
            <a:off x="111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2" name="四角形: 角を丸くする 541">
            <a:extLst>
              <a:ext uri="{FF2B5EF4-FFF2-40B4-BE49-F238E27FC236}">
                <a16:creationId xmlns:a16="http://schemas.microsoft.com/office/drawing/2014/main" id="{85A90072-71EE-4C97-BB14-9E7EA54B97BB}"/>
              </a:ext>
            </a:extLst>
          </p:cNvPr>
          <p:cNvSpPr/>
          <p:nvPr/>
        </p:nvSpPr>
        <p:spPr>
          <a:xfrm>
            <a:off x="129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3" name="四角形: 角を丸くする 542">
            <a:extLst>
              <a:ext uri="{FF2B5EF4-FFF2-40B4-BE49-F238E27FC236}">
                <a16:creationId xmlns:a16="http://schemas.microsoft.com/office/drawing/2014/main" id="{854B7EBB-6210-4683-AAB9-6E98681261E6}"/>
              </a:ext>
            </a:extLst>
          </p:cNvPr>
          <p:cNvSpPr/>
          <p:nvPr/>
        </p:nvSpPr>
        <p:spPr>
          <a:xfrm>
            <a:off x="147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4" name="四角形: 角を丸くする 543">
            <a:extLst>
              <a:ext uri="{FF2B5EF4-FFF2-40B4-BE49-F238E27FC236}">
                <a16:creationId xmlns:a16="http://schemas.microsoft.com/office/drawing/2014/main" id="{7DEB249B-861B-4EDF-BDF2-A7185452538D}"/>
              </a:ext>
            </a:extLst>
          </p:cNvPr>
          <p:cNvSpPr/>
          <p:nvPr/>
        </p:nvSpPr>
        <p:spPr>
          <a:xfrm>
            <a:off x="165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5" name="四角形: 角を丸くする 544">
            <a:extLst>
              <a:ext uri="{FF2B5EF4-FFF2-40B4-BE49-F238E27FC236}">
                <a16:creationId xmlns:a16="http://schemas.microsoft.com/office/drawing/2014/main" id="{1FE23EEC-998B-4FCD-8955-9FA8300BA338}"/>
              </a:ext>
            </a:extLst>
          </p:cNvPr>
          <p:cNvSpPr/>
          <p:nvPr/>
        </p:nvSpPr>
        <p:spPr>
          <a:xfrm>
            <a:off x="183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6" name="四角形: 角を丸くする 545">
            <a:extLst>
              <a:ext uri="{FF2B5EF4-FFF2-40B4-BE49-F238E27FC236}">
                <a16:creationId xmlns:a16="http://schemas.microsoft.com/office/drawing/2014/main" id="{1DC3CD9B-B7C4-4D33-8C5C-C7C2BD0CE0EF}"/>
              </a:ext>
            </a:extLst>
          </p:cNvPr>
          <p:cNvSpPr/>
          <p:nvPr/>
        </p:nvSpPr>
        <p:spPr>
          <a:xfrm>
            <a:off x="1926926" y="61956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7" name="四角形: 角を丸くする 546">
            <a:extLst>
              <a:ext uri="{FF2B5EF4-FFF2-40B4-BE49-F238E27FC236}">
                <a16:creationId xmlns:a16="http://schemas.microsoft.com/office/drawing/2014/main" id="{4C50F26D-8A8F-4063-8C99-7B6B9A7B09D0}"/>
              </a:ext>
            </a:extLst>
          </p:cNvPr>
          <p:cNvSpPr/>
          <p:nvPr/>
        </p:nvSpPr>
        <p:spPr>
          <a:xfrm>
            <a:off x="93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9" name="四角形: 角を丸くする 548">
            <a:extLst>
              <a:ext uri="{FF2B5EF4-FFF2-40B4-BE49-F238E27FC236}">
                <a16:creationId xmlns:a16="http://schemas.microsoft.com/office/drawing/2014/main" id="{4D5C1B4A-944A-43E1-A264-1BE852CEE4D0}"/>
              </a:ext>
            </a:extLst>
          </p:cNvPr>
          <p:cNvSpPr/>
          <p:nvPr/>
        </p:nvSpPr>
        <p:spPr>
          <a:xfrm>
            <a:off x="111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0" name="四角形: 角を丸くする 549">
            <a:extLst>
              <a:ext uri="{FF2B5EF4-FFF2-40B4-BE49-F238E27FC236}">
                <a16:creationId xmlns:a16="http://schemas.microsoft.com/office/drawing/2014/main" id="{AE360D32-BD44-4348-AB9C-440026B50822}"/>
              </a:ext>
            </a:extLst>
          </p:cNvPr>
          <p:cNvSpPr/>
          <p:nvPr/>
        </p:nvSpPr>
        <p:spPr>
          <a:xfrm>
            <a:off x="147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1" name="四角形: 角を丸くする 550">
            <a:extLst>
              <a:ext uri="{FF2B5EF4-FFF2-40B4-BE49-F238E27FC236}">
                <a16:creationId xmlns:a16="http://schemas.microsoft.com/office/drawing/2014/main" id="{4336311C-9F9B-4B15-A546-40C1226957ED}"/>
              </a:ext>
            </a:extLst>
          </p:cNvPr>
          <p:cNvSpPr/>
          <p:nvPr/>
        </p:nvSpPr>
        <p:spPr>
          <a:xfrm>
            <a:off x="1819117" y="679635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3" name="四角形: 角を丸くする 552">
            <a:extLst>
              <a:ext uri="{FF2B5EF4-FFF2-40B4-BE49-F238E27FC236}">
                <a16:creationId xmlns:a16="http://schemas.microsoft.com/office/drawing/2014/main" id="{17BA6BF0-349D-412E-9478-5E486CED4468}"/>
              </a:ext>
            </a:extLst>
          </p:cNvPr>
          <p:cNvSpPr/>
          <p:nvPr/>
        </p:nvSpPr>
        <p:spPr>
          <a:xfrm>
            <a:off x="129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4" name="四角形: 角を丸くする 553">
            <a:extLst>
              <a:ext uri="{FF2B5EF4-FFF2-40B4-BE49-F238E27FC236}">
                <a16:creationId xmlns:a16="http://schemas.microsoft.com/office/drawing/2014/main" id="{06B28185-3E62-4145-BD1B-A454D7CEEC4B}"/>
              </a:ext>
            </a:extLst>
          </p:cNvPr>
          <p:cNvSpPr/>
          <p:nvPr/>
        </p:nvSpPr>
        <p:spPr>
          <a:xfrm>
            <a:off x="165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5" name="四角形: 角を丸くする 554">
            <a:extLst>
              <a:ext uri="{FF2B5EF4-FFF2-40B4-BE49-F238E27FC236}">
                <a16:creationId xmlns:a16="http://schemas.microsoft.com/office/drawing/2014/main" id="{BFA07098-0BDD-4209-9122-91648F4AADD4}"/>
              </a:ext>
            </a:extLst>
          </p:cNvPr>
          <p:cNvSpPr/>
          <p:nvPr/>
        </p:nvSpPr>
        <p:spPr>
          <a:xfrm>
            <a:off x="1926926" y="667353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6" name="四角形: 角を丸くする 555">
            <a:extLst>
              <a:ext uri="{FF2B5EF4-FFF2-40B4-BE49-F238E27FC236}">
                <a16:creationId xmlns:a16="http://schemas.microsoft.com/office/drawing/2014/main" id="{C4574AEE-C3E8-4FC0-8998-293D8EF142E1}"/>
              </a:ext>
            </a:extLst>
          </p:cNvPr>
          <p:cNvSpPr/>
          <p:nvPr/>
        </p:nvSpPr>
        <p:spPr>
          <a:xfrm>
            <a:off x="183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9" name="四角形: 角を丸くする 558">
            <a:extLst>
              <a:ext uri="{FF2B5EF4-FFF2-40B4-BE49-F238E27FC236}">
                <a16:creationId xmlns:a16="http://schemas.microsoft.com/office/drawing/2014/main" id="{244E4BD3-DDBA-4B2C-B5E4-9815BD0B9D0D}"/>
              </a:ext>
            </a:extLst>
          </p:cNvPr>
          <p:cNvSpPr/>
          <p:nvPr/>
        </p:nvSpPr>
        <p:spPr>
          <a:xfrm>
            <a:off x="93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0" name="四角形: 角を丸くする 559">
            <a:extLst>
              <a:ext uri="{FF2B5EF4-FFF2-40B4-BE49-F238E27FC236}">
                <a16:creationId xmlns:a16="http://schemas.microsoft.com/office/drawing/2014/main" id="{1281B1DF-4090-4055-8052-1776D511ABC2}"/>
              </a:ext>
            </a:extLst>
          </p:cNvPr>
          <p:cNvSpPr/>
          <p:nvPr/>
        </p:nvSpPr>
        <p:spPr>
          <a:xfrm>
            <a:off x="111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1" name="四角形: 角を丸くする 560">
            <a:extLst>
              <a:ext uri="{FF2B5EF4-FFF2-40B4-BE49-F238E27FC236}">
                <a16:creationId xmlns:a16="http://schemas.microsoft.com/office/drawing/2014/main" id="{B2D555BD-F57D-4533-938B-E00239A16BFE}"/>
              </a:ext>
            </a:extLst>
          </p:cNvPr>
          <p:cNvSpPr/>
          <p:nvPr/>
        </p:nvSpPr>
        <p:spPr>
          <a:xfrm>
            <a:off x="147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2" name="四角形: 角を丸くする 561">
            <a:extLst>
              <a:ext uri="{FF2B5EF4-FFF2-40B4-BE49-F238E27FC236}">
                <a16:creationId xmlns:a16="http://schemas.microsoft.com/office/drawing/2014/main" id="{AF2EDABF-A264-4443-940C-20AE1E436BC2}"/>
              </a:ext>
            </a:extLst>
          </p:cNvPr>
          <p:cNvSpPr/>
          <p:nvPr/>
        </p:nvSpPr>
        <p:spPr>
          <a:xfrm>
            <a:off x="165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4" name="四角形: 角を丸くする 563">
            <a:extLst>
              <a:ext uri="{FF2B5EF4-FFF2-40B4-BE49-F238E27FC236}">
                <a16:creationId xmlns:a16="http://schemas.microsoft.com/office/drawing/2014/main" id="{3295C26E-D89A-4553-ACFE-C661F158FC56}"/>
              </a:ext>
            </a:extLst>
          </p:cNvPr>
          <p:cNvSpPr/>
          <p:nvPr/>
        </p:nvSpPr>
        <p:spPr>
          <a:xfrm>
            <a:off x="129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6" name="四角形: 角を丸くする 565">
            <a:extLst>
              <a:ext uri="{FF2B5EF4-FFF2-40B4-BE49-F238E27FC236}">
                <a16:creationId xmlns:a16="http://schemas.microsoft.com/office/drawing/2014/main" id="{31B5B630-E839-4249-9798-151AE0F5D46B}"/>
              </a:ext>
            </a:extLst>
          </p:cNvPr>
          <p:cNvSpPr/>
          <p:nvPr/>
        </p:nvSpPr>
        <p:spPr>
          <a:xfrm>
            <a:off x="183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1" name="四角形: 角を丸くする 570">
            <a:extLst>
              <a:ext uri="{FF2B5EF4-FFF2-40B4-BE49-F238E27FC236}">
                <a16:creationId xmlns:a16="http://schemas.microsoft.com/office/drawing/2014/main" id="{4C55A641-3BB7-45FD-80B7-C3154FF4E628}"/>
              </a:ext>
            </a:extLst>
          </p:cNvPr>
          <p:cNvSpPr/>
          <p:nvPr/>
        </p:nvSpPr>
        <p:spPr>
          <a:xfrm>
            <a:off x="1819117" y="726995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4" name="四角形: 角を丸くする 573">
            <a:extLst>
              <a:ext uri="{FF2B5EF4-FFF2-40B4-BE49-F238E27FC236}">
                <a16:creationId xmlns:a16="http://schemas.microsoft.com/office/drawing/2014/main" id="{6A3686CD-00C2-4E1A-8424-1B5653D032BF}"/>
              </a:ext>
            </a:extLst>
          </p:cNvPr>
          <p:cNvSpPr/>
          <p:nvPr/>
        </p:nvSpPr>
        <p:spPr>
          <a:xfrm>
            <a:off x="1926926" y="717395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8" name="四角形: 角を丸くする 577">
            <a:extLst>
              <a:ext uri="{FF2B5EF4-FFF2-40B4-BE49-F238E27FC236}">
                <a16:creationId xmlns:a16="http://schemas.microsoft.com/office/drawing/2014/main" id="{15B353EF-C638-48A1-92A7-E5EB39973566}"/>
              </a:ext>
            </a:extLst>
          </p:cNvPr>
          <p:cNvSpPr/>
          <p:nvPr/>
        </p:nvSpPr>
        <p:spPr>
          <a:xfrm>
            <a:off x="939455" y="74969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9" name="四角形: 角を丸くする 578">
            <a:extLst>
              <a:ext uri="{FF2B5EF4-FFF2-40B4-BE49-F238E27FC236}">
                <a16:creationId xmlns:a16="http://schemas.microsoft.com/office/drawing/2014/main" id="{A06745DC-2949-428A-B233-457F507EAEDA}"/>
              </a:ext>
            </a:extLst>
          </p:cNvPr>
          <p:cNvSpPr/>
          <p:nvPr/>
        </p:nvSpPr>
        <p:spPr>
          <a:xfrm>
            <a:off x="1119455" y="74969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6" name="四角形: 角を丸くする 585">
            <a:extLst>
              <a:ext uri="{FF2B5EF4-FFF2-40B4-BE49-F238E27FC236}">
                <a16:creationId xmlns:a16="http://schemas.microsoft.com/office/drawing/2014/main" id="{5DC9BE05-4C3B-46BA-85E2-00621391CE23}"/>
              </a:ext>
            </a:extLst>
          </p:cNvPr>
          <p:cNvSpPr/>
          <p:nvPr/>
        </p:nvSpPr>
        <p:spPr>
          <a:xfrm>
            <a:off x="1299455" y="74969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7" name="四角形: 角を丸くする 586">
            <a:extLst>
              <a:ext uri="{FF2B5EF4-FFF2-40B4-BE49-F238E27FC236}">
                <a16:creationId xmlns:a16="http://schemas.microsoft.com/office/drawing/2014/main" id="{E0F25E9A-1DD1-479E-97F6-22B6F54078AF}"/>
              </a:ext>
            </a:extLst>
          </p:cNvPr>
          <p:cNvSpPr/>
          <p:nvPr/>
        </p:nvSpPr>
        <p:spPr>
          <a:xfrm>
            <a:off x="939455" y="800564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8" name="四角形: 角を丸くする 587">
            <a:extLst>
              <a:ext uri="{FF2B5EF4-FFF2-40B4-BE49-F238E27FC236}">
                <a16:creationId xmlns:a16="http://schemas.microsoft.com/office/drawing/2014/main" id="{709FF482-C3CE-47E6-B8A7-3A20A95902FB}"/>
              </a:ext>
            </a:extLst>
          </p:cNvPr>
          <p:cNvSpPr/>
          <p:nvPr/>
        </p:nvSpPr>
        <p:spPr>
          <a:xfrm>
            <a:off x="2376536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9" name="四角形: 角を丸くする 588">
            <a:extLst>
              <a:ext uri="{FF2B5EF4-FFF2-40B4-BE49-F238E27FC236}">
                <a16:creationId xmlns:a16="http://schemas.microsoft.com/office/drawing/2014/main" id="{B927303E-8A20-4436-BB86-6FF9243DEE25}"/>
              </a:ext>
            </a:extLst>
          </p:cNvPr>
          <p:cNvSpPr/>
          <p:nvPr/>
        </p:nvSpPr>
        <p:spPr>
          <a:xfrm>
            <a:off x="2196536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2" name="四角形: 角を丸くする 591">
            <a:extLst>
              <a:ext uri="{FF2B5EF4-FFF2-40B4-BE49-F238E27FC236}">
                <a16:creationId xmlns:a16="http://schemas.microsoft.com/office/drawing/2014/main" id="{8E1753E8-0776-4AE7-8341-F80C7CD66C43}"/>
              </a:ext>
            </a:extLst>
          </p:cNvPr>
          <p:cNvSpPr/>
          <p:nvPr/>
        </p:nvSpPr>
        <p:spPr>
          <a:xfrm>
            <a:off x="2196536" y="60738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3" name="四角形: 角を丸くする 592">
            <a:extLst>
              <a:ext uri="{FF2B5EF4-FFF2-40B4-BE49-F238E27FC236}">
                <a16:creationId xmlns:a16="http://schemas.microsoft.com/office/drawing/2014/main" id="{FDE074A4-7331-4202-BAF2-F4546594D5EB}"/>
              </a:ext>
            </a:extLst>
          </p:cNvPr>
          <p:cNvSpPr/>
          <p:nvPr/>
        </p:nvSpPr>
        <p:spPr>
          <a:xfrm>
            <a:off x="2376536" y="60738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6" name="四角形: 角を丸くする 595">
            <a:extLst>
              <a:ext uri="{FF2B5EF4-FFF2-40B4-BE49-F238E27FC236}">
                <a16:creationId xmlns:a16="http://schemas.microsoft.com/office/drawing/2014/main" id="{F96CABA7-1AC8-4436-A6C8-8145CC0C85F2}"/>
              </a:ext>
            </a:extLst>
          </p:cNvPr>
          <p:cNvSpPr/>
          <p:nvPr/>
        </p:nvSpPr>
        <p:spPr>
          <a:xfrm>
            <a:off x="939455" y="89677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6" name="四角形: 角を丸くする 605">
            <a:extLst>
              <a:ext uri="{FF2B5EF4-FFF2-40B4-BE49-F238E27FC236}">
                <a16:creationId xmlns:a16="http://schemas.microsoft.com/office/drawing/2014/main" id="{69C8E429-45FA-4881-AAEF-A135FD3EE324}"/>
              </a:ext>
            </a:extLst>
          </p:cNvPr>
          <p:cNvSpPr/>
          <p:nvPr/>
        </p:nvSpPr>
        <p:spPr>
          <a:xfrm>
            <a:off x="3101494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9" name="四角形: 角を丸くする 608">
            <a:extLst>
              <a:ext uri="{FF2B5EF4-FFF2-40B4-BE49-F238E27FC236}">
                <a16:creationId xmlns:a16="http://schemas.microsoft.com/office/drawing/2014/main" id="{749F85F0-B17A-46DC-AC88-0E1FC19BC795}"/>
              </a:ext>
            </a:extLst>
          </p:cNvPr>
          <p:cNvSpPr/>
          <p:nvPr/>
        </p:nvSpPr>
        <p:spPr>
          <a:xfrm>
            <a:off x="3281494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3" name="四角形: 角を丸くする 612">
            <a:extLst>
              <a:ext uri="{FF2B5EF4-FFF2-40B4-BE49-F238E27FC236}">
                <a16:creationId xmlns:a16="http://schemas.microsoft.com/office/drawing/2014/main" id="{E1CD782A-1FC6-45B4-AA92-D3608BC42180}"/>
              </a:ext>
            </a:extLst>
          </p:cNvPr>
          <p:cNvSpPr/>
          <p:nvPr/>
        </p:nvSpPr>
        <p:spPr>
          <a:xfrm>
            <a:off x="566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6" name="四角形: 角を丸くする 615">
            <a:extLst>
              <a:ext uri="{FF2B5EF4-FFF2-40B4-BE49-F238E27FC236}">
                <a16:creationId xmlns:a16="http://schemas.microsoft.com/office/drawing/2014/main" id="{FF243754-B91E-4942-84C4-34AEEE7C018F}"/>
              </a:ext>
            </a:extLst>
          </p:cNvPr>
          <p:cNvSpPr/>
          <p:nvPr/>
        </p:nvSpPr>
        <p:spPr>
          <a:xfrm>
            <a:off x="584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8" name="四角形: 角を丸くする 617">
            <a:extLst>
              <a:ext uri="{FF2B5EF4-FFF2-40B4-BE49-F238E27FC236}">
                <a16:creationId xmlns:a16="http://schemas.microsoft.com/office/drawing/2014/main" id="{AF801EF8-BB93-4700-8F66-E8E03D5F186B}"/>
              </a:ext>
            </a:extLst>
          </p:cNvPr>
          <p:cNvSpPr/>
          <p:nvPr/>
        </p:nvSpPr>
        <p:spPr>
          <a:xfrm>
            <a:off x="638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9" name="四角形: 角を丸くする 618">
            <a:extLst>
              <a:ext uri="{FF2B5EF4-FFF2-40B4-BE49-F238E27FC236}">
                <a16:creationId xmlns:a16="http://schemas.microsoft.com/office/drawing/2014/main" id="{9CA71E2A-B03E-448B-A240-70A5157C5CD7}"/>
              </a:ext>
            </a:extLst>
          </p:cNvPr>
          <p:cNvSpPr/>
          <p:nvPr/>
        </p:nvSpPr>
        <p:spPr>
          <a:xfrm>
            <a:off x="656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0" name="四角形: 角を丸くする 619">
            <a:extLst>
              <a:ext uri="{FF2B5EF4-FFF2-40B4-BE49-F238E27FC236}">
                <a16:creationId xmlns:a16="http://schemas.microsoft.com/office/drawing/2014/main" id="{CE7F99FA-BEEA-47B8-AFCC-A96D4DE8E988}"/>
              </a:ext>
            </a:extLst>
          </p:cNvPr>
          <p:cNvSpPr/>
          <p:nvPr/>
        </p:nvSpPr>
        <p:spPr>
          <a:xfrm>
            <a:off x="5846059" y="897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1" name="四角形: 角を丸くする 620">
            <a:extLst>
              <a:ext uri="{FF2B5EF4-FFF2-40B4-BE49-F238E27FC236}">
                <a16:creationId xmlns:a16="http://schemas.microsoft.com/office/drawing/2014/main" id="{BEA2E957-70AE-4471-952D-C90DBABBF373}"/>
              </a:ext>
            </a:extLst>
          </p:cNvPr>
          <p:cNvSpPr/>
          <p:nvPr/>
        </p:nvSpPr>
        <p:spPr>
          <a:xfrm>
            <a:off x="602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4" name="四角形: 角を丸くする 623">
            <a:extLst>
              <a:ext uri="{FF2B5EF4-FFF2-40B4-BE49-F238E27FC236}">
                <a16:creationId xmlns:a16="http://schemas.microsoft.com/office/drawing/2014/main" id="{010D5252-AB8F-48DE-B967-ECB8D597B489}"/>
              </a:ext>
            </a:extLst>
          </p:cNvPr>
          <p:cNvSpPr/>
          <p:nvPr/>
        </p:nvSpPr>
        <p:spPr>
          <a:xfrm>
            <a:off x="620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6" name="四角形: 角を丸くする 625">
            <a:extLst>
              <a:ext uri="{FF2B5EF4-FFF2-40B4-BE49-F238E27FC236}">
                <a16:creationId xmlns:a16="http://schemas.microsoft.com/office/drawing/2014/main" id="{402932A6-1EE7-420C-A761-42A5EDBC0975}"/>
              </a:ext>
            </a:extLst>
          </p:cNvPr>
          <p:cNvSpPr/>
          <p:nvPr/>
        </p:nvSpPr>
        <p:spPr>
          <a:xfrm>
            <a:off x="5666059" y="897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9" name="四角形: 角を丸くする 628">
            <a:extLst>
              <a:ext uri="{FF2B5EF4-FFF2-40B4-BE49-F238E27FC236}">
                <a16:creationId xmlns:a16="http://schemas.microsoft.com/office/drawing/2014/main" id="{22E0A24A-1845-454A-B7BD-EE5F819F6C60}"/>
              </a:ext>
            </a:extLst>
          </p:cNvPr>
          <p:cNvSpPr/>
          <p:nvPr/>
        </p:nvSpPr>
        <p:spPr>
          <a:xfrm>
            <a:off x="3101494" y="91850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5" name="四角形: 角を丸くする 634">
            <a:extLst>
              <a:ext uri="{FF2B5EF4-FFF2-40B4-BE49-F238E27FC236}">
                <a16:creationId xmlns:a16="http://schemas.microsoft.com/office/drawing/2014/main" id="{39E5A1FB-15F8-4ED6-A0DE-CCFC5E6B4D1E}"/>
              </a:ext>
            </a:extLst>
          </p:cNvPr>
          <p:cNvSpPr/>
          <p:nvPr/>
        </p:nvSpPr>
        <p:spPr>
          <a:xfrm>
            <a:off x="7002401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9" name="四角形: 角を丸くする 638">
            <a:extLst>
              <a:ext uri="{FF2B5EF4-FFF2-40B4-BE49-F238E27FC236}">
                <a16:creationId xmlns:a16="http://schemas.microsoft.com/office/drawing/2014/main" id="{039246EA-8C22-40C0-A201-C001EF317D2C}"/>
              </a:ext>
            </a:extLst>
          </p:cNvPr>
          <p:cNvSpPr/>
          <p:nvPr/>
        </p:nvSpPr>
        <p:spPr>
          <a:xfrm>
            <a:off x="7362401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0" name="四角形: 角を丸くする 639">
            <a:extLst>
              <a:ext uri="{FF2B5EF4-FFF2-40B4-BE49-F238E27FC236}">
                <a16:creationId xmlns:a16="http://schemas.microsoft.com/office/drawing/2014/main" id="{31E366D9-A6E8-4655-9C45-D96BD3460DEE}"/>
              </a:ext>
            </a:extLst>
          </p:cNvPr>
          <p:cNvSpPr/>
          <p:nvPr/>
        </p:nvSpPr>
        <p:spPr>
          <a:xfrm>
            <a:off x="7182401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3" name="四角形: 角を丸くする 642">
            <a:extLst>
              <a:ext uri="{FF2B5EF4-FFF2-40B4-BE49-F238E27FC236}">
                <a16:creationId xmlns:a16="http://schemas.microsoft.com/office/drawing/2014/main" id="{041EF94E-66E5-4C27-8408-B23CE7A0BA6E}"/>
              </a:ext>
            </a:extLst>
          </p:cNvPr>
          <p:cNvSpPr/>
          <p:nvPr/>
        </p:nvSpPr>
        <p:spPr>
          <a:xfrm>
            <a:off x="440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4" name="四角形: 角を丸くする 643">
            <a:extLst>
              <a:ext uri="{FF2B5EF4-FFF2-40B4-BE49-F238E27FC236}">
                <a16:creationId xmlns:a16="http://schemas.microsoft.com/office/drawing/2014/main" id="{45FDE5D5-ED15-475E-AF2D-83C5F7EDB681}"/>
              </a:ext>
            </a:extLst>
          </p:cNvPr>
          <p:cNvSpPr/>
          <p:nvPr/>
        </p:nvSpPr>
        <p:spPr>
          <a:xfrm>
            <a:off x="458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5" name="四角形: 角を丸くする 644">
            <a:extLst>
              <a:ext uri="{FF2B5EF4-FFF2-40B4-BE49-F238E27FC236}">
                <a16:creationId xmlns:a16="http://schemas.microsoft.com/office/drawing/2014/main" id="{AC9DB1F9-421F-4375-A5D3-189A1F5A9FC3}"/>
              </a:ext>
            </a:extLst>
          </p:cNvPr>
          <p:cNvSpPr/>
          <p:nvPr/>
        </p:nvSpPr>
        <p:spPr>
          <a:xfrm>
            <a:off x="494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6" name="四角形: 角を丸くする 645">
            <a:extLst>
              <a:ext uri="{FF2B5EF4-FFF2-40B4-BE49-F238E27FC236}">
                <a16:creationId xmlns:a16="http://schemas.microsoft.com/office/drawing/2014/main" id="{4FCB8EEC-ED80-43A8-8CFD-7C43582B1C61}"/>
              </a:ext>
            </a:extLst>
          </p:cNvPr>
          <p:cNvSpPr/>
          <p:nvPr/>
        </p:nvSpPr>
        <p:spPr>
          <a:xfrm>
            <a:off x="4408021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7" name="四角形: 角を丸くする 646">
            <a:extLst>
              <a:ext uri="{FF2B5EF4-FFF2-40B4-BE49-F238E27FC236}">
                <a16:creationId xmlns:a16="http://schemas.microsoft.com/office/drawing/2014/main" id="{E0D7E2C9-3B8C-4FDB-8A72-D3460214500E}"/>
              </a:ext>
            </a:extLst>
          </p:cNvPr>
          <p:cNvSpPr/>
          <p:nvPr/>
        </p:nvSpPr>
        <p:spPr>
          <a:xfrm>
            <a:off x="476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8" name="四角形: 角を丸くする 647">
            <a:extLst>
              <a:ext uri="{FF2B5EF4-FFF2-40B4-BE49-F238E27FC236}">
                <a16:creationId xmlns:a16="http://schemas.microsoft.com/office/drawing/2014/main" id="{C1F77053-6A90-497E-8D63-EF900690F9A1}"/>
              </a:ext>
            </a:extLst>
          </p:cNvPr>
          <p:cNvSpPr/>
          <p:nvPr/>
        </p:nvSpPr>
        <p:spPr>
          <a:xfrm>
            <a:off x="512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0" name="四角形: 角を丸くする 649">
            <a:extLst>
              <a:ext uri="{FF2B5EF4-FFF2-40B4-BE49-F238E27FC236}">
                <a16:creationId xmlns:a16="http://schemas.microsoft.com/office/drawing/2014/main" id="{E17347DE-783A-4D10-96E5-366B7C786549}"/>
              </a:ext>
            </a:extLst>
          </p:cNvPr>
          <p:cNvSpPr/>
          <p:nvPr/>
        </p:nvSpPr>
        <p:spPr>
          <a:xfrm>
            <a:off x="530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9" name="四角形: 角を丸くする 658">
            <a:extLst>
              <a:ext uri="{FF2B5EF4-FFF2-40B4-BE49-F238E27FC236}">
                <a16:creationId xmlns:a16="http://schemas.microsoft.com/office/drawing/2014/main" id="{AF654516-9B7E-491F-8AD5-03F403D5390E}"/>
              </a:ext>
            </a:extLst>
          </p:cNvPr>
          <p:cNvSpPr/>
          <p:nvPr/>
        </p:nvSpPr>
        <p:spPr>
          <a:xfrm>
            <a:off x="569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75" name="四角形: 角を丸くする 674">
            <a:extLst>
              <a:ext uri="{FF2B5EF4-FFF2-40B4-BE49-F238E27FC236}">
                <a16:creationId xmlns:a16="http://schemas.microsoft.com/office/drawing/2014/main" id="{934919C3-16F8-44EE-9F48-859501E2C513}"/>
              </a:ext>
            </a:extLst>
          </p:cNvPr>
          <p:cNvSpPr/>
          <p:nvPr/>
        </p:nvSpPr>
        <p:spPr>
          <a:xfrm>
            <a:off x="587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78" name="四角形: 角を丸くする 677">
            <a:extLst>
              <a:ext uri="{FF2B5EF4-FFF2-40B4-BE49-F238E27FC236}">
                <a16:creationId xmlns:a16="http://schemas.microsoft.com/office/drawing/2014/main" id="{40C310A4-DA85-4BA2-A013-7BDFC77F2A3A}"/>
              </a:ext>
            </a:extLst>
          </p:cNvPr>
          <p:cNvSpPr/>
          <p:nvPr/>
        </p:nvSpPr>
        <p:spPr>
          <a:xfrm>
            <a:off x="605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79" name="四角形: 角を丸くする 678">
            <a:extLst>
              <a:ext uri="{FF2B5EF4-FFF2-40B4-BE49-F238E27FC236}">
                <a16:creationId xmlns:a16="http://schemas.microsoft.com/office/drawing/2014/main" id="{29C54B0E-5DF5-4DE3-A6C8-9E43AF6B9CCB}"/>
              </a:ext>
            </a:extLst>
          </p:cNvPr>
          <p:cNvSpPr/>
          <p:nvPr/>
        </p:nvSpPr>
        <p:spPr>
          <a:xfrm>
            <a:off x="623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0" name="四角形: 角を丸くする 679">
            <a:extLst>
              <a:ext uri="{FF2B5EF4-FFF2-40B4-BE49-F238E27FC236}">
                <a16:creationId xmlns:a16="http://schemas.microsoft.com/office/drawing/2014/main" id="{A6A993A2-BEEF-4F81-B299-AB26669EB4F3}"/>
              </a:ext>
            </a:extLst>
          </p:cNvPr>
          <p:cNvSpPr/>
          <p:nvPr/>
        </p:nvSpPr>
        <p:spPr>
          <a:xfrm>
            <a:off x="5696460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1" name="四角形: 角を丸くする 680">
            <a:extLst>
              <a:ext uri="{FF2B5EF4-FFF2-40B4-BE49-F238E27FC236}">
                <a16:creationId xmlns:a16="http://schemas.microsoft.com/office/drawing/2014/main" id="{EECF9461-1C48-4399-8FA3-4C3C8F0AAB2F}"/>
              </a:ext>
            </a:extLst>
          </p:cNvPr>
          <p:cNvSpPr/>
          <p:nvPr/>
        </p:nvSpPr>
        <p:spPr>
          <a:xfrm>
            <a:off x="641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2" name="四角形: 角を丸くする 681">
            <a:extLst>
              <a:ext uri="{FF2B5EF4-FFF2-40B4-BE49-F238E27FC236}">
                <a16:creationId xmlns:a16="http://schemas.microsoft.com/office/drawing/2014/main" id="{860119BB-2A7D-426C-99C0-A6D7A001D741}"/>
              </a:ext>
            </a:extLst>
          </p:cNvPr>
          <p:cNvSpPr/>
          <p:nvPr/>
        </p:nvSpPr>
        <p:spPr>
          <a:xfrm>
            <a:off x="659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3" name="四角形: 角を丸くする 682">
            <a:extLst>
              <a:ext uri="{FF2B5EF4-FFF2-40B4-BE49-F238E27FC236}">
                <a16:creationId xmlns:a16="http://schemas.microsoft.com/office/drawing/2014/main" id="{7182BE98-9867-45E7-B35A-508A39F5E561}"/>
              </a:ext>
            </a:extLst>
          </p:cNvPr>
          <p:cNvSpPr/>
          <p:nvPr/>
        </p:nvSpPr>
        <p:spPr>
          <a:xfrm>
            <a:off x="4403566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4" name="四角形: 角を丸くする 683">
            <a:extLst>
              <a:ext uri="{FF2B5EF4-FFF2-40B4-BE49-F238E27FC236}">
                <a16:creationId xmlns:a16="http://schemas.microsoft.com/office/drawing/2014/main" id="{A0115CD1-25A8-437E-9D19-A6E7F1BDC0FA}"/>
              </a:ext>
            </a:extLst>
          </p:cNvPr>
          <p:cNvSpPr/>
          <p:nvPr/>
        </p:nvSpPr>
        <p:spPr>
          <a:xfrm>
            <a:off x="7005462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5" name="四角形: 角を丸くする 684">
            <a:extLst>
              <a:ext uri="{FF2B5EF4-FFF2-40B4-BE49-F238E27FC236}">
                <a16:creationId xmlns:a16="http://schemas.microsoft.com/office/drawing/2014/main" id="{CB5F4424-F627-44CE-974C-0740FE16ED21}"/>
              </a:ext>
            </a:extLst>
          </p:cNvPr>
          <p:cNvSpPr/>
          <p:nvPr/>
        </p:nvSpPr>
        <p:spPr>
          <a:xfrm>
            <a:off x="8300298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6" name="四角形: 角を丸くする 685">
            <a:extLst>
              <a:ext uri="{FF2B5EF4-FFF2-40B4-BE49-F238E27FC236}">
                <a16:creationId xmlns:a16="http://schemas.microsoft.com/office/drawing/2014/main" id="{52355DBE-5981-4B06-97D9-CE25F149650E}"/>
              </a:ext>
            </a:extLst>
          </p:cNvPr>
          <p:cNvSpPr/>
          <p:nvPr/>
        </p:nvSpPr>
        <p:spPr>
          <a:xfrm>
            <a:off x="569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7" name="四角形: 角を丸くする 686">
            <a:extLst>
              <a:ext uri="{FF2B5EF4-FFF2-40B4-BE49-F238E27FC236}">
                <a16:creationId xmlns:a16="http://schemas.microsoft.com/office/drawing/2014/main" id="{1FFC8AF8-659B-417F-BE9E-9B30E28D2841}"/>
              </a:ext>
            </a:extLst>
          </p:cNvPr>
          <p:cNvSpPr/>
          <p:nvPr/>
        </p:nvSpPr>
        <p:spPr>
          <a:xfrm>
            <a:off x="587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92" name="四角形: 角を丸くする 691">
            <a:extLst>
              <a:ext uri="{FF2B5EF4-FFF2-40B4-BE49-F238E27FC236}">
                <a16:creationId xmlns:a16="http://schemas.microsoft.com/office/drawing/2014/main" id="{CBF3685E-130D-4A78-9722-B84B7EF0DCAE}"/>
              </a:ext>
            </a:extLst>
          </p:cNvPr>
          <p:cNvSpPr/>
          <p:nvPr/>
        </p:nvSpPr>
        <p:spPr>
          <a:xfrm>
            <a:off x="623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97" name="四角形: 角を丸くする 696">
            <a:extLst>
              <a:ext uri="{FF2B5EF4-FFF2-40B4-BE49-F238E27FC236}">
                <a16:creationId xmlns:a16="http://schemas.microsoft.com/office/drawing/2014/main" id="{C75CF8CF-1B79-4207-AAE2-166C9E9093F6}"/>
              </a:ext>
            </a:extLst>
          </p:cNvPr>
          <p:cNvSpPr/>
          <p:nvPr/>
        </p:nvSpPr>
        <p:spPr>
          <a:xfrm>
            <a:off x="605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98" name="四角形: 角を丸くする 697">
            <a:extLst>
              <a:ext uri="{FF2B5EF4-FFF2-40B4-BE49-F238E27FC236}">
                <a16:creationId xmlns:a16="http://schemas.microsoft.com/office/drawing/2014/main" id="{227CEEFF-5DF8-44CB-B33C-F78AD7E74A69}"/>
              </a:ext>
            </a:extLst>
          </p:cNvPr>
          <p:cNvSpPr/>
          <p:nvPr/>
        </p:nvSpPr>
        <p:spPr>
          <a:xfrm>
            <a:off x="641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03" name="四角形: 角を丸くする 702">
            <a:extLst>
              <a:ext uri="{FF2B5EF4-FFF2-40B4-BE49-F238E27FC236}">
                <a16:creationId xmlns:a16="http://schemas.microsoft.com/office/drawing/2014/main" id="{4B3FA22E-1F5F-44F5-9027-2AA2546293AD}"/>
              </a:ext>
            </a:extLst>
          </p:cNvPr>
          <p:cNvSpPr/>
          <p:nvPr/>
        </p:nvSpPr>
        <p:spPr>
          <a:xfrm>
            <a:off x="659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08" name="四角形: 角を丸くする 707">
            <a:extLst>
              <a:ext uri="{FF2B5EF4-FFF2-40B4-BE49-F238E27FC236}">
                <a16:creationId xmlns:a16="http://schemas.microsoft.com/office/drawing/2014/main" id="{EADB90DC-2251-48A9-BC96-1F2147840D0E}"/>
              </a:ext>
            </a:extLst>
          </p:cNvPr>
          <p:cNvSpPr/>
          <p:nvPr/>
        </p:nvSpPr>
        <p:spPr>
          <a:xfrm>
            <a:off x="570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09" name="四角形: 角を丸くする 708">
            <a:extLst>
              <a:ext uri="{FF2B5EF4-FFF2-40B4-BE49-F238E27FC236}">
                <a16:creationId xmlns:a16="http://schemas.microsoft.com/office/drawing/2014/main" id="{51AD2998-C809-4C87-AC10-9ED266068FC8}"/>
              </a:ext>
            </a:extLst>
          </p:cNvPr>
          <p:cNvSpPr/>
          <p:nvPr/>
        </p:nvSpPr>
        <p:spPr>
          <a:xfrm>
            <a:off x="588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0" name="四角形: 角を丸くする 709">
            <a:extLst>
              <a:ext uri="{FF2B5EF4-FFF2-40B4-BE49-F238E27FC236}">
                <a16:creationId xmlns:a16="http://schemas.microsoft.com/office/drawing/2014/main" id="{F01A277F-939F-4806-944D-1C9CEC5E2B0C}"/>
              </a:ext>
            </a:extLst>
          </p:cNvPr>
          <p:cNvSpPr/>
          <p:nvPr/>
        </p:nvSpPr>
        <p:spPr>
          <a:xfrm>
            <a:off x="606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1" name="四角形: 角を丸くする 710">
            <a:extLst>
              <a:ext uri="{FF2B5EF4-FFF2-40B4-BE49-F238E27FC236}">
                <a16:creationId xmlns:a16="http://schemas.microsoft.com/office/drawing/2014/main" id="{B2F5DAC0-77BA-4CC7-AF55-2CC6EE1BD00C}"/>
              </a:ext>
            </a:extLst>
          </p:cNvPr>
          <p:cNvSpPr/>
          <p:nvPr/>
        </p:nvSpPr>
        <p:spPr>
          <a:xfrm>
            <a:off x="624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3" name="四角形: 角を丸くする 712">
            <a:extLst>
              <a:ext uri="{FF2B5EF4-FFF2-40B4-BE49-F238E27FC236}">
                <a16:creationId xmlns:a16="http://schemas.microsoft.com/office/drawing/2014/main" id="{C7BE84B8-A5AE-436F-909B-094E096AB436}"/>
              </a:ext>
            </a:extLst>
          </p:cNvPr>
          <p:cNvSpPr/>
          <p:nvPr/>
        </p:nvSpPr>
        <p:spPr>
          <a:xfrm>
            <a:off x="476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4" name="四角形: 角を丸くする 713">
            <a:extLst>
              <a:ext uri="{FF2B5EF4-FFF2-40B4-BE49-F238E27FC236}">
                <a16:creationId xmlns:a16="http://schemas.microsoft.com/office/drawing/2014/main" id="{78D6EE80-491B-4023-A439-EBE9C0B0A5A9}"/>
              </a:ext>
            </a:extLst>
          </p:cNvPr>
          <p:cNvSpPr/>
          <p:nvPr/>
        </p:nvSpPr>
        <p:spPr>
          <a:xfrm>
            <a:off x="512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5" name="四角形: 角を丸くする 714">
            <a:extLst>
              <a:ext uri="{FF2B5EF4-FFF2-40B4-BE49-F238E27FC236}">
                <a16:creationId xmlns:a16="http://schemas.microsoft.com/office/drawing/2014/main" id="{35E1A8AB-0112-4D4F-9108-A6F58BFE98F2}"/>
              </a:ext>
            </a:extLst>
          </p:cNvPr>
          <p:cNvSpPr/>
          <p:nvPr/>
        </p:nvSpPr>
        <p:spPr>
          <a:xfrm>
            <a:off x="530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6" name="四角形: 角を丸くする 715">
            <a:extLst>
              <a:ext uri="{FF2B5EF4-FFF2-40B4-BE49-F238E27FC236}">
                <a16:creationId xmlns:a16="http://schemas.microsoft.com/office/drawing/2014/main" id="{EBB38C1B-BA61-4600-9481-DA75B53FE151}"/>
              </a:ext>
            </a:extLst>
          </p:cNvPr>
          <p:cNvSpPr/>
          <p:nvPr/>
        </p:nvSpPr>
        <p:spPr>
          <a:xfrm>
            <a:off x="440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7" name="四角形: 角を丸くする 716">
            <a:extLst>
              <a:ext uri="{FF2B5EF4-FFF2-40B4-BE49-F238E27FC236}">
                <a16:creationId xmlns:a16="http://schemas.microsoft.com/office/drawing/2014/main" id="{5823EB68-2700-4BB9-AAB9-B62A71C2632C}"/>
              </a:ext>
            </a:extLst>
          </p:cNvPr>
          <p:cNvSpPr/>
          <p:nvPr/>
        </p:nvSpPr>
        <p:spPr>
          <a:xfrm>
            <a:off x="458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8" name="四角形: 角を丸くする 717">
            <a:extLst>
              <a:ext uri="{FF2B5EF4-FFF2-40B4-BE49-F238E27FC236}">
                <a16:creationId xmlns:a16="http://schemas.microsoft.com/office/drawing/2014/main" id="{CE419A2E-4DD8-49B4-8D0B-E831D2DD9C30}"/>
              </a:ext>
            </a:extLst>
          </p:cNvPr>
          <p:cNvSpPr/>
          <p:nvPr/>
        </p:nvSpPr>
        <p:spPr>
          <a:xfrm>
            <a:off x="494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9" name="四角形: 角を丸くする 718">
            <a:extLst>
              <a:ext uri="{FF2B5EF4-FFF2-40B4-BE49-F238E27FC236}">
                <a16:creationId xmlns:a16="http://schemas.microsoft.com/office/drawing/2014/main" id="{915C58AE-25D5-44DA-AD6D-187BB6012B84}"/>
              </a:ext>
            </a:extLst>
          </p:cNvPr>
          <p:cNvSpPr/>
          <p:nvPr/>
        </p:nvSpPr>
        <p:spPr>
          <a:xfrm>
            <a:off x="773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0" name="四角形: 角を丸くする 719">
            <a:extLst>
              <a:ext uri="{FF2B5EF4-FFF2-40B4-BE49-F238E27FC236}">
                <a16:creationId xmlns:a16="http://schemas.microsoft.com/office/drawing/2014/main" id="{2DF9FB57-7300-4B49-B2AD-6C7C94514387}"/>
              </a:ext>
            </a:extLst>
          </p:cNvPr>
          <p:cNvSpPr/>
          <p:nvPr/>
        </p:nvSpPr>
        <p:spPr>
          <a:xfrm>
            <a:off x="701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1" name="四角形: 角を丸くする 720">
            <a:extLst>
              <a:ext uri="{FF2B5EF4-FFF2-40B4-BE49-F238E27FC236}">
                <a16:creationId xmlns:a16="http://schemas.microsoft.com/office/drawing/2014/main" id="{0CA153CB-114C-4F9B-A6A6-1767AD9DB66B}"/>
              </a:ext>
            </a:extLst>
          </p:cNvPr>
          <p:cNvSpPr/>
          <p:nvPr/>
        </p:nvSpPr>
        <p:spPr>
          <a:xfrm>
            <a:off x="719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2" name="四角形: 角を丸くする 721">
            <a:extLst>
              <a:ext uri="{FF2B5EF4-FFF2-40B4-BE49-F238E27FC236}">
                <a16:creationId xmlns:a16="http://schemas.microsoft.com/office/drawing/2014/main" id="{0246A82C-BFBA-4EBF-A214-C98AEAEB9961}"/>
              </a:ext>
            </a:extLst>
          </p:cNvPr>
          <p:cNvSpPr/>
          <p:nvPr/>
        </p:nvSpPr>
        <p:spPr>
          <a:xfrm>
            <a:off x="737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3" name="四角形: 角を丸くする 722">
            <a:extLst>
              <a:ext uri="{FF2B5EF4-FFF2-40B4-BE49-F238E27FC236}">
                <a16:creationId xmlns:a16="http://schemas.microsoft.com/office/drawing/2014/main" id="{8E45580C-11AC-48BD-A606-D175741CF4C3}"/>
              </a:ext>
            </a:extLst>
          </p:cNvPr>
          <p:cNvSpPr/>
          <p:nvPr/>
        </p:nvSpPr>
        <p:spPr>
          <a:xfrm>
            <a:off x="755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4" name="四角形: 角を丸くする 723">
            <a:extLst>
              <a:ext uri="{FF2B5EF4-FFF2-40B4-BE49-F238E27FC236}">
                <a16:creationId xmlns:a16="http://schemas.microsoft.com/office/drawing/2014/main" id="{9B0D30C0-04AF-4027-A3F9-D1AC46D78E0A}"/>
              </a:ext>
            </a:extLst>
          </p:cNvPr>
          <p:cNvSpPr/>
          <p:nvPr/>
        </p:nvSpPr>
        <p:spPr>
          <a:xfrm>
            <a:off x="3101000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5" name="四角形: 角を丸くする 724">
            <a:extLst>
              <a:ext uri="{FF2B5EF4-FFF2-40B4-BE49-F238E27FC236}">
                <a16:creationId xmlns:a16="http://schemas.microsoft.com/office/drawing/2014/main" id="{C9A1BD6F-0758-40AD-B4FC-6451E4AEEF3B}"/>
              </a:ext>
            </a:extLst>
          </p:cNvPr>
          <p:cNvSpPr/>
          <p:nvPr/>
        </p:nvSpPr>
        <p:spPr>
          <a:xfrm>
            <a:off x="3101000" y="63165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6" name="四角形: 角を丸くする 725">
            <a:extLst>
              <a:ext uri="{FF2B5EF4-FFF2-40B4-BE49-F238E27FC236}">
                <a16:creationId xmlns:a16="http://schemas.microsoft.com/office/drawing/2014/main" id="{D9333730-F788-4D84-81D4-0D567F3C8CAD}"/>
              </a:ext>
            </a:extLst>
          </p:cNvPr>
          <p:cNvSpPr/>
          <p:nvPr/>
        </p:nvSpPr>
        <p:spPr>
          <a:xfrm>
            <a:off x="4408021" y="63165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7" name="四角形: 角を丸くする 726">
            <a:extLst>
              <a:ext uri="{FF2B5EF4-FFF2-40B4-BE49-F238E27FC236}">
                <a16:creationId xmlns:a16="http://schemas.microsoft.com/office/drawing/2014/main" id="{7080504D-C637-4C62-85B2-10EA28EB83F2}"/>
              </a:ext>
            </a:extLst>
          </p:cNvPr>
          <p:cNvSpPr/>
          <p:nvPr/>
        </p:nvSpPr>
        <p:spPr>
          <a:xfrm>
            <a:off x="4588021" y="63165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8" name="四角形: 角を丸くする 727">
            <a:extLst>
              <a:ext uri="{FF2B5EF4-FFF2-40B4-BE49-F238E27FC236}">
                <a16:creationId xmlns:a16="http://schemas.microsoft.com/office/drawing/2014/main" id="{DC7AA1DF-1230-48DA-9D7D-B0CCDC070F60}"/>
              </a:ext>
            </a:extLst>
          </p:cNvPr>
          <p:cNvSpPr/>
          <p:nvPr/>
        </p:nvSpPr>
        <p:spPr>
          <a:xfrm>
            <a:off x="5708984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9" name="四角形: 角を丸くする 728">
            <a:extLst>
              <a:ext uri="{FF2B5EF4-FFF2-40B4-BE49-F238E27FC236}">
                <a16:creationId xmlns:a16="http://schemas.microsoft.com/office/drawing/2014/main" id="{297CACA2-501D-457B-802A-1F69245E8267}"/>
              </a:ext>
            </a:extLst>
          </p:cNvPr>
          <p:cNvSpPr/>
          <p:nvPr/>
        </p:nvSpPr>
        <p:spPr>
          <a:xfrm>
            <a:off x="5888984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0" name="四角形: 角を丸くする 729">
            <a:extLst>
              <a:ext uri="{FF2B5EF4-FFF2-40B4-BE49-F238E27FC236}">
                <a16:creationId xmlns:a16="http://schemas.microsoft.com/office/drawing/2014/main" id="{11515A9E-2F8C-46B2-9644-6F572743A834}"/>
              </a:ext>
            </a:extLst>
          </p:cNvPr>
          <p:cNvSpPr/>
          <p:nvPr/>
        </p:nvSpPr>
        <p:spPr>
          <a:xfrm>
            <a:off x="736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1" name="四角形: 角を丸くする 730">
            <a:extLst>
              <a:ext uri="{FF2B5EF4-FFF2-40B4-BE49-F238E27FC236}">
                <a16:creationId xmlns:a16="http://schemas.microsoft.com/office/drawing/2014/main" id="{052459B8-C377-4824-98EE-422DD5BC749C}"/>
              </a:ext>
            </a:extLst>
          </p:cNvPr>
          <p:cNvSpPr/>
          <p:nvPr/>
        </p:nvSpPr>
        <p:spPr>
          <a:xfrm>
            <a:off x="7182058" y="610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2" name="四角形: 角を丸くする 731">
            <a:extLst>
              <a:ext uri="{FF2B5EF4-FFF2-40B4-BE49-F238E27FC236}">
                <a16:creationId xmlns:a16="http://schemas.microsoft.com/office/drawing/2014/main" id="{0EFF3696-E97B-4C98-B7C2-C6A42356C34D}"/>
              </a:ext>
            </a:extLst>
          </p:cNvPr>
          <p:cNvSpPr/>
          <p:nvPr/>
        </p:nvSpPr>
        <p:spPr>
          <a:xfrm>
            <a:off x="754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3" name="四角形: 角を丸くする 732">
            <a:extLst>
              <a:ext uri="{FF2B5EF4-FFF2-40B4-BE49-F238E27FC236}">
                <a16:creationId xmlns:a16="http://schemas.microsoft.com/office/drawing/2014/main" id="{6CCE6696-0E81-46D9-8145-254BD10B41F3}"/>
              </a:ext>
            </a:extLst>
          </p:cNvPr>
          <p:cNvSpPr/>
          <p:nvPr/>
        </p:nvSpPr>
        <p:spPr>
          <a:xfrm>
            <a:off x="718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4" name="四角形: 角を丸くする 733">
            <a:extLst>
              <a:ext uri="{FF2B5EF4-FFF2-40B4-BE49-F238E27FC236}">
                <a16:creationId xmlns:a16="http://schemas.microsoft.com/office/drawing/2014/main" id="{2E8D5C6F-7F5E-4CE2-A142-5796867ABC58}"/>
              </a:ext>
            </a:extLst>
          </p:cNvPr>
          <p:cNvSpPr/>
          <p:nvPr/>
        </p:nvSpPr>
        <p:spPr>
          <a:xfrm>
            <a:off x="700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5" name="四角形: 角を丸くする 734">
            <a:extLst>
              <a:ext uri="{FF2B5EF4-FFF2-40B4-BE49-F238E27FC236}">
                <a16:creationId xmlns:a16="http://schemas.microsoft.com/office/drawing/2014/main" id="{7B4F6D05-6534-4E7B-9950-A35FF70273A6}"/>
              </a:ext>
            </a:extLst>
          </p:cNvPr>
          <p:cNvSpPr/>
          <p:nvPr/>
        </p:nvSpPr>
        <p:spPr>
          <a:xfrm>
            <a:off x="772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6" name="四角形: 角を丸くする 735">
            <a:extLst>
              <a:ext uri="{FF2B5EF4-FFF2-40B4-BE49-F238E27FC236}">
                <a16:creationId xmlns:a16="http://schemas.microsoft.com/office/drawing/2014/main" id="{7AAC34CE-1437-42E2-8C26-83C4B74603CB}"/>
              </a:ext>
            </a:extLst>
          </p:cNvPr>
          <p:cNvSpPr/>
          <p:nvPr/>
        </p:nvSpPr>
        <p:spPr>
          <a:xfrm>
            <a:off x="7002058" y="610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7" name="四角形: 角を丸くする 736">
            <a:extLst>
              <a:ext uri="{FF2B5EF4-FFF2-40B4-BE49-F238E27FC236}">
                <a16:creationId xmlns:a16="http://schemas.microsoft.com/office/drawing/2014/main" id="{A9F39E85-469B-4D75-8F9A-B5329B251AF3}"/>
              </a:ext>
            </a:extLst>
          </p:cNvPr>
          <p:cNvSpPr/>
          <p:nvPr/>
        </p:nvSpPr>
        <p:spPr>
          <a:xfrm>
            <a:off x="790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8" name="四角形: 角を丸くする 737">
            <a:extLst>
              <a:ext uri="{FF2B5EF4-FFF2-40B4-BE49-F238E27FC236}">
                <a16:creationId xmlns:a16="http://schemas.microsoft.com/office/drawing/2014/main" id="{9AE5AF01-554D-4BB6-8362-063117BCD0DE}"/>
              </a:ext>
            </a:extLst>
          </p:cNvPr>
          <p:cNvSpPr/>
          <p:nvPr/>
        </p:nvSpPr>
        <p:spPr>
          <a:xfrm>
            <a:off x="7362058" y="610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9" name="四角形: 角を丸くする 738">
            <a:extLst>
              <a:ext uri="{FF2B5EF4-FFF2-40B4-BE49-F238E27FC236}">
                <a16:creationId xmlns:a16="http://schemas.microsoft.com/office/drawing/2014/main" id="{EDC09558-BFC3-41A3-827F-376A0484F671}"/>
              </a:ext>
            </a:extLst>
          </p:cNvPr>
          <p:cNvSpPr/>
          <p:nvPr/>
        </p:nvSpPr>
        <p:spPr>
          <a:xfrm>
            <a:off x="8325546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7" name="四角形: 角を丸くする 746">
            <a:extLst>
              <a:ext uri="{FF2B5EF4-FFF2-40B4-BE49-F238E27FC236}">
                <a16:creationId xmlns:a16="http://schemas.microsoft.com/office/drawing/2014/main" id="{047140BC-5614-4542-B95E-73815C28ADEF}"/>
              </a:ext>
            </a:extLst>
          </p:cNvPr>
          <p:cNvSpPr/>
          <p:nvPr/>
        </p:nvSpPr>
        <p:spPr>
          <a:xfrm>
            <a:off x="7182058" y="27619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8" name="四角形: 角を丸くする 747">
            <a:extLst>
              <a:ext uri="{FF2B5EF4-FFF2-40B4-BE49-F238E27FC236}">
                <a16:creationId xmlns:a16="http://schemas.microsoft.com/office/drawing/2014/main" id="{857CF7BF-910F-4EDE-8066-3080D038AB67}"/>
              </a:ext>
            </a:extLst>
          </p:cNvPr>
          <p:cNvSpPr/>
          <p:nvPr/>
        </p:nvSpPr>
        <p:spPr>
          <a:xfrm>
            <a:off x="7002058" y="27619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0" name="四角形: 角を丸くする 749">
            <a:extLst>
              <a:ext uri="{FF2B5EF4-FFF2-40B4-BE49-F238E27FC236}">
                <a16:creationId xmlns:a16="http://schemas.microsoft.com/office/drawing/2014/main" id="{A559ED0E-5DAE-4483-BF26-72255E70203A}"/>
              </a:ext>
            </a:extLst>
          </p:cNvPr>
          <p:cNvSpPr/>
          <p:nvPr/>
        </p:nvSpPr>
        <p:spPr>
          <a:xfrm>
            <a:off x="3112208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3" name="四角形: 角を丸くする 752">
            <a:extLst>
              <a:ext uri="{FF2B5EF4-FFF2-40B4-BE49-F238E27FC236}">
                <a16:creationId xmlns:a16="http://schemas.microsoft.com/office/drawing/2014/main" id="{E02B11C5-42A4-4B29-88CB-C38990FDD9A5}"/>
              </a:ext>
            </a:extLst>
          </p:cNvPr>
          <p:cNvSpPr/>
          <p:nvPr/>
        </p:nvSpPr>
        <p:spPr>
          <a:xfrm>
            <a:off x="4403566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4" name="四角形: 角を丸くする 753">
            <a:extLst>
              <a:ext uri="{FF2B5EF4-FFF2-40B4-BE49-F238E27FC236}">
                <a16:creationId xmlns:a16="http://schemas.microsoft.com/office/drawing/2014/main" id="{EDB7774C-F40E-4F0B-AAB2-5A465837B0F3}"/>
              </a:ext>
            </a:extLst>
          </p:cNvPr>
          <p:cNvSpPr/>
          <p:nvPr/>
        </p:nvSpPr>
        <p:spPr>
          <a:xfrm>
            <a:off x="8314237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5" name="四角形: 角を丸くする 754">
            <a:extLst>
              <a:ext uri="{FF2B5EF4-FFF2-40B4-BE49-F238E27FC236}">
                <a16:creationId xmlns:a16="http://schemas.microsoft.com/office/drawing/2014/main" id="{AD14C832-899D-42F9-B5C4-EE4F0362ECDB}"/>
              </a:ext>
            </a:extLst>
          </p:cNvPr>
          <p:cNvSpPr/>
          <p:nvPr/>
        </p:nvSpPr>
        <p:spPr>
          <a:xfrm>
            <a:off x="8494237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6" name="四角形: 角を丸くする 755">
            <a:extLst>
              <a:ext uri="{FF2B5EF4-FFF2-40B4-BE49-F238E27FC236}">
                <a16:creationId xmlns:a16="http://schemas.microsoft.com/office/drawing/2014/main" id="{E60C1B98-35D9-4C9A-86E0-2DC47EB4AEE4}"/>
              </a:ext>
            </a:extLst>
          </p:cNvPr>
          <p:cNvSpPr/>
          <p:nvPr/>
        </p:nvSpPr>
        <p:spPr>
          <a:xfrm>
            <a:off x="311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7" name="四角形: 角を丸くする 756">
            <a:extLst>
              <a:ext uri="{FF2B5EF4-FFF2-40B4-BE49-F238E27FC236}">
                <a16:creationId xmlns:a16="http://schemas.microsoft.com/office/drawing/2014/main" id="{C15BA473-4526-48F9-BE75-5EF8742A3275}"/>
              </a:ext>
            </a:extLst>
          </p:cNvPr>
          <p:cNvSpPr/>
          <p:nvPr/>
        </p:nvSpPr>
        <p:spPr>
          <a:xfrm>
            <a:off x="329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8" name="四角形: 角を丸くする 757">
            <a:extLst>
              <a:ext uri="{FF2B5EF4-FFF2-40B4-BE49-F238E27FC236}">
                <a16:creationId xmlns:a16="http://schemas.microsoft.com/office/drawing/2014/main" id="{BFD5B55F-5EB4-450C-B3F2-391A1F688BF2}"/>
              </a:ext>
            </a:extLst>
          </p:cNvPr>
          <p:cNvSpPr/>
          <p:nvPr/>
        </p:nvSpPr>
        <p:spPr>
          <a:xfrm>
            <a:off x="347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9" name="四角形: 角を丸くする 758">
            <a:extLst>
              <a:ext uri="{FF2B5EF4-FFF2-40B4-BE49-F238E27FC236}">
                <a16:creationId xmlns:a16="http://schemas.microsoft.com/office/drawing/2014/main" id="{4DFB3949-967D-40B0-B30E-7CFBE920565E}"/>
              </a:ext>
            </a:extLst>
          </p:cNvPr>
          <p:cNvSpPr/>
          <p:nvPr/>
        </p:nvSpPr>
        <p:spPr>
          <a:xfrm>
            <a:off x="365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0" name="四角形: 角を丸くする 759">
            <a:extLst>
              <a:ext uri="{FF2B5EF4-FFF2-40B4-BE49-F238E27FC236}">
                <a16:creationId xmlns:a16="http://schemas.microsoft.com/office/drawing/2014/main" id="{A312DBDF-CF78-48E7-8662-CE52FCC8D3BD}"/>
              </a:ext>
            </a:extLst>
          </p:cNvPr>
          <p:cNvSpPr/>
          <p:nvPr/>
        </p:nvSpPr>
        <p:spPr>
          <a:xfrm>
            <a:off x="4403566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1" name="四角形: 角を丸くする 760">
            <a:extLst>
              <a:ext uri="{FF2B5EF4-FFF2-40B4-BE49-F238E27FC236}">
                <a16:creationId xmlns:a16="http://schemas.microsoft.com/office/drawing/2014/main" id="{5C4A17DE-14DE-414C-BE75-D6C2DD8ED644}"/>
              </a:ext>
            </a:extLst>
          </p:cNvPr>
          <p:cNvSpPr/>
          <p:nvPr/>
        </p:nvSpPr>
        <p:spPr>
          <a:xfrm>
            <a:off x="4583566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2" name="四角形: 角を丸くする 761">
            <a:extLst>
              <a:ext uri="{FF2B5EF4-FFF2-40B4-BE49-F238E27FC236}">
                <a16:creationId xmlns:a16="http://schemas.microsoft.com/office/drawing/2014/main" id="{EA2426F2-ACDA-4979-8594-E83BE06C05FE}"/>
              </a:ext>
            </a:extLst>
          </p:cNvPr>
          <p:cNvSpPr/>
          <p:nvPr/>
        </p:nvSpPr>
        <p:spPr>
          <a:xfrm>
            <a:off x="4763566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3" name="四角形: 角を丸くする 762">
            <a:extLst>
              <a:ext uri="{FF2B5EF4-FFF2-40B4-BE49-F238E27FC236}">
                <a16:creationId xmlns:a16="http://schemas.microsoft.com/office/drawing/2014/main" id="{D78C397C-55A6-4654-A5A5-D7E2BED44968}"/>
              </a:ext>
            </a:extLst>
          </p:cNvPr>
          <p:cNvSpPr/>
          <p:nvPr/>
        </p:nvSpPr>
        <p:spPr>
          <a:xfrm>
            <a:off x="5701242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4" name="四角形: 角を丸くする 763">
            <a:extLst>
              <a:ext uri="{FF2B5EF4-FFF2-40B4-BE49-F238E27FC236}">
                <a16:creationId xmlns:a16="http://schemas.microsoft.com/office/drawing/2014/main" id="{C42DA0F1-E25D-45E3-BD4F-0645EAF379F0}"/>
              </a:ext>
            </a:extLst>
          </p:cNvPr>
          <p:cNvSpPr/>
          <p:nvPr/>
        </p:nvSpPr>
        <p:spPr>
          <a:xfrm>
            <a:off x="5881242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5" name="四角形: 角を丸くする 764">
            <a:extLst>
              <a:ext uri="{FF2B5EF4-FFF2-40B4-BE49-F238E27FC236}">
                <a16:creationId xmlns:a16="http://schemas.microsoft.com/office/drawing/2014/main" id="{5340FEB0-7620-41CA-B8EA-F2B5AF3DE268}"/>
              </a:ext>
            </a:extLst>
          </p:cNvPr>
          <p:cNvSpPr/>
          <p:nvPr/>
        </p:nvSpPr>
        <p:spPr>
          <a:xfrm>
            <a:off x="700205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6" name="四角形: 角を丸くする 765">
            <a:extLst>
              <a:ext uri="{FF2B5EF4-FFF2-40B4-BE49-F238E27FC236}">
                <a16:creationId xmlns:a16="http://schemas.microsoft.com/office/drawing/2014/main" id="{E8CC2A67-9BD3-4D62-B5F4-69721EC6731C}"/>
              </a:ext>
            </a:extLst>
          </p:cNvPr>
          <p:cNvSpPr/>
          <p:nvPr/>
        </p:nvSpPr>
        <p:spPr>
          <a:xfrm>
            <a:off x="4409980" y="15947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7" name="四角形: 角を丸くする 766">
            <a:extLst>
              <a:ext uri="{FF2B5EF4-FFF2-40B4-BE49-F238E27FC236}">
                <a16:creationId xmlns:a16="http://schemas.microsoft.com/office/drawing/2014/main" id="{01E2E5D9-F7D2-422B-9E14-2200D051A718}"/>
              </a:ext>
            </a:extLst>
          </p:cNvPr>
          <p:cNvSpPr/>
          <p:nvPr/>
        </p:nvSpPr>
        <p:spPr>
          <a:xfrm>
            <a:off x="4589980" y="15947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8" name="四角形: 角を丸くする 767">
            <a:extLst>
              <a:ext uri="{FF2B5EF4-FFF2-40B4-BE49-F238E27FC236}">
                <a16:creationId xmlns:a16="http://schemas.microsoft.com/office/drawing/2014/main" id="{68FE8AC4-AEAA-4443-916C-EFD46D95C0E0}"/>
              </a:ext>
            </a:extLst>
          </p:cNvPr>
          <p:cNvSpPr/>
          <p:nvPr/>
        </p:nvSpPr>
        <p:spPr>
          <a:xfrm>
            <a:off x="4409980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9" name="四角形: 角を丸くする 768">
            <a:extLst>
              <a:ext uri="{FF2B5EF4-FFF2-40B4-BE49-F238E27FC236}">
                <a16:creationId xmlns:a16="http://schemas.microsoft.com/office/drawing/2014/main" id="{4FE1E952-C8E6-452B-B327-C7C207A2FF58}"/>
              </a:ext>
            </a:extLst>
          </p:cNvPr>
          <p:cNvSpPr/>
          <p:nvPr/>
        </p:nvSpPr>
        <p:spPr>
          <a:xfrm>
            <a:off x="4589980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0" name="四角形: 角を丸くする 769">
            <a:extLst>
              <a:ext uri="{FF2B5EF4-FFF2-40B4-BE49-F238E27FC236}">
                <a16:creationId xmlns:a16="http://schemas.microsoft.com/office/drawing/2014/main" id="{B30F6D9B-4414-4C44-865C-9A0A7C59B2E7}"/>
              </a:ext>
            </a:extLst>
          </p:cNvPr>
          <p:cNvSpPr/>
          <p:nvPr/>
        </p:nvSpPr>
        <p:spPr>
          <a:xfrm>
            <a:off x="570274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1" name="四角形: 角を丸くする 770">
            <a:extLst>
              <a:ext uri="{FF2B5EF4-FFF2-40B4-BE49-F238E27FC236}">
                <a16:creationId xmlns:a16="http://schemas.microsoft.com/office/drawing/2014/main" id="{6B6652B4-1CD5-4955-BE91-285841FDC4E9}"/>
              </a:ext>
            </a:extLst>
          </p:cNvPr>
          <p:cNvSpPr/>
          <p:nvPr/>
        </p:nvSpPr>
        <p:spPr>
          <a:xfrm>
            <a:off x="588274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2" name="四角形: 角を丸くする 771">
            <a:extLst>
              <a:ext uri="{FF2B5EF4-FFF2-40B4-BE49-F238E27FC236}">
                <a16:creationId xmlns:a16="http://schemas.microsoft.com/office/drawing/2014/main" id="{2B6F1AE9-24A7-4791-B771-260251113CDA}"/>
              </a:ext>
            </a:extLst>
          </p:cNvPr>
          <p:cNvSpPr/>
          <p:nvPr/>
        </p:nvSpPr>
        <p:spPr>
          <a:xfrm>
            <a:off x="8321379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3" name="四角形: 角を丸くする 772">
            <a:extLst>
              <a:ext uri="{FF2B5EF4-FFF2-40B4-BE49-F238E27FC236}">
                <a16:creationId xmlns:a16="http://schemas.microsoft.com/office/drawing/2014/main" id="{DAA71C5A-56A9-4742-8888-9B50356AF079}"/>
              </a:ext>
            </a:extLst>
          </p:cNvPr>
          <p:cNvSpPr/>
          <p:nvPr/>
        </p:nvSpPr>
        <p:spPr>
          <a:xfrm>
            <a:off x="700205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4" name="四角形: 角を丸くする 773">
            <a:extLst>
              <a:ext uri="{FF2B5EF4-FFF2-40B4-BE49-F238E27FC236}">
                <a16:creationId xmlns:a16="http://schemas.microsoft.com/office/drawing/2014/main" id="{EC2747E7-97D7-44AC-9768-B8D194E16952}"/>
              </a:ext>
            </a:extLst>
          </p:cNvPr>
          <p:cNvSpPr/>
          <p:nvPr/>
        </p:nvSpPr>
        <p:spPr>
          <a:xfrm>
            <a:off x="718205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5" name="四角形: 角を丸くする 774">
            <a:extLst>
              <a:ext uri="{FF2B5EF4-FFF2-40B4-BE49-F238E27FC236}">
                <a16:creationId xmlns:a16="http://schemas.microsoft.com/office/drawing/2014/main" id="{C4A7C47C-56A3-4CD8-95DD-E91AB266A349}"/>
              </a:ext>
            </a:extLst>
          </p:cNvPr>
          <p:cNvSpPr/>
          <p:nvPr/>
        </p:nvSpPr>
        <p:spPr>
          <a:xfrm>
            <a:off x="3112208" y="47384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6" name="四角形: 角を丸くする 775">
            <a:extLst>
              <a:ext uri="{FF2B5EF4-FFF2-40B4-BE49-F238E27FC236}">
                <a16:creationId xmlns:a16="http://schemas.microsoft.com/office/drawing/2014/main" id="{89B97484-DD13-48C9-8440-D3758F7B146B}"/>
              </a:ext>
            </a:extLst>
          </p:cNvPr>
          <p:cNvSpPr/>
          <p:nvPr/>
        </p:nvSpPr>
        <p:spPr>
          <a:xfrm>
            <a:off x="3292208" y="47384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7" name="四角形: 角を丸くする 776">
            <a:extLst>
              <a:ext uri="{FF2B5EF4-FFF2-40B4-BE49-F238E27FC236}">
                <a16:creationId xmlns:a16="http://schemas.microsoft.com/office/drawing/2014/main" id="{49ADA06E-64D0-4D18-AF87-CEF5E12E31B1}"/>
              </a:ext>
            </a:extLst>
          </p:cNvPr>
          <p:cNvSpPr/>
          <p:nvPr/>
        </p:nvSpPr>
        <p:spPr>
          <a:xfrm>
            <a:off x="5702748" y="47384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8" name="四角形: 角を丸くする 777">
            <a:extLst>
              <a:ext uri="{FF2B5EF4-FFF2-40B4-BE49-F238E27FC236}">
                <a16:creationId xmlns:a16="http://schemas.microsoft.com/office/drawing/2014/main" id="{6D9606B9-505B-4238-98B5-7A1B35D2F909}"/>
              </a:ext>
            </a:extLst>
          </p:cNvPr>
          <p:cNvSpPr/>
          <p:nvPr/>
        </p:nvSpPr>
        <p:spPr>
          <a:xfrm>
            <a:off x="990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9" name="四角形: 角を丸くする 778">
            <a:extLst>
              <a:ext uri="{FF2B5EF4-FFF2-40B4-BE49-F238E27FC236}">
                <a16:creationId xmlns:a16="http://schemas.microsoft.com/office/drawing/2014/main" id="{98E063E9-1E12-4A43-AEBB-9FD782204CE9}"/>
              </a:ext>
            </a:extLst>
          </p:cNvPr>
          <p:cNvSpPr/>
          <p:nvPr/>
        </p:nvSpPr>
        <p:spPr>
          <a:xfrm>
            <a:off x="1044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1" name="四角形: 角を丸くする 780">
            <a:extLst>
              <a:ext uri="{FF2B5EF4-FFF2-40B4-BE49-F238E27FC236}">
                <a16:creationId xmlns:a16="http://schemas.microsoft.com/office/drawing/2014/main" id="{271F8800-023B-4822-8EC3-6A0050948F58}"/>
              </a:ext>
            </a:extLst>
          </p:cNvPr>
          <p:cNvSpPr/>
          <p:nvPr/>
        </p:nvSpPr>
        <p:spPr>
          <a:xfrm>
            <a:off x="10624191" y="18565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2" name="四角形: 角を丸くする 781">
            <a:extLst>
              <a:ext uri="{FF2B5EF4-FFF2-40B4-BE49-F238E27FC236}">
                <a16:creationId xmlns:a16="http://schemas.microsoft.com/office/drawing/2014/main" id="{9D477F13-802F-4E28-8DCF-A1B1A6440508}"/>
              </a:ext>
            </a:extLst>
          </p:cNvPr>
          <p:cNvSpPr/>
          <p:nvPr/>
        </p:nvSpPr>
        <p:spPr>
          <a:xfrm>
            <a:off x="10444191" y="18565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6" name="四角形: 角を丸くする 785">
            <a:extLst>
              <a:ext uri="{FF2B5EF4-FFF2-40B4-BE49-F238E27FC236}">
                <a16:creationId xmlns:a16="http://schemas.microsoft.com/office/drawing/2014/main" id="{F5030F43-BD2C-431B-8DD5-400D2144ECF8}"/>
              </a:ext>
            </a:extLst>
          </p:cNvPr>
          <p:cNvSpPr/>
          <p:nvPr/>
        </p:nvSpPr>
        <p:spPr>
          <a:xfrm>
            <a:off x="1008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9" name="四角形: 角を丸くする 788">
            <a:extLst>
              <a:ext uri="{FF2B5EF4-FFF2-40B4-BE49-F238E27FC236}">
                <a16:creationId xmlns:a16="http://schemas.microsoft.com/office/drawing/2014/main" id="{B91FE6FC-639D-4219-A631-0378CF66960F}"/>
              </a:ext>
            </a:extLst>
          </p:cNvPr>
          <p:cNvSpPr/>
          <p:nvPr/>
        </p:nvSpPr>
        <p:spPr>
          <a:xfrm>
            <a:off x="1062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0" name="四角形: 角を丸くする 789">
            <a:extLst>
              <a:ext uri="{FF2B5EF4-FFF2-40B4-BE49-F238E27FC236}">
                <a16:creationId xmlns:a16="http://schemas.microsoft.com/office/drawing/2014/main" id="{D7DFB69E-B6EF-488F-8A7C-528FC167110F}"/>
              </a:ext>
            </a:extLst>
          </p:cNvPr>
          <p:cNvSpPr/>
          <p:nvPr/>
        </p:nvSpPr>
        <p:spPr>
          <a:xfrm>
            <a:off x="1080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1" name="四角形: 角を丸くする 790">
            <a:extLst>
              <a:ext uri="{FF2B5EF4-FFF2-40B4-BE49-F238E27FC236}">
                <a16:creationId xmlns:a16="http://schemas.microsoft.com/office/drawing/2014/main" id="{9D368077-1D9A-4340-A398-CEEDF684E6B0}"/>
              </a:ext>
            </a:extLst>
          </p:cNvPr>
          <p:cNvSpPr/>
          <p:nvPr/>
        </p:nvSpPr>
        <p:spPr>
          <a:xfrm>
            <a:off x="1026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3" name="四角形: 角を丸くする 792">
            <a:extLst>
              <a:ext uri="{FF2B5EF4-FFF2-40B4-BE49-F238E27FC236}">
                <a16:creationId xmlns:a16="http://schemas.microsoft.com/office/drawing/2014/main" id="{F9996100-7718-47B2-88A4-BC6E9276BCBD}"/>
              </a:ext>
            </a:extLst>
          </p:cNvPr>
          <p:cNvSpPr/>
          <p:nvPr/>
        </p:nvSpPr>
        <p:spPr>
          <a:xfrm>
            <a:off x="10804191" y="18565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4" name="四角形: 角を丸くする 793">
            <a:extLst>
              <a:ext uri="{FF2B5EF4-FFF2-40B4-BE49-F238E27FC236}">
                <a16:creationId xmlns:a16="http://schemas.microsoft.com/office/drawing/2014/main" id="{9F4E79F8-7F28-44F5-96FC-89E7425FF64A}"/>
              </a:ext>
            </a:extLst>
          </p:cNvPr>
          <p:cNvSpPr/>
          <p:nvPr/>
        </p:nvSpPr>
        <p:spPr>
          <a:xfrm>
            <a:off x="10894426" y="171145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5" name="四角形: 角を丸くする 794">
            <a:extLst>
              <a:ext uri="{FF2B5EF4-FFF2-40B4-BE49-F238E27FC236}">
                <a16:creationId xmlns:a16="http://schemas.microsoft.com/office/drawing/2014/main" id="{ABABAFC0-26FB-42CA-AE0D-0BF44DE50AAF}"/>
              </a:ext>
            </a:extLst>
          </p:cNvPr>
          <p:cNvSpPr/>
          <p:nvPr/>
        </p:nvSpPr>
        <p:spPr>
          <a:xfrm>
            <a:off x="1119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6" name="四角形: 角を丸くする 795">
            <a:extLst>
              <a:ext uri="{FF2B5EF4-FFF2-40B4-BE49-F238E27FC236}">
                <a16:creationId xmlns:a16="http://schemas.microsoft.com/office/drawing/2014/main" id="{A4D3A221-F8C9-444B-8BCA-BBAC55EADCA4}"/>
              </a:ext>
            </a:extLst>
          </p:cNvPr>
          <p:cNvSpPr/>
          <p:nvPr/>
        </p:nvSpPr>
        <p:spPr>
          <a:xfrm>
            <a:off x="1173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7" name="四角形: 角を丸くする 796">
            <a:extLst>
              <a:ext uri="{FF2B5EF4-FFF2-40B4-BE49-F238E27FC236}">
                <a16:creationId xmlns:a16="http://schemas.microsoft.com/office/drawing/2014/main" id="{7BFB60F5-FD33-48DE-8D7A-6795BE5DC130}"/>
              </a:ext>
            </a:extLst>
          </p:cNvPr>
          <p:cNvSpPr/>
          <p:nvPr/>
        </p:nvSpPr>
        <p:spPr>
          <a:xfrm>
            <a:off x="12177735" y="171145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8" name="四角形: 角を丸くする 797">
            <a:extLst>
              <a:ext uri="{FF2B5EF4-FFF2-40B4-BE49-F238E27FC236}">
                <a16:creationId xmlns:a16="http://schemas.microsoft.com/office/drawing/2014/main" id="{1AC64997-CB28-48F7-97D1-87280F9C502D}"/>
              </a:ext>
            </a:extLst>
          </p:cNvPr>
          <p:cNvSpPr/>
          <p:nvPr/>
        </p:nvSpPr>
        <p:spPr>
          <a:xfrm>
            <a:off x="12098629" y="18565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9" name="四角形: 角を丸くする 798">
            <a:extLst>
              <a:ext uri="{FF2B5EF4-FFF2-40B4-BE49-F238E27FC236}">
                <a16:creationId xmlns:a16="http://schemas.microsoft.com/office/drawing/2014/main" id="{D65DDF42-93E0-4489-948B-9B6855683FFD}"/>
              </a:ext>
            </a:extLst>
          </p:cNvPr>
          <p:cNvSpPr/>
          <p:nvPr/>
        </p:nvSpPr>
        <p:spPr>
          <a:xfrm>
            <a:off x="1137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0" name="四角形: 角を丸くする 799">
            <a:extLst>
              <a:ext uri="{FF2B5EF4-FFF2-40B4-BE49-F238E27FC236}">
                <a16:creationId xmlns:a16="http://schemas.microsoft.com/office/drawing/2014/main" id="{E85D46EE-54FD-470A-8D6B-4700482E92EF}"/>
              </a:ext>
            </a:extLst>
          </p:cNvPr>
          <p:cNvSpPr/>
          <p:nvPr/>
        </p:nvSpPr>
        <p:spPr>
          <a:xfrm>
            <a:off x="1155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1" name="四角形: 角を丸くする 800">
            <a:extLst>
              <a:ext uri="{FF2B5EF4-FFF2-40B4-BE49-F238E27FC236}">
                <a16:creationId xmlns:a16="http://schemas.microsoft.com/office/drawing/2014/main" id="{A0EF71BD-99E8-46DE-A418-BAF859560F57}"/>
              </a:ext>
            </a:extLst>
          </p:cNvPr>
          <p:cNvSpPr/>
          <p:nvPr/>
        </p:nvSpPr>
        <p:spPr>
          <a:xfrm>
            <a:off x="1191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2" name="四角形: 角を丸くする 801">
            <a:extLst>
              <a:ext uri="{FF2B5EF4-FFF2-40B4-BE49-F238E27FC236}">
                <a16:creationId xmlns:a16="http://schemas.microsoft.com/office/drawing/2014/main" id="{8B9AF882-7D03-44AF-9C98-670D9EA9C2BB}"/>
              </a:ext>
            </a:extLst>
          </p:cNvPr>
          <p:cNvSpPr/>
          <p:nvPr/>
        </p:nvSpPr>
        <p:spPr>
          <a:xfrm>
            <a:off x="1209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3" name="四角形: 角を丸くする 802">
            <a:extLst>
              <a:ext uri="{FF2B5EF4-FFF2-40B4-BE49-F238E27FC236}">
                <a16:creationId xmlns:a16="http://schemas.microsoft.com/office/drawing/2014/main" id="{063C9AFC-D6B1-472E-B7A9-A451DB552643}"/>
              </a:ext>
            </a:extLst>
          </p:cNvPr>
          <p:cNvSpPr/>
          <p:nvPr/>
        </p:nvSpPr>
        <p:spPr>
          <a:xfrm>
            <a:off x="990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4" name="四角形: 角を丸くする 803">
            <a:extLst>
              <a:ext uri="{FF2B5EF4-FFF2-40B4-BE49-F238E27FC236}">
                <a16:creationId xmlns:a16="http://schemas.microsoft.com/office/drawing/2014/main" id="{2AD618F7-F50D-4C34-97C2-F9B5DF9BA20F}"/>
              </a:ext>
            </a:extLst>
          </p:cNvPr>
          <p:cNvSpPr/>
          <p:nvPr/>
        </p:nvSpPr>
        <p:spPr>
          <a:xfrm>
            <a:off x="1044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5" name="四角形: 角を丸くする 804">
            <a:extLst>
              <a:ext uri="{FF2B5EF4-FFF2-40B4-BE49-F238E27FC236}">
                <a16:creationId xmlns:a16="http://schemas.microsoft.com/office/drawing/2014/main" id="{E0CCFA13-6B99-4237-814A-9C45CF05764B}"/>
              </a:ext>
            </a:extLst>
          </p:cNvPr>
          <p:cNvSpPr/>
          <p:nvPr/>
        </p:nvSpPr>
        <p:spPr>
          <a:xfrm>
            <a:off x="10264191" y="249127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6" name="四角形: 角を丸くする 805">
            <a:extLst>
              <a:ext uri="{FF2B5EF4-FFF2-40B4-BE49-F238E27FC236}">
                <a16:creationId xmlns:a16="http://schemas.microsoft.com/office/drawing/2014/main" id="{A3E0289B-F3E8-45EF-961A-9BB684125574}"/>
              </a:ext>
            </a:extLst>
          </p:cNvPr>
          <p:cNvSpPr/>
          <p:nvPr/>
        </p:nvSpPr>
        <p:spPr>
          <a:xfrm>
            <a:off x="10804191" y="249127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7" name="四角形: 角を丸くする 806">
            <a:extLst>
              <a:ext uri="{FF2B5EF4-FFF2-40B4-BE49-F238E27FC236}">
                <a16:creationId xmlns:a16="http://schemas.microsoft.com/office/drawing/2014/main" id="{3469920E-991C-41F5-9D02-84EFF8EF3D75}"/>
              </a:ext>
            </a:extLst>
          </p:cNvPr>
          <p:cNvSpPr/>
          <p:nvPr/>
        </p:nvSpPr>
        <p:spPr>
          <a:xfrm>
            <a:off x="10624191" y="249127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8" name="四角形: 角を丸くする 807">
            <a:extLst>
              <a:ext uri="{FF2B5EF4-FFF2-40B4-BE49-F238E27FC236}">
                <a16:creationId xmlns:a16="http://schemas.microsoft.com/office/drawing/2014/main" id="{0B96C807-1EFB-4AAB-9D13-381D9E1B589D}"/>
              </a:ext>
            </a:extLst>
          </p:cNvPr>
          <p:cNvSpPr/>
          <p:nvPr/>
        </p:nvSpPr>
        <p:spPr>
          <a:xfrm>
            <a:off x="10894426" y="23268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9" name="四角形: 角を丸くする 808">
            <a:extLst>
              <a:ext uri="{FF2B5EF4-FFF2-40B4-BE49-F238E27FC236}">
                <a16:creationId xmlns:a16="http://schemas.microsoft.com/office/drawing/2014/main" id="{17C8D69C-EEC2-40A2-8828-DA384F49420E}"/>
              </a:ext>
            </a:extLst>
          </p:cNvPr>
          <p:cNvSpPr/>
          <p:nvPr/>
        </p:nvSpPr>
        <p:spPr>
          <a:xfrm>
            <a:off x="10444191" y="249127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0" name="四角形: 角を丸くする 809">
            <a:extLst>
              <a:ext uri="{FF2B5EF4-FFF2-40B4-BE49-F238E27FC236}">
                <a16:creationId xmlns:a16="http://schemas.microsoft.com/office/drawing/2014/main" id="{6AFFB06D-A3AD-4027-BF08-42AF26C3D56D}"/>
              </a:ext>
            </a:extLst>
          </p:cNvPr>
          <p:cNvSpPr/>
          <p:nvPr/>
        </p:nvSpPr>
        <p:spPr>
          <a:xfrm>
            <a:off x="1008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1" name="四角形: 角を丸くする 810">
            <a:extLst>
              <a:ext uri="{FF2B5EF4-FFF2-40B4-BE49-F238E27FC236}">
                <a16:creationId xmlns:a16="http://schemas.microsoft.com/office/drawing/2014/main" id="{EC7F55F1-21B7-4414-A349-4B0F8D6D27BB}"/>
              </a:ext>
            </a:extLst>
          </p:cNvPr>
          <p:cNvSpPr/>
          <p:nvPr/>
        </p:nvSpPr>
        <p:spPr>
          <a:xfrm>
            <a:off x="1026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2" name="四角形: 角を丸くする 811">
            <a:extLst>
              <a:ext uri="{FF2B5EF4-FFF2-40B4-BE49-F238E27FC236}">
                <a16:creationId xmlns:a16="http://schemas.microsoft.com/office/drawing/2014/main" id="{BED0A2B1-F593-47F4-BB4C-0AA61DC81507}"/>
              </a:ext>
            </a:extLst>
          </p:cNvPr>
          <p:cNvSpPr/>
          <p:nvPr/>
        </p:nvSpPr>
        <p:spPr>
          <a:xfrm>
            <a:off x="1062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3" name="四角形: 角を丸くする 812">
            <a:extLst>
              <a:ext uri="{FF2B5EF4-FFF2-40B4-BE49-F238E27FC236}">
                <a16:creationId xmlns:a16="http://schemas.microsoft.com/office/drawing/2014/main" id="{C19E6561-118D-4608-A711-098F6FCC4EFD}"/>
              </a:ext>
            </a:extLst>
          </p:cNvPr>
          <p:cNvSpPr/>
          <p:nvPr/>
        </p:nvSpPr>
        <p:spPr>
          <a:xfrm>
            <a:off x="1080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1" name="四角形: 角を丸くする 820">
            <a:extLst>
              <a:ext uri="{FF2B5EF4-FFF2-40B4-BE49-F238E27FC236}">
                <a16:creationId xmlns:a16="http://schemas.microsoft.com/office/drawing/2014/main" id="{802BF9A1-1DD5-4E74-BF32-BFE3370E28FE}"/>
              </a:ext>
            </a:extLst>
          </p:cNvPr>
          <p:cNvSpPr/>
          <p:nvPr/>
        </p:nvSpPr>
        <p:spPr>
          <a:xfrm>
            <a:off x="990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2" name="四角形: 角を丸くする 821">
            <a:extLst>
              <a:ext uri="{FF2B5EF4-FFF2-40B4-BE49-F238E27FC236}">
                <a16:creationId xmlns:a16="http://schemas.microsoft.com/office/drawing/2014/main" id="{1D00FFD3-099C-4FEC-9FC5-AADD2D232EE3}"/>
              </a:ext>
            </a:extLst>
          </p:cNvPr>
          <p:cNvSpPr/>
          <p:nvPr/>
        </p:nvSpPr>
        <p:spPr>
          <a:xfrm>
            <a:off x="1008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3" name="四角形: 角を丸くする 822">
            <a:extLst>
              <a:ext uri="{FF2B5EF4-FFF2-40B4-BE49-F238E27FC236}">
                <a16:creationId xmlns:a16="http://schemas.microsoft.com/office/drawing/2014/main" id="{9D3162E6-0744-4108-9485-247857CF6F84}"/>
              </a:ext>
            </a:extLst>
          </p:cNvPr>
          <p:cNvSpPr/>
          <p:nvPr/>
        </p:nvSpPr>
        <p:spPr>
          <a:xfrm>
            <a:off x="1044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4" name="四角形: 角を丸くする 823">
            <a:extLst>
              <a:ext uri="{FF2B5EF4-FFF2-40B4-BE49-F238E27FC236}">
                <a16:creationId xmlns:a16="http://schemas.microsoft.com/office/drawing/2014/main" id="{D665BD56-7177-4BB3-B447-506F39FF1BD6}"/>
              </a:ext>
            </a:extLst>
          </p:cNvPr>
          <p:cNvSpPr/>
          <p:nvPr/>
        </p:nvSpPr>
        <p:spPr>
          <a:xfrm>
            <a:off x="1026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5" name="四角形: 角を丸くする 824">
            <a:extLst>
              <a:ext uri="{FF2B5EF4-FFF2-40B4-BE49-F238E27FC236}">
                <a16:creationId xmlns:a16="http://schemas.microsoft.com/office/drawing/2014/main" id="{0254AB49-20D6-40C3-8985-BA4E35101127}"/>
              </a:ext>
            </a:extLst>
          </p:cNvPr>
          <p:cNvSpPr/>
          <p:nvPr/>
        </p:nvSpPr>
        <p:spPr>
          <a:xfrm>
            <a:off x="1062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6" name="四角形: 角を丸くする 825">
            <a:extLst>
              <a:ext uri="{FF2B5EF4-FFF2-40B4-BE49-F238E27FC236}">
                <a16:creationId xmlns:a16="http://schemas.microsoft.com/office/drawing/2014/main" id="{9C6B2AC5-817C-4E71-B95B-3FB3E8E7D366}"/>
              </a:ext>
            </a:extLst>
          </p:cNvPr>
          <p:cNvSpPr/>
          <p:nvPr/>
        </p:nvSpPr>
        <p:spPr>
          <a:xfrm>
            <a:off x="1080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7" name="四角形: 角を丸くする 826">
            <a:extLst>
              <a:ext uri="{FF2B5EF4-FFF2-40B4-BE49-F238E27FC236}">
                <a16:creationId xmlns:a16="http://schemas.microsoft.com/office/drawing/2014/main" id="{246B265D-4F87-48CA-B28A-C8752503D9B7}"/>
              </a:ext>
            </a:extLst>
          </p:cNvPr>
          <p:cNvSpPr/>
          <p:nvPr/>
        </p:nvSpPr>
        <p:spPr>
          <a:xfrm>
            <a:off x="10804191" y="315152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8" name="四角形: 角を丸くする 827">
            <a:extLst>
              <a:ext uri="{FF2B5EF4-FFF2-40B4-BE49-F238E27FC236}">
                <a16:creationId xmlns:a16="http://schemas.microsoft.com/office/drawing/2014/main" id="{466143D5-8459-40F1-951B-2C487EBAE715}"/>
              </a:ext>
            </a:extLst>
          </p:cNvPr>
          <p:cNvSpPr/>
          <p:nvPr/>
        </p:nvSpPr>
        <p:spPr>
          <a:xfrm>
            <a:off x="10894426" y="300393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7" name="正方形/長方形 616">
            <a:extLst>
              <a:ext uri="{FF2B5EF4-FFF2-40B4-BE49-F238E27FC236}">
                <a16:creationId xmlns:a16="http://schemas.microsoft.com/office/drawing/2014/main" id="{2849E501-2FE8-4A70-B8E1-D9D40131970B}"/>
              </a:ext>
            </a:extLst>
          </p:cNvPr>
          <p:cNvSpPr/>
          <p:nvPr/>
        </p:nvSpPr>
        <p:spPr>
          <a:xfrm>
            <a:off x="9892780" y="5423618"/>
            <a:ext cx="1116532" cy="372392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税務処理</a:t>
            </a:r>
          </a:p>
        </p:txBody>
      </p:sp>
      <p:sp>
        <p:nvSpPr>
          <p:cNvPr id="837" name="四角形: 角を丸くする 836">
            <a:extLst>
              <a:ext uri="{FF2B5EF4-FFF2-40B4-BE49-F238E27FC236}">
                <a16:creationId xmlns:a16="http://schemas.microsoft.com/office/drawing/2014/main" id="{E1D20517-F2D7-405A-9FC5-1308C916C86F}"/>
              </a:ext>
            </a:extLst>
          </p:cNvPr>
          <p:cNvSpPr/>
          <p:nvPr/>
        </p:nvSpPr>
        <p:spPr>
          <a:xfrm>
            <a:off x="9908642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8" name="四角形: 角を丸くする 837">
            <a:extLst>
              <a:ext uri="{FF2B5EF4-FFF2-40B4-BE49-F238E27FC236}">
                <a16:creationId xmlns:a16="http://schemas.microsoft.com/office/drawing/2014/main" id="{E71DC51A-9800-40FB-9950-C6E2303F4BDA}"/>
              </a:ext>
            </a:extLst>
          </p:cNvPr>
          <p:cNvSpPr/>
          <p:nvPr/>
        </p:nvSpPr>
        <p:spPr>
          <a:xfrm>
            <a:off x="10088642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9" name="四角形: 角を丸くする 838">
            <a:extLst>
              <a:ext uri="{FF2B5EF4-FFF2-40B4-BE49-F238E27FC236}">
                <a16:creationId xmlns:a16="http://schemas.microsoft.com/office/drawing/2014/main" id="{F09CCDE1-CB31-4E89-A084-746F7F4009AB}"/>
              </a:ext>
            </a:extLst>
          </p:cNvPr>
          <p:cNvSpPr/>
          <p:nvPr/>
        </p:nvSpPr>
        <p:spPr>
          <a:xfrm>
            <a:off x="10268642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0" name="四角形: 角を丸くする 839">
            <a:extLst>
              <a:ext uri="{FF2B5EF4-FFF2-40B4-BE49-F238E27FC236}">
                <a16:creationId xmlns:a16="http://schemas.microsoft.com/office/drawing/2014/main" id="{7E7DFD37-1CF7-4549-99D2-0105B1CA26B4}"/>
              </a:ext>
            </a:extLst>
          </p:cNvPr>
          <p:cNvSpPr/>
          <p:nvPr/>
        </p:nvSpPr>
        <p:spPr>
          <a:xfrm>
            <a:off x="10448642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1" name="四角形: 角を丸くする 840">
            <a:extLst>
              <a:ext uri="{FF2B5EF4-FFF2-40B4-BE49-F238E27FC236}">
                <a16:creationId xmlns:a16="http://schemas.microsoft.com/office/drawing/2014/main" id="{7FBF74A0-04EA-4250-AD7D-32CE66901AC5}"/>
              </a:ext>
            </a:extLst>
          </p:cNvPr>
          <p:cNvSpPr/>
          <p:nvPr/>
        </p:nvSpPr>
        <p:spPr>
          <a:xfrm>
            <a:off x="1174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2" name="四角形: 角を丸くする 841">
            <a:extLst>
              <a:ext uri="{FF2B5EF4-FFF2-40B4-BE49-F238E27FC236}">
                <a16:creationId xmlns:a16="http://schemas.microsoft.com/office/drawing/2014/main" id="{65EBF339-C924-4AC3-BF99-8577FA220B42}"/>
              </a:ext>
            </a:extLst>
          </p:cNvPr>
          <p:cNvSpPr/>
          <p:nvPr/>
        </p:nvSpPr>
        <p:spPr>
          <a:xfrm>
            <a:off x="1192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3" name="四角形: 角を丸くする 842">
            <a:extLst>
              <a:ext uri="{FF2B5EF4-FFF2-40B4-BE49-F238E27FC236}">
                <a16:creationId xmlns:a16="http://schemas.microsoft.com/office/drawing/2014/main" id="{CD9A6F37-D140-48A7-8230-21FAC921D3B1}"/>
              </a:ext>
            </a:extLst>
          </p:cNvPr>
          <p:cNvSpPr/>
          <p:nvPr/>
        </p:nvSpPr>
        <p:spPr>
          <a:xfrm>
            <a:off x="1210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4" name="四角形: 角を丸くする 843">
            <a:extLst>
              <a:ext uri="{FF2B5EF4-FFF2-40B4-BE49-F238E27FC236}">
                <a16:creationId xmlns:a16="http://schemas.microsoft.com/office/drawing/2014/main" id="{9087362C-F8A0-41FA-BC52-8F3B7C838E96}"/>
              </a:ext>
            </a:extLst>
          </p:cNvPr>
          <p:cNvSpPr/>
          <p:nvPr/>
        </p:nvSpPr>
        <p:spPr>
          <a:xfrm>
            <a:off x="1120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6" name="四角形: 角を丸くする 845">
            <a:extLst>
              <a:ext uri="{FF2B5EF4-FFF2-40B4-BE49-F238E27FC236}">
                <a16:creationId xmlns:a16="http://schemas.microsoft.com/office/drawing/2014/main" id="{8EC949E8-27D0-4E3C-9429-5F7088716E16}"/>
              </a:ext>
            </a:extLst>
          </p:cNvPr>
          <p:cNvSpPr/>
          <p:nvPr/>
        </p:nvSpPr>
        <p:spPr>
          <a:xfrm>
            <a:off x="1138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8" name="四角形: 角を丸くする 847">
            <a:extLst>
              <a:ext uri="{FF2B5EF4-FFF2-40B4-BE49-F238E27FC236}">
                <a16:creationId xmlns:a16="http://schemas.microsoft.com/office/drawing/2014/main" id="{B100A12D-B642-4210-9CFE-4BFAC68AFACD}"/>
              </a:ext>
            </a:extLst>
          </p:cNvPr>
          <p:cNvSpPr/>
          <p:nvPr/>
        </p:nvSpPr>
        <p:spPr>
          <a:xfrm>
            <a:off x="1156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9" name="四角形: 角を丸くする 848">
            <a:extLst>
              <a:ext uri="{FF2B5EF4-FFF2-40B4-BE49-F238E27FC236}">
                <a16:creationId xmlns:a16="http://schemas.microsoft.com/office/drawing/2014/main" id="{0120FDFA-6E0D-4D8C-A87C-F1255DB3DC19}"/>
              </a:ext>
            </a:extLst>
          </p:cNvPr>
          <p:cNvSpPr/>
          <p:nvPr/>
        </p:nvSpPr>
        <p:spPr>
          <a:xfrm>
            <a:off x="9908642" y="412623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0" name="四角形: 角を丸くする 849">
            <a:extLst>
              <a:ext uri="{FF2B5EF4-FFF2-40B4-BE49-F238E27FC236}">
                <a16:creationId xmlns:a16="http://schemas.microsoft.com/office/drawing/2014/main" id="{55C9E542-6B00-4C49-AB91-7D65E33899A3}"/>
              </a:ext>
            </a:extLst>
          </p:cNvPr>
          <p:cNvSpPr/>
          <p:nvPr/>
        </p:nvSpPr>
        <p:spPr>
          <a:xfrm>
            <a:off x="10088642" y="412623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1" name="四角形: 角を丸くする 850">
            <a:extLst>
              <a:ext uri="{FF2B5EF4-FFF2-40B4-BE49-F238E27FC236}">
                <a16:creationId xmlns:a16="http://schemas.microsoft.com/office/drawing/2014/main" id="{F394320B-26B6-4901-B7EE-C6CCF2B85D8B}"/>
              </a:ext>
            </a:extLst>
          </p:cNvPr>
          <p:cNvSpPr/>
          <p:nvPr/>
        </p:nvSpPr>
        <p:spPr>
          <a:xfrm>
            <a:off x="10448642" y="412623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2" name="四角形: 角を丸くする 851">
            <a:extLst>
              <a:ext uri="{FF2B5EF4-FFF2-40B4-BE49-F238E27FC236}">
                <a16:creationId xmlns:a16="http://schemas.microsoft.com/office/drawing/2014/main" id="{A2F9F2E7-EEE5-4037-9455-0BF68DF4DF53}"/>
              </a:ext>
            </a:extLst>
          </p:cNvPr>
          <p:cNvSpPr/>
          <p:nvPr/>
        </p:nvSpPr>
        <p:spPr>
          <a:xfrm>
            <a:off x="10628642" y="412623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3" name="四角形: 角を丸くする 852">
            <a:extLst>
              <a:ext uri="{FF2B5EF4-FFF2-40B4-BE49-F238E27FC236}">
                <a16:creationId xmlns:a16="http://schemas.microsoft.com/office/drawing/2014/main" id="{AFE29B00-5DD3-4B90-BB8A-5495752BCA50}"/>
              </a:ext>
            </a:extLst>
          </p:cNvPr>
          <p:cNvSpPr/>
          <p:nvPr/>
        </p:nvSpPr>
        <p:spPr>
          <a:xfrm>
            <a:off x="10268642" y="412623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7" name="楕円 856">
            <a:extLst>
              <a:ext uri="{FF2B5EF4-FFF2-40B4-BE49-F238E27FC236}">
                <a16:creationId xmlns:a16="http://schemas.microsoft.com/office/drawing/2014/main" id="{331166BE-6C61-422B-822C-E75B06C889FC}"/>
              </a:ext>
            </a:extLst>
          </p:cNvPr>
          <p:cNvSpPr/>
          <p:nvPr/>
        </p:nvSpPr>
        <p:spPr>
          <a:xfrm>
            <a:off x="1166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9" name="楕円 858">
            <a:extLst>
              <a:ext uri="{FF2B5EF4-FFF2-40B4-BE49-F238E27FC236}">
                <a16:creationId xmlns:a16="http://schemas.microsoft.com/office/drawing/2014/main" id="{57364F16-9A8B-47FA-A1C0-B890D998E765}"/>
              </a:ext>
            </a:extLst>
          </p:cNvPr>
          <p:cNvSpPr/>
          <p:nvPr/>
        </p:nvSpPr>
        <p:spPr>
          <a:xfrm>
            <a:off x="1220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0" name="楕円 859">
            <a:extLst>
              <a:ext uri="{FF2B5EF4-FFF2-40B4-BE49-F238E27FC236}">
                <a16:creationId xmlns:a16="http://schemas.microsoft.com/office/drawing/2014/main" id="{16598D03-FA24-4B7A-914B-E67E9F72CC03}"/>
              </a:ext>
            </a:extLst>
          </p:cNvPr>
          <p:cNvSpPr/>
          <p:nvPr/>
        </p:nvSpPr>
        <p:spPr>
          <a:xfrm>
            <a:off x="1184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1" name="楕円 860">
            <a:extLst>
              <a:ext uri="{FF2B5EF4-FFF2-40B4-BE49-F238E27FC236}">
                <a16:creationId xmlns:a16="http://schemas.microsoft.com/office/drawing/2014/main" id="{EE97DB6C-8612-415B-8413-A47D67306BFA}"/>
              </a:ext>
            </a:extLst>
          </p:cNvPr>
          <p:cNvSpPr/>
          <p:nvPr/>
        </p:nvSpPr>
        <p:spPr>
          <a:xfrm>
            <a:off x="1112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2" name="楕円 861">
            <a:extLst>
              <a:ext uri="{FF2B5EF4-FFF2-40B4-BE49-F238E27FC236}">
                <a16:creationId xmlns:a16="http://schemas.microsoft.com/office/drawing/2014/main" id="{19B7CA2F-4EB3-4E58-865A-035EF4B7378C}"/>
              </a:ext>
            </a:extLst>
          </p:cNvPr>
          <p:cNvSpPr/>
          <p:nvPr/>
        </p:nvSpPr>
        <p:spPr>
          <a:xfrm>
            <a:off x="1130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3" name="楕円 862">
            <a:extLst>
              <a:ext uri="{FF2B5EF4-FFF2-40B4-BE49-F238E27FC236}">
                <a16:creationId xmlns:a16="http://schemas.microsoft.com/office/drawing/2014/main" id="{E2E9A426-F16F-4A2B-A8CC-DBA3BAAD3E4E}"/>
              </a:ext>
            </a:extLst>
          </p:cNvPr>
          <p:cNvSpPr/>
          <p:nvPr/>
        </p:nvSpPr>
        <p:spPr>
          <a:xfrm>
            <a:off x="1148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6" name="楕円 865">
            <a:extLst>
              <a:ext uri="{FF2B5EF4-FFF2-40B4-BE49-F238E27FC236}">
                <a16:creationId xmlns:a16="http://schemas.microsoft.com/office/drawing/2014/main" id="{08709503-81E7-4CD4-9B71-B957A27EBFF7}"/>
              </a:ext>
            </a:extLst>
          </p:cNvPr>
          <p:cNvSpPr/>
          <p:nvPr/>
        </p:nvSpPr>
        <p:spPr>
          <a:xfrm>
            <a:off x="1202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9" name="楕円 868">
            <a:extLst>
              <a:ext uri="{FF2B5EF4-FFF2-40B4-BE49-F238E27FC236}">
                <a16:creationId xmlns:a16="http://schemas.microsoft.com/office/drawing/2014/main" id="{DEE57B9D-D7CC-4B32-93CC-DE4EAE505C7A}"/>
              </a:ext>
            </a:extLst>
          </p:cNvPr>
          <p:cNvSpPr/>
          <p:nvPr/>
        </p:nvSpPr>
        <p:spPr>
          <a:xfrm>
            <a:off x="1130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0" name="楕円 869">
            <a:extLst>
              <a:ext uri="{FF2B5EF4-FFF2-40B4-BE49-F238E27FC236}">
                <a16:creationId xmlns:a16="http://schemas.microsoft.com/office/drawing/2014/main" id="{74A1FA6E-A2D0-4B7D-A764-F4222A160FA6}"/>
              </a:ext>
            </a:extLst>
          </p:cNvPr>
          <p:cNvSpPr/>
          <p:nvPr/>
        </p:nvSpPr>
        <p:spPr>
          <a:xfrm>
            <a:off x="11485843" y="496237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1" name="楕円 870">
            <a:extLst>
              <a:ext uri="{FF2B5EF4-FFF2-40B4-BE49-F238E27FC236}">
                <a16:creationId xmlns:a16="http://schemas.microsoft.com/office/drawing/2014/main" id="{9B704C48-0735-4FE1-A9E2-A294F99CF353}"/>
              </a:ext>
            </a:extLst>
          </p:cNvPr>
          <p:cNvSpPr/>
          <p:nvPr/>
        </p:nvSpPr>
        <p:spPr>
          <a:xfrm>
            <a:off x="11665843" y="496237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2" name="楕円 871">
            <a:extLst>
              <a:ext uri="{FF2B5EF4-FFF2-40B4-BE49-F238E27FC236}">
                <a16:creationId xmlns:a16="http://schemas.microsoft.com/office/drawing/2014/main" id="{D691BA5F-B103-43AC-8716-93448EAEFB33}"/>
              </a:ext>
            </a:extLst>
          </p:cNvPr>
          <p:cNvSpPr/>
          <p:nvPr/>
        </p:nvSpPr>
        <p:spPr>
          <a:xfrm>
            <a:off x="1148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5" name="楕円 874">
            <a:extLst>
              <a:ext uri="{FF2B5EF4-FFF2-40B4-BE49-F238E27FC236}">
                <a16:creationId xmlns:a16="http://schemas.microsoft.com/office/drawing/2014/main" id="{C53D73D4-4B0B-4FBB-BEB4-7904E9C66379}"/>
              </a:ext>
            </a:extLst>
          </p:cNvPr>
          <p:cNvSpPr/>
          <p:nvPr/>
        </p:nvSpPr>
        <p:spPr>
          <a:xfrm>
            <a:off x="1112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6" name="楕円 875">
            <a:extLst>
              <a:ext uri="{FF2B5EF4-FFF2-40B4-BE49-F238E27FC236}">
                <a16:creationId xmlns:a16="http://schemas.microsoft.com/office/drawing/2014/main" id="{761EC76D-D546-4EAD-A3A7-46CD51C71F46}"/>
              </a:ext>
            </a:extLst>
          </p:cNvPr>
          <p:cNvSpPr/>
          <p:nvPr/>
        </p:nvSpPr>
        <p:spPr>
          <a:xfrm>
            <a:off x="1202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8" name="楕円 877">
            <a:extLst>
              <a:ext uri="{FF2B5EF4-FFF2-40B4-BE49-F238E27FC236}">
                <a16:creationId xmlns:a16="http://schemas.microsoft.com/office/drawing/2014/main" id="{196B8282-5F4F-4398-9307-060D4D87D54F}"/>
              </a:ext>
            </a:extLst>
          </p:cNvPr>
          <p:cNvSpPr/>
          <p:nvPr/>
        </p:nvSpPr>
        <p:spPr>
          <a:xfrm>
            <a:off x="11125843" y="496237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9" name="楕円 878">
            <a:extLst>
              <a:ext uri="{FF2B5EF4-FFF2-40B4-BE49-F238E27FC236}">
                <a16:creationId xmlns:a16="http://schemas.microsoft.com/office/drawing/2014/main" id="{F9C7A7D3-D100-4EA7-9A87-3DB6A9997D5C}"/>
              </a:ext>
            </a:extLst>
          </p:cNvPr>
          <p:cNvSpPr/>
          <p:nvPr/>
        </p:nvSpPr>
        <p:spPr>
          <a:xfrm>
            <a:off x="1166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0" name="楕円 879">
            <a:extLst>
              <a:ext uri="{FF2B5EF4-FFF2-40B4-BE49-F238E27FC236}">
                <a16:creationId xmlns:a16="http://schemas.microsoft.com/office/drawing/2014/main" id="{F464DF92-91EF-4D11-9303-4937F1F09B83}"/>
              </a:ext>
            </a:extLst>
          </p:cNvPr>
          <p:cNvSpPr/>
          <p:nvPr/>
        </p:nvSpPr>
        <p:spPr>
          <a:xfrm>
            <a:off x="1220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1" name="楕円 880">
            <a:extLst>
              <a:ext uri="{FF2B5EF4-FFF2-40B4-BE49-F238E27FC236}">
                <a16:creationId xmlns:a16="http://schemas.microsoft.com/office/drawing/2014/main" id="{10198069-E497-4F00-AFD2-C32E8E907A0C}"/>
              </a:ext>
            </a:extLst>
          </p:cNvPr>
          <p:cNvSpPr/>
          <p:nvPr/>
        </p:nvSpPr>
        <p:spPr>
          <a:xfrm>
            <a:off x="1184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3" name="楕円 882">
            <a:extLst>
              <a:ext uri="{FF2B5EF4-FFF2-40B4-BE49-F238E27FC236}">
                <a16:creationId xmlns:a16="http://schemas.microsoft.com/office/drawing/2014/main" id="{AE318B80-732A-4C8E-8A1E-A2183C509E30}"/>
              </a:ext>
            </a:extLst>
          </p:cNvPr>
          <p:cNvSpPr/>
          <p:nvPr/>
        </p:nvSpPr>
        <p:spPr>
          <a:xfrm>
            <a:off x="11305843" y="496237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2" name="正方形/長方形 341">
            <a:extLst>
              <a:ext uri="{FF2B5EF4-FFF2-40B4-BE49-F238E27FC236}">
                <a16:creationId xmlns:a16="http://schemas.microsoft.com/office/drawing/2014/main" id="{3F36C2E4-A98C-447B-B21C-CA33C0A3F6EE}"/>
              </a:ext>
            </a:extLst>
          </p:cNvPr>
          <p:cNvSpPr/>
          <p:nvPr/>
        </p:nvSpPr>
        <p:spPr>
          <a:xfrm>
            <a:off x="11188924" y="2253508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固定資産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0" name="四角形: 角を丸くする 889">
            <a:extLst>
              <a:ext uri="{FF2B5EF4-FFF2-40B4-BE49-F238E27FC236}">
                <a16:creationId xmlns:a16="http://schemas.microsoft.com/office/drawing/2014/main" id="{A9AA783E-DF52-44AC-BAA6-B904E9671777}"/>
              </a:ext>
            </a:extLst>
          </p:cNvPr>
          <p:cNvSpPr/>
          <p:nvPr/>
        </p:nvSpPr>
        <p:spPr>
          <a:xfrm>
            <a:off x="11204786" y="225976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1" name="四角形: 角を丸くする 890">
            <a:extLst>
              <a:ext uri="{FF2B5EF4-FFF2-40B4-BE49-F238E27FC236}">
                <a16:creationId xmlns:a16="http://schemas.microsoft.com/office/drawing/2014/main" id="{EE0E2555-2991-44BA-AE2B-4000808632A9}"/>
              </a:ext>
            </a:extLst>
          </p:cNvPr>
          <p:cNvSpPr/>
          <p:nvPr/>
        </p:nvSpPr>
        <p:spPr>
          <a:xfrm>
            <a:off x="11384786" y="225976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2" name="四角形: 角を丸くする 891">
            <a:extLst>
              <a:ext uri="{FF2B5EF4-FFF2-40B4-BE49-F238E27FC236}">
                <a16:creationId xmlns:a16="http://schemas.microsoft.com/office/drawing/2014/main" id="{876FB796-53DA-4B2C-833C-16C7A0153EFF}"/>
              </a:ext>
            </a:extLst>
          </p:cNvPr>
          <p:cNvSpPr/>
          <p:nvPr/>
        </p:nvSpPr>
        <p:spPr>
          <a:xfrm>
            <a:off x="11564786" y="225976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3" name="四角形: 角を丸くする 892">
            <a:extLst>
              <a:ext uri="{FF2B5EF4-FFF2-40B4-BE49-F238E27FC236}">
                <a16:creationId xmlns:a16="http://schemas.microsoft.com/office/drawing/2014/main" id="{2C03E420-3077-4B4D-8E4F-65BF414FD464}"/>
              </a:ext>
            </a:extLst>
          </p:cNvPr>
          <p:cNvSpPr/>
          <p:nvPr/>
        </p:nvSpPr>
        <p:spPr>
          <a:xfrm>
            <a:off x="11744786" y="225976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5" name="四角形: 角を丸くする 894">
            <a:extLst>
              <a:ext uri="{FF2B5EF4-FFF2-40B4-BE49-F238E27FC236}">
                <a16:creationId xmlns:a16="http://schemas.microsoft.com/office/drawing/2014/main" id="{A27CB79E-DF6A-4171-ADE3-EA036BD1175D}"/>
              </a:ext>
            </a:extLst>
          </p:cNvPr>
          <p:cNvSpPr/>
          <p:nvPr/>
        </p:nvSpPr>
        <p:spPr>
          <a:xfrm>
            <a:off x="12177735" y="242177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6" name="四角形: 角を丸くする 895">
            <a:extLst>
              <a:ext uri="{FF2B5EF4-FFF2-40B4-BE49-F238E27FC236}">
                <a16:creationId xmlns:a16="http://schemas.microsoft.com/office/drawing/2014/main" id="{A68D7ADF-DE44-46E0-AFD7-AC3E0098D95E}"/>
              </a:ext>
            </a:extLst>
          </p:cNvPr>
          <p:cNvSpPr/>
          <p:nvPr/>
        </p:nvSpPr>
        <p:spPr>
          <a:xfrm>
            <a:off x="11924786" y="225976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7" name="四角形: 角を丸くする 896">
            <a:extLst>
              <a:ext uri="{FF2B5EF4-FFF2-40B4-BE49-F238E27FC236}">
                <a16:creationId xmlns:a16="http://schemas.microsoft.com/office/drawing/2014/main" id="{F0CA07B1-B1E1-44E6-B3D2-61470040FCEB}"/>
              </a:ext>
            </a:extLst>
          </p:cNvPr>
          <p:cNvSpPr/>
          <p:nvPr/>
        </p:nvSpPr>
        <p:spPr>
          <a:xfrm>
            <a:off x="12104786" y="225976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8" name="四角形: 角を丸くする 897">
            <a:extLst>
              <a:ext uri="{FF2B5EF4-FFF2-40B4-BE49-F238E27FC236}">
                <a16:creationId xmlns:a16="http://schemas.microsoft.com/office/drawing/2014/main" id="{B961F1CA-7A6F-4BF2-9B44-C223BB507CDF}"/>
              </a:ext>
            </a:extLst>
          </p:cNvPr>
          <p:cNvSpPr/>
          <p:nvPr/>
        </p:nvSpPr>
        <p:spPr>
          <a:xfrm>
            <a:off x="9944642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9" name="四角形: 角を丸くする 898">
            <a:extLst>
              <a:ext uri="{FF2B5EF4-FFF2-40B4-BE49-F238E27FC236}">
                <a16:creationId xmlns:a16="http://schemas.microsoft.com/office/drawing/2014/main" id="{560BAE49-2A92-4930-BA9B-6BEAFAA82EAD}"/>
              </a:ext>
            </a:extLst>
          </p:cNvPr>
          <p:cNvSpPr/>
          <p:nvPr/>
        </p:nvSpPr>
        <p:spPr>
          <a:xfrm>
            <a:off x="10124642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0" name="四角形: 角を丸くする 899">
            <a:extLst>
              <a:ext uri="{FF2B5EF4-FFF2-40B4-BE49-F238E27FC236}">
                <a16:creationId xmlns:a16="http://schemas.microsoft.com/office/drawing/2014/main" id="{63D056EB-1D96-43BC-96EF-C6424B96BE17}"/>
              </a:ext>
            </a:extLst>
          </p:cNvPr>
          <p:cNvSpPr/>
          <p:nvPr/>
        </p:nvSpPr>
        <p:spPr>
          <a:xfrm>
            <a:off x="9944642" y="821271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1" name="四角形: 角を丸くする 900">
            <a:extLst>
              <a:ext uri="{FF2B5EF4-FFF2-40B4-BE49-F238E27FC236}">
                <a16:creationId xmlns:a16="http://schemas.microsoft.com/office/drawing/2014/main" id="{448BE8F1-004F-4D89-AFAF-250F60AB0771}"/>
              </a:ext>
            </a:extLst>
          </p:cNvPr>
          <p:cNvSpPr/>
          <p:nvPr/>
        </p:nvSpPr>
        <p:spPr>
          <a:xfrm>
            <a:off x="10124642" y="821271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2" name="四角形: 角を丸くする 901">
            <a:extLst>
              <a:ext uri="{FF2B5EF4-FFF2-40B4-BE49-F238E27FC236}">
                <a16:creationId xmlns:a16="http://schemas.microsoft.com/office/drawing/2014/main" id="{4275BDB9-FC5A-42A8-BE76-063D5D45C6DA}"/>
              </a:ext>
            </a:extLst>
          </p:cNvPr>
          <p:cNvSpPr/>
          <p:nvPr/>
        </p:nvSpPr>
        <p:spPr>
          <a:xfrm>
            <a:off x="1172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3" name="四角形: 角を丸くする 902">
            <a:extLst>
              <a:ext uri="{FF2B5EF4-FFF2-40B4-BE49-F238E27FC236}">
                <a16:creationId xmlns:a16="http://schemas.microsoft.com/office/drawing/2014/main" id="{750831CF-7632-44B8-8ADF-51BC1065D645}"/>
              </a:ext>
            </a:extLst>
          </p:cNvPr>
          <p:cNvSpPr/>
          <p:nvPr/>
        </p:nvSpPr>
        <p:spPr>
          <a:xfrm>
            <a:off x="12213417" y="771584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4" name="四角形: 角を丸くする 903">
            <a:extLst>
              <a:ext uri="{FF2B5EF4-FFF2-40B4-BE49-F238E27FC236}">
                <a16:creationId xmlns:a16="http://schemas.microsoft.com/office/drawing/2014/main" id="{83A2D702-BCA0-4265-8E4B-B270383622D8}"/>
              </a:ext>
            </a:extLst>
          </p:cNvPr>
          <p:cNvSpPr/>
          <p:nvPr/>
        </p:nvSpPr>
        <p:spPr>
          <a:xfrm>
            <a:off x="1118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5" name="四角形: 角を丸くする 904">
            <a:extLst>
              <a:ext uri="{FF2B5EF4-FFF2-40B4-BE49-F238E27FC236}">
                <a16:creationId xmlns:a16="http://schemas.microsoft.com/office/drawing/2014/main" id="{DE78C2CD-74CD-418A-B638-679C50E05D9E}"/>
              </a:ext>
            </a:extLst>
          </p:cNvPr>
          <p:cNvSpPr/>
          <p:nvPr/>
        </p:nvSpPr>
        <p:spPr>
          <a:xfrm>
            <a:off x="1136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6" name="四角形: 角を丸くする 905">
            <a:extLst>
              <a:ext uri="{FF2B5EF4-FFF2-40B4-BE49-F238E27FC236}">
                <a16:creationId xmlns:a16="http://schemas.microsoft.com/office/drawing/2014/main" id="{C5F77A24-DFBC-43B5-9B18-A9B38C3B9B14}"/>
              </a:ext>
            </a:extLst>
          </p:cNvPr>
          <p:cNvSpPr/>
          <p:nvPr/>
        </p:nvSpPr>
        <p:spPr>
          <a:xfrm>
            <a:off x="1154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7" name="四角形: 角を丸くする 906">
            <a:extLst>
              <a:ext uri="{FF2B5EF4-FFF2-40B4-BE49-F238E27FC236}">
                <a16:creationId xmlns:a16="http://schemas.microsoft.com/office/drawing/2014/main" id="{4730BAE6-F0D9-478D-ACC8-FAD84D122C15}"/>
              </a:ext>
            </a:extLst>
          </p:cNvPr>
          <p:cNvSpPr/>
          <p:nvPr/>
        </p:nvSpPr>
        <p:spPr>
          <a:xfrm>
            <a:off x="12088923" y="784654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8" name="四角形: 角を丸くする 907">
            <a:extLst>
              <a:ext uri="{FF2B5EF4-FFF2-40B4-BE49-F238E27FC236}">
                <a16:creationId xmlns:a16="http://schemas.microsoft.com/office/drawing/2014/main" id="{B2E39898-C658-47BF-BF15-68594FBB2AD0}"/>
              </a:ext>
            </a:extLst>
          </p:cNvPr>
          <p:cNvSpPr/>
          <p:nvPr/>
        </p:nvSpPr>
        <p:spPr>
          <a:xfrm>
            <a:off x="11908923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9" name="四角形: 角を丸くする 908">
            <a:extLst>
              <a:ext uri="{FF2B5EF4-FFF2-40B4-BE49-F238E27FC236}">
                <a16:creationId xmlns:a16="http://schemas.microsoft.com/office/drawing/2014/main" id="{50C4CBB0-84B0-4A42-B954-73A2FF3C493A}"/>
              </a:ext>
            </a:extLst>
          </p:cNvPr>
          <p:cNvSpPr/>
          <p:nvPr/>
        </p:nvSpPr>
        <p:spPr>
          <a:xfrm>
            <a:off x="12088923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10" name="四角形: 角を丸くする 909">
            <a:extLst>
              <a:ext uri="{FF2B5EF4-FFF2-40B4-BE49-F238E27FC236}">
                <a16:creationId xmlns:a16="http://schemas.microsoft.com/office/drawing/2014/main" id="{5926E457-F677-4264-9B03-0F790EFA644F}"/>
              </a:ext>
            </a:extLst>
          </p:cNvPr>
          <p:cNvSpPr/>
          <p:nvPr/>
        </p:nvSpPr>
        <p:spPr>
          <a:xfrm>
            <a:off x="9944642" y="8829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11" name="四角形: 角を丸くする 910">
            <a:extLst>
              <a:ext uri="{FF2B5EF4-FFF2-40B4-BE49-F238E27FC236}">
                <a16:creationId xmlns:a16="http://schemas.microsoft.com/office/drawing/2014/main" id="{B182367A-D74D-45BB-895F-B7FE544D82C6}"/>
              </a:ext>
            </a:extLst>
          </p:cNvPr>
          <p:cNvSpPr/>
          <p:nvPr/>
        </p:nvSpPr>
        <p:spPr>
          <a:xfrm>
            <a:off x="10124642" y="8829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7" name="楕円 446">
            <a:extLst>
              <a:ext uri="{FF2B5EF4-FFF2-40B4-BE49-F238E27FC236}">
                <a16:creationId xmlns:a16="http://schemas.microsoft.com/office/drawing/2014/main" id="{75C80CAE-61B2-4666-BD1A-90F7373851E7}"/>
              </a:ext>
            </a:extLst>
          </p:cNvPr>
          <p:cNvSpPr/>
          <p:nvPr/>
        </p:nvSpPr>
        <p:spPr>
          <a:xfrm>
            <a:off x="145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8" name="楕円 447">
            <a:extLst>
              <a:ext uri="{FF2B5EF4-FFF2-40B4-BE49-F238E27FC236}">
                <a16:creationId xmlns:a16="http://schemas.microsoft.com/office/drawing/2014/main" id="{22084991-D451-48B7-A8A1-7B341B0E2AD9}"/>
              </a:ext>
            </a:extLst>
          </p:cNvPr>
          <p:cNvSpPr/>
          <p:nvPr/>
        </p:nvSpPr>
        <p:spPr>
          <a:xfrm>
            <a:off x="127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9" name="楕円 448">
            <a:extLst>
              <a:ext uri="{FF2B5EF4-FFF2-40B4-BE49-F238E27FC236}">
                <a16:creationId xmlns:a16="http://schemas.microsoft.com/office/drawing/2014/main" id="{0E74D635-17EE-4DC4-AA2E-A139A0123276}"/>
              </a:ext>
            </a:extLst>
          </p:cNvPr>
          <p:cNvSpPr/>
          <p:nvPr/>
        </p:nvSpPr>
        <p:spPr>
          <a:xfrm>
            <a:off x="163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0" name="楕円 449">
            <a:extLst>
              <a:ext uri="{FF2B5EF4-FFF2-40B4-BE49-F238E27FC236}">
                <a16:creationId xmlns:a16="http://schemas.microsoft.com/office/drawing/2014/main" id="{1F27E0B1-01D4-408F-8D64-0754FBEC4A19}"/>
              </a:ext>
            </a:extLst>
          </p:cNvPr>
          <p:cNvSpPr/>
          <p:nvPr/>
        </p:nvSpPr>
        <p:spPr>
          <a:xfrm>
            <a:off x="163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7" name="四角形: 角を丸くする 456">
            <a:extLst>
              <a:ext uri="{FF2B5EF4-FFF2-40B4-BE49-F238E27FC236}">
                <a16:creationId xmlns:a16="http://schemas.microsoft.com/office/drawing/2014/main" id="{AF33398C-2EEF-496B-B627-BDB92A75576C}"/>
              </a:ext>
            </a:extLst>
          </p:cNvPr>
          <p:cNvSpPr/>
          <p:nvPr/>
        </p:nvSpPr>
        <p:spPr>
          <a:xfrm>
            <a:off x="1926926" y="522384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54" name="正方形/長方形 253">
            <a:extLst>
              <a:ext uri="{FF2B5EF4-FFF2-40B4-BE49-F238E27FC236}">
                <a16:creationId xmlns:a16="http://schemas.microsoft.com/office/drawing/2014/main" id="{193D93CD-0681-44DB-B915-6D24309849B1}"/>
              </a:ext>
            </a:extLst>
          </p:cNvPr>
          <p:cNvSpPr/>
          <p:nvPr/>
        </p:nvSpPr>
        <p:spPr>
          <a:xfrm>
            <a:off x="915418" y="4678575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受注確定</a:t>
            </a:r>
          </a:p>
        </p:txBody>
      </p:sp>
      <p:sp>
        <p:nvSpPr>
          <p:cNvPr id="496" name="四角形: 角を丸くする 495">
            <a:extLst>
              <a:ext uri="{FF2B5EF4-FFF2-40B4-BE49-F238E27FC236}">
                <a16:creationId xmlns:a16="http://schemas.microsoft.com/office/drawing/2014/main" id="{14677EAF-2775-4DDC-913D-FB9C0DE99709}"/>
              </a:ext>
            </a:extLst>
          </p:cNvPr>
          <p:cNvSpPr/>
          <p:nvPr/>
        </p:nvSpPr>
        <p:spPr>
          <a:xfrm>
            <a:off x="90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9" name="四角形: 角を丸くする 498">
            <a:extLst>
              <a:ext uri="{FF2B5EF4-FFF2-40B4-BE49-F238E27FC236}">
                <a16:creationId xmlns:a16="http://schemas.microsoft.com/office/drawing/2014/main" id="{1CBEF556-C2C7-497D-8F8C-F305FCF87D74}"/>
              </a:ext>
            </a:extLst>
          </p:cNvPr>
          <p:cNvSpPr/>
          <p:nvPr/>
        </p:nvSpPr>
        <p:spPr>
          <a:xfrm>
            <a:off x="108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2" name="四角形: 角を丸くする 501">
            <a:extLst>
              <a:ext uri="{FF2B5EF4-FFF2-40B4-BE49-F238E27FC236}">
                <a16:creationId xmlns:a16="http://schemas.microsoft.com/office/drawing/2014/main" id="{4F5DA624-E9C2-4C20-83B0-C5FC1D1735FC}"/>
              </a:ext>
            </a:extLst>
          </p:cNvPr>
          <p:cNvSpPr/>
          <p:nvPr/>
        </p:nvSpPr>
        <p:spPr>
          <a:xfrm>
            <a:off x="126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11" name="四角形: 角を丸くする 510">
            <a:extLst>
              <a:ext uri="{FF2B5EF4-FFF2-40B4-BE49-F238E27FC236}">
                <a16:creationId xmlns:a16="http://schemas.microsoft.com/office/drawing/2014/main" id="{4FE8945B-9F7F-48DD-990A-3CA15135B075}"/>
              </a:ext>
            </a:extLst>
          </p:cNvPr>
          <p:cNvSpPr/>
          <p:nvPr/>
        </p:nvSpPr>
        <p:spPr>
          <a:xfrm>
            <a:off x="144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37" name="四角形: 角を丸くする 536">
            <a:extLst>
              <a:ext uri="{FF2B5EF4-FFF2-40B4-BE49-F238E27FC236}">
                <a16:creationId xmlns:a16="http://schemas.microsoft.com/office/drawing/2014/main" id="{251A608A-5D43-44DD-AEA3-9038910D19F2}"/>
              </a:ext>
            </a:extLst>
          </p:cNvPr>
          <p:cNvSpPr/>
          <p:nvPr/>
        </p:nvSpPr>
        <p:spPr>
          <a:xfrm>
            <a:off x="162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cxnSp>
        <p:nvCxnSpPr>
          <p:cNvPr id="460" name="直線矢印コネクタ 459">
            <a:extLst>
              <a:ext uri="{FF2B5EF4-FFF2-40B4-BE49-F238E27FC236}">
                <a16:creationId xmlns:a16="http://schemas.microsoft.com/office/drawing/2014/main" id="{BA648D02-9C29-4841-AF23-C42B386AB45C}"/>
              </a:ext>
            </a:extLst>
          </p:cNvPr>
          <p:cNvCxnSpPr>
            <a:cxnSpLocks/>
          </p:cNvCxnSpPr>
          <p:nvPr/>
        </p:nvCxnSpPr>
        <p:spPr>
          <a:xfrm flipH="1">
            <a:off x="1490236" y="5015425"/>
            <a:ext cx="0" cy="13849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直線矢印コネクタ 460">
            <a:extLst>
              <a:ext uri="{FF2B5EF4-FFF2-40B4-BE49-F238E27FC236}">
                <a16:creationId xmlns:a16="http://schemas.microsoft.com/office/drawing/2014/main" id="{537660F8-F99A-4CC8-AC73-190BC55E85FB}"/>
              </a:ext>
            </a:extLst>
          </p:cNvPr>
          <p:cNvCxnSpPr>
            <a:cxnSpLocks/>
          </p:cNvCxnSpPr>
          <p:nvPr/>
        </p:nvCxnSpPr>
        <p:spPr>
          <a:xfrm flipH="1">
            <a:off x="1504800" y="5956931"/>
            <a:ext cx="0" cy="13849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099EFE5-E354-4146-B803-0E446FB21A8E}"/>
              </a:ext>
            </a:extLst>
          </p:cNvPr>
          <p:cNvSpPr/>
          <p:nvPr/>
        </p:nvSpPr>
        <p:spPr>
          <a:xfrm>
            <a:off x="1541305" y="1868350"/>
            <a:ext cx="755495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 err="1"/>
              <a:t>Marketo</a:t>
            </a:r>
            <a:r>
              <a:rPr kumimoji="1" lang="ja-JP" altLang="en-US" sz="900" dirty="0"/>
              <a:t>他</a:t>
            </a:r>
          </a:p>
        </p:txBody>
      </p:sp>
      <p:sp>
        <p:nvSpPr>
          <p:cNvPr id="458" name="四角形: 角を丸くする 457">
            <a:extLst>
              <a:ext uri="{FF2B5EF4-FFF2-40B4-BE49-F238E27FC236}">
                <a16:creationId xmlns:a16="http://schemas.microsoft.com/office/drawing/2014/main" id="{2A4DE266-ACB9-440E-A06E-2A31BF4072F2}"/>
              </a:ext>
            </a:extLst>
          </p:cNvPr>
          <p:cNvSpPr/>
          <p:nvPr/>
        </p:nvSpPr>
        <p:spPr>
          <a:xfrm>
            <a:off x="1541305" y="2401318"/>
            <a:ext cx="755495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 err="1"/>
              <a:t>Marketo</a:t>
            </a:r>
            <a:r>
              <a:rPr kumimoji="1" lang="ja-JP" altLang="en-US" sz="900" dirty="0"/>
              <a:t>他</a:t>
            </a:r>
          </a:p>
        </p:txBody>
      </p:sp>
      <p:sp>
        <p:nvSpPr>
          <p:cNvPr id="484" name="四角形: 角を丸くする 483">
            <a:extLst>
              <a:ext uri="{FF2B5EF4-FFF2-40B4-BE49-F238E27FC236}">
                <a16:creationId xmlns:a16="http://schemas.microsoft.com/office/drawing/2014/main" id="{559E5E9B-7141-4C7C-8073-11087383D8F8}"/>
              </a:ext>
            </a:extLst>
          </p:cNvPr>
          <p:cNvSpPr/>
          <p:nvPr/>
        </p:nvSpPr>
        <p:spPr>
          <a:xfrm>
            <a:off x="7619054" y="1781315"/>
            <a:ext cx="567615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MES</a:t>
            </a:r>
            <a:endParaRPr kumimoji="1" lang="ja-JP" altLang="en-US" sz="900" dirty="0"/>
          </a:p>
        </p:txBody>
      </p:sp>
      <p:sp>
        <p:nvSpPr>
          <p:cNvPr id="610" name="四角形: 角を丸くする 609">
            <a:extLst>
              <a:ext uri="{FF2B5EF4-FFF2-40B4-BE49-F238E27FC236}">
                <a16:creationId xmlns:a16="http://schemas.microsoft.com/office/drawing/2014/main" id="{1988DAB3-BBEE-4792-BB5E-CC78FF98398D}"/>
              </a:ext>
            </a:extLst>
          </p:cNvPr>
          <p:cNvSpPr/>
          <p:nvPr/>
        </p:nvSpPr>
        <p:spPr>
          <a:xfrm>
            <a:off x="8937651" y="8992129"/>
            <a:ext cx="567615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900" dirty="0" err="1"/>
              <a:t>iVoc</a:t>
            </a:r>
            <a:endParaRPr kumimoji="1" lang="ja-JP" altLang="en-US" sz="900" dirty="0"/>
          </a:p>
        </p:txBody>
      </p:sp>
      <p:sp>
        <p:nvSpPr>
          <p:cNvPr id="611" name="正方形/長方形 610">
            <a:extLst>
              <a:ext uri="{FF2B5EF4-FFF2-40B4-BE49-F238E27FC236}">
                <a16:creationId xmlns:a16="http://schemas.microsoft.com/office/drawing/2014/main" id="{C1B25E91-CDA5-4B6A-B16A-6F02FE00A1C5}"/>
              </a:ext>
            </a:extLst>
          </p:cNvPr>
          <p:cNvSpPr/>
          <p:nvPr/>
        </p:nvSpPr>
        <p:spPr>
          <a:xfrm>
            <a:off x="11188924" y="6074142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連結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PSI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4" name="正方形/長方形 613">
            <a:extLst>
              <a:ext uri="{FF2B5EF4-FFF2-40B4-BE49-F238E27FC236}">
                <a16:creationId xmlns:a16="http://schemas.microsoft.com/office/drawing/2014/main" id="{ADA691A0-63F8-4907-A792-07BE0D08662C}"/>
              </a:ext>
            </a:extLst>
          </p:cNvPr>
          <p:cNvSpPr/>
          <p:nvPr/>
        </p:nvSpPr>
        <p:spPr>
          <a:xfrm>
            <a:off x="9895700" y="6061272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調達</a:t>
            </a:r>
          </a:p>
        </p:txBody>
      </p:sp>
      <p:sp>
        <p:nvSpPr>
          <p:cNvPr id="625" name="四角形: 角を丸くする 624">
            <a:extLst>
              <a:ext uri="{FF2B5EF4-FFF2-40B4-BE49-F238E27FC236}">
                <a16:creationId xmlns:a16="http://schemas.microsoft.com/office/drawing/2014/main" id="{A16D564B-9387-47F8-A40A-DFDF22A05DB7}"/>
              </a:ext>
            </a:extLst>
          </p:cNvPr>
          <p:cNvSpPr/>
          <p:nvPr/>
        </p:nvSpPr>
        <p:spPr>
          <a:xfrm>
            <a:off x="11201578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7" name="四角形: 角を丸くする 626">
            <a:extLst>
              <a:ext uri="{FF2B5EF4-FFF2-40B4-BE49-F238E27FC236}">
                <a16:creationId xmlns:a16="http://schemas.microsoft.com/office/drawing/2014/main" id="{67F65ADA-1BF1-4BCB-ADD3-83A5DF0216D4}"/>
              </a:ext>
            </a:extLst>
          </p:cNvPr>
          <p:cNvSpPr/>
          <p:nvPr/>
        </p:nvSpPr>
        <p:spPr>
          <a:xfrm>
            <a:off x="11381578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8" name="四角形: 角を丸くする 627">
            <a:extLst>
              <a:ext uri="{FF2B5EF4-FFF2-40B4-BE49-F238E27FC236}">
                <a16:creationId xmlns:a16="http://schemas.microsoft.com/office/drawing/2014/main" id="{52A95869-89C8-4686-9DA0-D5C2A1887990}"/>
              </a:ext>
            </a:extLst>
          </p:cNvPr>
          <p:cNvSpPr/>
          <p:nvPr/>
        </p:nvSpPr>
        <p:spPr>
          <a:xfrm>
            <a:off x="11561578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1" name="四角形: 角を丸くする 630">
            <a:extLst>
              <a:ext uri="{FF2B5EF4-FFF2-40B4-BE49-F238E27FC236}">
                <a16:creationId xmlns:a16="http://schemas.microsoft.com/office/drawing/2014/main" id="{BBA95E80-1A80-447A-8C80-ABCD8D61E1FA}"/>
              </a:ext>
            </a:extLst>
          </p:cNvPr>
          <p:cNvSpPr/>
          <p:nvPr/>
        </p:nvSpPr>
        <p:spPr>
          <a:xfrm>
            <a:off x="9907282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2" name="四角形: 角を丸くする 631">
            <a:extLst>
              <a:ext uri="{FF2B5EF4-FFF2-40B4-BE49-F238E27FC236}">
                <a16:creationId xmlns:a16="http://schemas.microsoft.com/office/drawing/2014/main" id="{9CFA1EC5-CF2E-4227-BE10-57951DD01D19}"/>
              </a:ext>
            </a:extLst>
          </p:cNvPr>
          <p:cNvSpPr/>
          <p:nvPr/>
        </p:nvSpPr>
        <p:spPr>
          <a:xfrm>
            <a:off x="10087282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6" name="四角形: 角を丸くする 635">
            <a:extLst>
              <a:ext uri="{FF2B5EF4-FFF2-40B4-BE49-F238E27FC236}">
                <a16:creationId xmlns:a16="http://schemas.microsoft.com/office/drawing/2014/main" id="{8389E373-A41B-440C-A31F-C7A7EF44A3EB}"/>
              </a:ext>
            </a:extLst>
          </p:cNvPr>
          <p:cNvSpPr/>
          <p:nvPr/>
        </p:nvSpPr>
        <p:spPr>
          <a:xfrm>
            <a:off x="10268642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7" name="四角形: 角を丸くする 636">
            <a:extLst>
              <a:ext uri="{FF2B5EF4-FFF2-40B4-BE49-F238E27FC236}">
                <a16:creationId xmlns:a16="http://schemas.microsoft.com/office/drawing/2014/main" id="{80B05C02-DB22-414C-B013-C253EC42F1DC}"/>
              </a:ext>
            </a:extLst>
          </p:cNvPr>
          <p:cNvSpPr/>
          <p:nvPr/>
        </p:nvSpPr>
        <p:spPr>
          <a:xfrm>
            <a:off x="11201578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8" name="四角形: 角を丸くする 637">
            <a:extLst>
              <a:ext uri="{FF2B5EF4-FFF2-40B4-BE49-F238E27FC236}">
                <a16:creationId xmlns:a16="http://schemas.microsoft.com/office/drawing/2014/main" id="{06784001-9508-479B-B580-91CAA314DD0C}"/>
              </a:ext>
            </a:extLst>
          </p:cNvPr>
          <p:cNvSpPr/>
          <p:nvPr/>
        </p:nvSpPr>
        <p:spPr>
          <a:xfrm>
            <a:off x="11381578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9" name="四角形: 角を丸くする 648">
            <a:extLst>
              <a:ext uri="{FF2B5EF4-FFF2-40B4-BE49-F238E27FC236}">
                <a16:creationId xmlns:a16="http://schemas.microsoft.com/office/drawing/2014/main" id="{F0BBED71-4957-4B1A-9317-11755D6AC239}"/>
              </a:ext>
            </a:extLst>
          </p:cNvPr>
          <p:cNvSpPr/>
          <p:nvPr/>
        </p:nvSpPr>
        <p:spPr>
          <a:xfrm>
            <a:off x="11561578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34" name="正方形/長方形 333">
            <a:extLst>
              <a:ext uri="{FF2B5EF4-FFF2-40B4-BE49-F238E27FC236}">
                <a16:creationId xmlns:a16="http://schemas.microsoft.com/office/drawing/2014/main" id="{F39792FB-75F2-4C42-A60C-075F85B38DE2}"/>
              </a:ext>
            </a:extLst>
          </p:cNvPr>
          <p:cNvSpPr/>
          <p:nvPr/>
        </p:nvSpPr>
        <p:spPr>
          <a:xfrm>
            <a:off x="11188924" y="2898105"/>
            <a:ext cx="1116532" cy="372392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財務資金管理</a:t>
            </a:r>
            <a:endParaRPr kumimoji="1" lang="ja-JP" altLang="en-US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36" name="正方形/長方形 335">
            <a:extLst>
              <a:ext uri="{FF2B5EF4-FFF2-40B4-BE49-F238E27FC236}">
                <a16:creationId xmlns:a16="http://schemas.microsoft.com/office/drawing/2014/main" id="{8626BB40-B599-4447-A4B1-952C58AD9CE7}"/>
              </a:ext>
            </a:extLst>
          </p:cNvPr>
          <p:cNvSpPr/>
          <p:nvPr/>
        </p:nvSpPr>
        <p:spPr>
          <a:xfrm>
            <a:off x="11188924" y="350762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キャッシュフロー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管理</a:t>
            </a:r>
          </a:p>
        </p:txBody>
      </p:sp>
      <p:sp>
        <p:nvSpPr>
          <p:cNvPr id="651" name="四角形: 角を丸くする 650">
            <a:extLst>
              <a:ext uri="{FF2B5EF4-FFF2-40B4-BE49-F238E27FC236}">
                <a16:creationId xmlns:a16="http://schemas.microsoft.com/office/drawing/2014/main" id="{5517752C-1C13-4913-A495-CA29E54A8601}"/>
              </a:ext>
            </a:extLst>
          </p:cNvPr>
          <p:cNvSpPr/>
          <p:nvPr/>
        </p:nvSpPr>
        <p:spPr>
          <a:xfrm>
            <a:off x="11201578" y="34551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2" name="四角形: 角を丸くする 651">
            <a:extLst>
              <a:ext uri="{FF2B5EF4-FFF2-40B4-BE49-F238E27FC236}">
                <a16:creationId xmlns:a16="http://schemas.microsoft.com/office/drawing/2014/main" id="{58B8E71D-0DC5-4886-9A15-7EEACBB25D66}"/>
              </a:ext>
            </a:extLst>
          </p:cNvPr>
          <p:cNvSpPr/>
          <p:nvPr/>
        </p:nvSpPr>
        <p:spPr>
          <a:xfrm>
            <a:off x="11381578" y="34551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3" name="四角形: 角を丸くする 652">
            <a:extLst>
              <a:ext uri="{FF2B5EF4-FFF2-40B4-BE49-F238E27FC236}">
                <a16:creationId xmlns:a16="http://schemas.microsoft.com/office/drawing/2014/main" id="{AE683BEB-A8CB-4686-BE1F-E1CE39B192E7}"/>
              </a:ext>
            </a:extLst>
          </p:cNvPr>
          <p:cNvSpPr/>
          <p:nvPr/>
        </p:nvSpPr>
        <p:spPr>
          <a:xfrm>
            <a:off x="11561578" y="34551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4" name="四角形: 角を丸くする 653">
            <a:extLst>
              <a:ext uri="{FF2B5EF4-FFF2-40B4-BE49-F238E27FC236}">
                <a16:creationId xmlns:a16="http://schemas.microsoft.com/office/drawing/2014/main" id="{927D1645-2DE8-425E-8F87-8EDEA2D696E8}"/>
              </a:ext>
            </a:extLst>
          </p:cNvPr>
          <p:cNvSpPr/>
          <p:nvPr/>
        </p:nvSpPr>
        <p:spPr>
          <a:xfrm>
            <a:off x="11741578" y="34551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5" name="四角形: 角を丸くする 654">
            <a:extLst>
              <a:ext uri="{FF2B5EF4-FFF2-40B4-BE49-F238E27FC236}">
                <a16:creationId xmlns:a16="http://schemas.microsoft.com/office/drawing/2014/main" id="{C2042C2D-7B0C-415C-8382-A6C71ACD08B8}"/>
              </a:ext>
            </a:extLst>
          </p:cNvPr>
          <p:cNvSpPr/>
          <p:nvPr/>
        </p:nvSpPr>
        <p:spPr>
          <a:xfrm>
            <a:off x="11921578" y="34551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60" name="四角形: 角を丸くする 659">
            <a:extLst>
              <a:ext uri="{FF2B5EF4-FFF2-40B4-BE49-F238E27FC236}">
                <a16:creationId xmlns:a16="http://schemas.microsoft.com/office/drawing/2014/main" id="{1B22712B-5D2F-4017-94C2-CD7F73A5CF2C}"/>
              </a:ext>
            </a:extLst>
          </p:cNvPr>
          <p:cNvSpPr/>
          <p:nvPr/>
        </p:nvSpPr>
        <p:spPr>
          <a:xfrm>
            <a:off x="11741578" y="609164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61" name="四角形: 角を丸くする 660">
            <a:extLst>
              <a:ext uri="{FF2B5EF4-FFF2-40B4-BE49-F238E27FC236}">
                <a16:creationId xmlns:a16="http://schemas.microsoft.com/office/drawing/2014/main" id="{AC3D181D-3E50-41F5-AE1D-5DDD92503A79}"/>
              </a:ext>
            </a:extLst>
          </p:cNvPr>
          <p:cNvSpPr/>
          <p:nvPr/>
        </p:nvSpPr>
        <p:spPr>
          <a:xfrm>
            <a:off x="11921578" y="609164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62" name="四角形: 角を丸くする 661">
            <a:extLst>
              <a:ext uri="{FF2B5EF4-FFF2-40B4-BE49-F238E27FC236}">
                <a16:creationId xmlns:a16="http://schemas.microsoft.com/office/drawing/2014/main" id="{A56F492A-1A86-4F2C-B68A-073A69A82BBA}"/>
              </a:ext>
            </a:extLst>
          </p:cNvPr>
          <p:cNvSpPr/>
          <p:nvPr/>
        </p:nvSpPr>
        <p:spPr>
          <a:xfrm>
            <a:off x="12101578" y="609164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7" name="四角形: 角を丸くする 566">
            <a:extLst>
              <a:ext uri="{FF2B5EF4-FFF2-40B4-BE49-F238E27FC236}">
                <a16:creationId xmlns:a16="http://schemas.microsoft.com/office/drawing/2014/main" id="{A46433F2-91AA-44C2-9380-18B0E1376081}"/>
              </a:ext>
            </a:extLst>
          </p:cNvPr>
          <p:cNvSpPr/>
          <p:nvPr/>
        </p:nvSpPr>
        <p:spPr>
          <a:xfrm>
            <a:off x="485775" y="624600"/>
            <a:ext cx="10163026" cy="504000"/>
          </a:xfrm>
          <a:prstGeom prst="roundRect">
            <a:avLst>
              <a:gd name="adj" fmla="val 11365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プロセスは、原則方針として極力シンプル化を志向　</a:t>
            </a:r>
            <a:r>
              <a:rPr kumimoji="1" lang="en-US" altLang="ja-JP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グレー字は</a:t>
            </a:r>
            <a:r>
              <a:rPr kumimoji="1" lang="en-US" altLang="ja-JP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earth</a:t>
            </a: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プロジェクトの範囲外</a:t>
            </a:r>
            <a:r>
              <a:rPr kumimoji="1" lang="en-US" altLang="ja-JP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    は変革要件を表し、　の密度が大きいプロセスは複数の改革を推進</a:t>
            </a:r>
            <a:endParaRPr kumimoji="1" lang="en-US" altLang="ja-JP" sz="14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68" name="楕円 667">
            <a:extLst>
              <a:ext uri="{FF2B5EF4-FFF2-40B4-BE49-F238E27FC236}">
                <a16:creationId xmlns:a16="http://schemas.microsoft.com/office/drawing/2014/main" id="{D751E67E-F3BB-46B3-9F6B-D2522551FAFF}"/>
              </a:ext>
            </a:extLst>
          </p:cNvPr>
          <p:cNvSpPr/>
          <p:nvPr/>
        </p:nvSpPr>
        <p:spPr>
          <a:xfrm>
            <a:off x="754320" y="912600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69" name="楕円 668">
            <a:extLst>
              <a:ext uri="{FF2B5EF4-FFF2-40B4-BE49-F238E27FC236}">
                <a16:creationId xmlns:a16="http://schemas.microsoft.com/office/drawing/2014/main" id="{4E7592DD-D157-407E-B5F1-3E6FA523777A}"/>
              </a:ext>
            </a:extLst>
          </p:cNvPr>
          <p:cNvSpPr/>
          <p:nvPr/>
        </p:nvSpPr>
        <p:spPr>
          <a:xfrm>
            <a:off x="2548800" y="912600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9" name="四角形: 角を丸くする 458">
            <a:extLst>
              <a:ext uri="{FF2B5EF4-FFF2-40B4-BE49-F238E27FC236}">
                <a16:creationId xmlns:a16="http://schemas.microsoft.com/office/drawing/2014/main" id="{44CC0255-520B-41E0-B005-1B72EA9A6A74}"/>
              </a:ext>
            </a:extLst>
          </p:cNvPr>
          <p:cNvSpPr/>
          <p:nvPr/>
        </p:nvSpPr>
        <p:spPr>
          <a:xfrm>
            <a:off x="5876460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2" name="四角形: 角を丸くする 461">
            <a:extLst>
              <a:ext uri="{FF2B5EF4-FFF2-40B4-BE49-F238E27FC236}">
                <a16:creationId xmlns:a16="http://schemas.microsoft.com/office/drawing/2014/main" id="{CA948C84-1E71-4AC7-BCBE-CCD68E9F634C}"/>
              </a:ext>
            </a:extLst>
          </p:cNvPr>
          <p:cNvSpPr/>
          <p:nvPr/>
        </p:nvSpPr>
        <p:spPr>
          <a:xfrm>
            <a:off x="6056460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4" name="四角形: 角を丸くする 463">
            <a:extLst>
              <a:ext uri="{FF2B5EF4-FFF2-40B4-BE49-F238E27FC236}">
                <a16:creationId xmlns:a16="http://schemas.microsoft.com/office/drawing/2014/main" id="{3128D0F0-B37A-4633-B255-D203C40F9C24}"/>
              </a:ext>
            </a:extLst>
          </p:cNvPr>
          <p:cNvSpPr/>
          <p:nvPr/>
        </p:nvSpPr>
        <p:spPr>
          <a:xfrm>
            <a:off x="6236460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8" name="四角形: 角を丸くする 467">
            <a:extLst>
              <a:ext uri="{FF2B5EF4-FFF2-40B4-BE49-F238E27FC236}">
                <a16:creationId xmlns:a16="http://schemas.microsoft.com/office/drawing/2014/main" id="{E2015FF8-A10E-4C7C-8A78-3A421AFE5075}"/>
              </a:ext>
            </a:extLst>
          </p:cNvPr>
          <p:cNvSpPr/>
          <p:nvPr/>
        </p:nvSpPr>
        <p:spPr>
          <a:xfrm>
            <a:off x="4588021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71" name="四角形: 角を丸くする 470">
            <a:extLst>
              <a:ext uri="{FF2B5EF4-FFF2-40B4-BE49-F238E27FC236}">
                <a16:creationId xmlns:a16="http://schemas.microsoft.com/office/drawing/2014/main" id="{FB5B67EE-F004-43EF-A979-FF0A2FB7F849}"/>
              </a:ext>
            </a:extLst>
          </p:cNvPr>
          <p:cNvSpPr/>
          <p:nvPr/>
        </p:nvSpPr>
        <p:spPr>
          <a:xfrm>
            <a:off x="4768021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72" name="四角形: 角を丸くする 471">
            <a:extLst>
              <a:ext uri="{FF2B5EF4-FFF2-40B4-BE49-F238E27FC236}">
                <a16:creationId xmlns:a16="http://schemas.microsoft.com/office/drawing/2014/main" id="{B050E552-8420-48E6-9819-7114931830D8}"/>
              </a:ext>
            </a:extLst>
          </p:cNvPr>
          <p:cNvSpPr/>
          <p:nvPr/>
        </p:nvSpPr>
        <p:spPr>
          <a:xfrm>
            <a:off x="10504800" y="5039591"/>
            <a:ext cx="545961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DIVA</a:t>
            </a:r>
            <a:endParaRPr kumimoji="1" lang="ja-JP" altLang="en-US" sz="900" dirty="0"/>
          </a:p>
        </p:txBody>
      </p:sp>
      <p:sp>
        <p:nvSpPr>
          <p:cNvPr id="473" name="四角形: 角を丸くする 472">
            <a:extLst>
              <a:ext uri="{FF2B5EF4-FFF2-40B4-BE49-F238E27FC236}">
                <a16:creationId xmlns:a16="http://schemas.microsoft.com/office/drawing/2014/main" id="{D7697D0C-16A2-4A9A-B6CF-01289CA9674C}"/>
              </a:ext>
            </a:extLst>
          </p:cNvPr>
          <p:cNvSpPr/>
          <p:nvPr/>
        </p:nvSpPr>
        <p:spPr>
          <a:xfrm>
            <a:off x="10144800" y="5663686"/>
            <a:ext cx="905961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 err="1"/>
              <a:t>eConsoli</a:t>
            </a:r>
            <a:r>
              <a:rPr kumimoji="1" lang="en-US" altLang="ja-JP" sz="900" dirty="0"/>
              <a:t> Tax</a:t>
            </a:r>
            <a:r>
              <a:rPr kumimoji="1" lang="ja-JP" altLang="en-US" sz="900" dirty="0"/>
              <a:t>他</a:t>
            </a:r>
          </a:p>
        </p:txBody>
      </p:sp>
      <p:sp>
        <p:nvSpPr>
          <p:cNvPr id="475" name="四角形: 角を丸くする 474">
            <a:extLst>
              <a:ext uri="{FF2B5EF4-FFF2-40B4-BE49-F238E27FC236}">
                <a16:creationId xmlns:a16="http://schemas.microsoft.com/office/drawing/2014/main" id="{DB0B527F-E5AC-495D-9199-C7ED2B73DCAC}"/>
              </a:ext>
            </a:extLst>
          </p:cNvPr>
          <p:cNvSpPr/>
          <p:nvPr/>
        </p:nvSpPr>
        <p:spPr>
          <a:xfrm>
            <a:off x="11700210" y="3152951"/>
            <a:ext cx="632553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 dirty="0"/>
              <a:t>ｷｬｯｼｭｾﾝﾀｰ他</a:t>
            </a:r>
          </a:p>
        </p:txBody>
      </p:sp>
      <p:sp>
        <p:nvSpPr>
          <p:cNvPr id="478" name="四角形: 角を丸くする 477">
            <a:extLst>
              <a:ext uri="{FF2B5EF4-FFF2-40B4-BE49-F238E27FC236}">
                <a16:creationId xmlns:a16="http://schemas.microsoft.com/office/drawing/2014/main" id="{9E8C7876-0FD4-4EEA-B928-A1A33AF2C25F}"/>
              </a:ext>
            </a:extLst>
          </p:cNvPr>
          <p:cNvSpPr/>
          <p:nvPr/>
        </p:nvSpPr>
        <p:spPr>
          <a:xfrm>
            <a:off x="11918629" y="18565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5053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正方形/長方形 409">
            <a:extLst>
              <a:ext uri="{FF2B5EF4-FFF2-40B4-BE49-F238E27FC236}">
                <a16:creationId xmlns:a16="http://schemas.microsoft.com/office/drawing/2014/main" id="{7708F5A8-D6B2-403C-A9B9-03CF4D21F7DA}"/>
              </a:ext>
            </a:extLst>
          </p:cNvPr>
          <p:cNvSpPr/>
          <p:nvPr/>
        </p:nvSpPr>
        <p:spPr>
          <a:xfrm>
            <a:off x="9748649" y="1343638"/>
            <a:ext cx="2630874" cy="5327947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85" name="正方形/長方形 484">
            <a:extLst>
              <a:ext uri="{FF2B5EF4-FFF2-40B4-BE49-F238E27FC236}">
                <a16:creationId xmlns:a16="http://schemas.microsoft.com/office/drawing/2014/main" id="{FB55D401-76D1-4F18-9BF4-656D8D52B1B9}"/>
              </a:ext>
            </a:extLst>
          </p:cNvPr>
          <p:cNvSpPr/>
          <p:nvPr/>
        </p:nvSpPr>
        <p:spPr>
          <a:xfrm>
            <a:off x="9744701" y="6959618"/>
            <a:ext cx="2638771" cy="2592982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76" name="正方形/長方形 475">
            <a:extLst>
              <a:ext uri="{FF2B5EF4-FFF2-40B4-BE49-F238E27FC236}">
                <a16:creationId xmlns:a16="http://schemas.microsoft.com/office/drawing/2014/main" id="{69638EF8-3618-47F7-ABDA-7116F71F55D6}"/>
              </a:ext>
            </a:extLst>
          </p:cNvPr>
          <p:cNvSpPr/>
          <p:nvPr/>
        </p:nvSpPr>
        <p:spPr>
          <a:xfrm>
            <a:off x="2978043" y="6941806"/>
            <a:ext cx="6580771" cy="1313955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5" name="正方形/長方形 454">
            <a:extLst>
              <a:ext uri="{FF2B5EF4-FFF2-40B4-BE49-F238E27FC236}">
                <a16:creationId xmlns:a16="http://schemas.microsoft.com/office/drawing/2014/main" id="{A94B9980-DF48-475D-A6F3-91C8DE7C4387}"/>
              </a:ext>
            </a:extLst>
          </p:cNvPr>
          <p:cNvSpPr/>
          <p:nvPr/>
        </p:nvSpPr>
        <p:spPr>
          <a:xfrm>
            <a:off x="2978287" y="4192515"/>
            <a:ext cx="6580771" cy="887850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4" name="正方形/長方形 413">
            <a:extLst>
              <a:ext uri="{FF2B5EF4-FFF2-40B4-BE49-F238E27FC236}">
                <a16:creationId xmlns:a16="http://schemas.microsoft.com/office/drawing/2014/main" id="{BF5C6DB8-8249-44D3-8EBD-D97B40B7B575}"/>
              </a:ext>
            </a:extLst>
          </p:cNvPr>
          <p:cNvSpPr/>
          <p:nvPr/>
        </p:nvSpPr>
        <p:spPr>
          <a:xfrm>
            <a:off x="2978561" y="1350352"/>
            <a:ext cx="6580771" cy="1000753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08" name="正方形/長方形 407">
            <a:extLst>
              <a:ext uri="{FF2B5EF4-FFF2-40B4-BE49-F238E27FC236}">
                <a16:creationId xmlns:a16="http://schemas.microsoft.com/office/drawing/2014/main" id="{3794B18E-FD8F-4602-A795-C5727CEBB33C}"/>
              </a:ext>
            </a:extLst>
          </p:cNvPr>
          <p:cNvSpPr/>
          <p:nvPr/>
        </p:nvSpPr>
        <p:spPr>
          <a:xfrm>
            <a:off x="2978287" y="2636457"/>
            <a:ext cx="6580771" cy="1298824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61" name="正方形/長方形 360">
            <a:extLst>
              <a:ext uri="{FF2B5EF4-FFF2-40B4-BE49-F238E27FC236}">
                <a16:creationId xmlns:a16="http://schemas.microsoft.com/office/drawing/2014/main" id="{D99CC8B1-D9C1-4E79-95B6-6C60A79996B3}"/>
              </a:ext>
            </a:extLst>
          </p:cNvPr>
          <p:cNvSpPr/>
          <p:nvPr/>
        </p:nvSpPr>
        <p:spPr>
          <a:xfrm>
            <a:off x="424136" y="2949746"/>
            <a:ext cx="2304000" cy="6602853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622C50E-91BA-465E-86A1-FD1A992CBEDD}"/>
              </a:ext>
            </a:extLst>
          </p:cNvPr>
          <p:cNvSpPr/>
          <p:nvPr/>
        </p:nvSpPr>
        <p:spPr>
          <a:xfrm>
            <a:off x="424136" y="1322369"/>
            <a:ext cx="2304000" cy="1236417"/>
          </a:xfrm>
          <a:prstGeom prst="rect">
            <a:avLst/>
          </a:prstGeom>
          <a:solidFill>
            <a:srgbClr val="F2F2F2"/>
          </a:solidFill>
          <a:ln w="9525">
            <a:solidFill>
              <a:schemeClr val="bg2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vert="horz" wrap="square" lIns="36000" tIns="45720" rIns="36000" bIns="45720" numCol="1" anchor="t" anchorCtr="0" compatLnSpc="1">
            <a:prstTxWarp prst="textNoShape">
              <a:avLst/>
            </a:prstTxWarp>
          </a:bodyPr>
          <a:lstStyle/>
          <a:p>
            <a:pPr defTabSz="987415"/>
            <a:endParaRPr lang="ja-JP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5E318B0-6DCD-4311-AC09-E0D652C0EAEB}"/>
              </a:ext>
            </a:extLst>
          </p:cNvPr>
          <p:cNvSpPr/>
          <p:nvPr/>
        </p:nvSpPr>
        <p:spPr>
          <a:xfrm>
            <a:off x="928800" y="1560600"/>
            <a:ext cx="1117175" cy="372392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マーケティング</a:t>
            </a:r>
            <a:endParaRPr kumimoji="1" lang="en-US" altLang="ja-JP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78EE78C4-D73B-4DAB-9C1E-D9B47CBD0D16}"/>
              </a:ext>
            </a:extLst>
          </p:cNvPr>
          <p:cNvSpPr/>
          <p:nvPr/>
        </p:nvSpPr>
        <p:spPr>
          <a:xfrm>
            <a:off x="911074" y="2086928"/>
            <a:ext cx="1117175" cy="372392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マーケティング</a:t>
            </a:r>
            <a:endParaRPr kumimoji="1" lang="en-US" altLang="ja-JP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活動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A80E418-23F1-42DC-81ED-54B3A84FD98B}"/>
              </a:ext>
            </a:extLst>
          </p:cNvPr>
          <p:cNvSpPr/>
          <p:nvPr/>
        </p:nvSpPr>
        <p:spPr>
          <a:xfrm>
            <a:off x="496144" y="1198977"/>
            <a:ext cx="2160000" cy="216000"/>
          </a:xfrm>
          <a:prstGeom prst="roundRect">
            <a:avLst/>
          </a:prstGeom>
          <a:solidFill>
            <a:srgbClr val="C0C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987415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マーケティング</a:t>
            </a:r>
          </a:p>
        </p:txBody>
      </p:sp>
      <p:sp>
        <p:nvSpPr>
          <p:cNvPr id="245" name="正方形/長方形 244">
            <a:extLst>
              <a:ext uri="{FF2B5EF4-FFF2-40B4-BE49-F238E27FC236}">
                <a16:creationId xmlns:a16="http://schemas.microsoft.com/office/drawing/2014/main" id="{4142C371-3A2D-44D4-89DA-78303D5F765E}"/>
              </a:ext>
            </a:extLst>
          </p:cNvPr>
          <p:cNvSpPr/>
          <p:nvPr/>
        </p:nvSpPr>
        <p:spPr>
          <a:xfrm>
            <a:off x="929982" y="3224877"/>
            <a:ext cx="1116532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営業戦略策定</a:t>
            </a:r>
            <a:endParaRPr kumimoji="1" lang="ja-JP" altLang="en-US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46" name="正方形/長方形 245">
            <a:extLst>
              <a:ext uri="{FF2B5EF4-FFF2-40B4-BE49-F238E27FC236}">
                <a16:creationId xmlns:a16="http://schemas.microsoft.com/office/drawing/2014/main" id="{04C34B5B-F41D-45FC-85AF-30FEB0579F1F}"/>
              </a:ext>
            </a:extLst>
          </p:cNvPr>
          <p:cNvSpPr/>
          <p:nvPr/>
        </p:nvSpPr>
        <p:spPr>
          <a:xfrm>
            <a:off x="929982" y="3702479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アプローチ</a:t>
            </a:r>
          </a:p>
        </p:txBody>
      </p:sp>
      <p:sp>
        <p:nvSpPr>
          <p:cNvPr id="247" name="正方形/長方形 246">
            <a:extLst>
              <a:ext uri="{FF2B5EF4-FFF2-40B4-BE49-F238E27FC236}">
                <a16:creationId xmlns:a16="http://schemas.microsoft.com/office/drawing/2014/main" id="{C8833265-6098-4AB6-B73A-B68FC3419530}"/>
              </a:ext>
            </a:extLst>
          </p:cNvPr>
          <p:cNvSpPr/>
          <p:nvPr/>
        </p:nvSpPr>
        <p:spPr>
          <a:xfrm>
            <a:off x="929982" y="4180081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セリング</a:t>
            </a:r>
          </a:p>
        </p:txBody>
      </p:sp>
      <p:sp>
        <p:nvSpPr>
          <p:cNvPr id="252" name="正方形/長方形 251">
            <a:extLst>
              <a:ext uri="{FF2B5EF4-FFF2-40B4-BE49-F238E27FC236}">
                <a16:creationId xmlns:a16="http://schemas.microsoft.com/office/drawing/2014/main" id="{16D1B303-79FA-4857-B112-401E41F07752}"/>
              </a:ext>
            </a:extLst>
          </p:cNvPr>
          <p:cNvSpPr/>
          <p:nvPr/>
        </p:nvSpPr>
        <p:spPr>
          <a:xfrm>
            <a:off x="929982" y="5127179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契約書作成</a:t>
            </a:r>
          </a:p>
        </p:txBody>
      </p:sp>
      <p:sp>
        <p:nvSpPr>
          <p:cNvPr id="255" name="正方形/長方形 254">
            <a:extLst>
              <a:ext uri="{FF2B5EF4-FFF2-40B4-BE49-F238E27FC236}">
                <a16:creationId xmlns:a16="http://schemas.microsoft.com/office/drawing/2014/main" id="{9B8B5346-137B-4EC9-BA60-2DDF93C1247D}"/>
              </a:ext>
            </a:extLst>
          </p:cNvPr>
          <p:cNvSpPr/>
          <p:nvPr/>
        </p:nvSpPr>
        <p:spPr>
          <a:xfrm>
            <a:off x="2193775" y="4182497"/>
            <a:ext cx="353336" cy="17690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納期確認</a:t>
            </a:r>
          </a:p>
        </p:txBody>
      </p:sp>
      <p:sp>
        <p:nvSpPr>
          <p:cNvPr id="256" name="正方形/長方形 255">
            <a:extLst>
              <a:ext uri="{FF2B5EF4-FFF2-40B4-BE49-F238E27FC236}">
                <a16:creationId xmlns:a16="http://schemas.microsoft.com/office/drawing/2014/main" id="{49CCEA02-D963-409E-89BB-7E239A91454D}"/>
              </a:ext>
            </a:extLst>
          </p:cNvPr>
          <p:cNvSpPr/>
          <p:nvPr/>
        </p:nvSpPr>
        <p:spPr>
          <a:xfrm>
            <a:off x="929982" y="6090489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計上判定</a:t>
            </a:r>
          </a:p>
        </p:txBody>
      </p: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CD9989CA-FE64-44C9-82D6-4F6356358FB7}"/>
              </a:ext>
            </a:extLst>
          </p:cNvPr>
          <p:cNvSpPr/>
          <p:nvPr/>
        </p:nvSpPr>
        <p:spPr>
          <a:xfrm>
            <a:off x="929982" y="6568091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売上計上</a:t>
            </a: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8507AD7-4FC3-4C47-87A2-2750CC8C0B75}"/>
              </a:ext>
            </a:extLst>
          </p:cNvPr>
          <p:cNvSpPr/>
          <p:nvPr/>
        </p:nvSpPr>
        <p:spPr>
          <a:xfrm>
            <a:off x="929982" y="7045693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請求</a:t>
            </a:r>
          </a:p>
        </p:txBody>
      </p:sp>
      <p:sp>
        <p:nvSpPr>
          <p:cNvPr id="260" name="正方形/長方形 259">
            <a:extLst>
              <a:ext uri="{FF2B5EF4-FFF2-40B4-BE49-F238E27FC236}">
                <a16:creationId xmlns:a16="http://schemas.microsoft.com/office/drawing/2014/main" id="{CD1174F7-BD6C-49DA-8737-1BBCA99CC687}"/>
              </a:ext>
            </a:extLst>
          </p:cNvPr>
          <p:cNvSpPr/>
          <p:nvPr/>
        </p:nvSpPr>
        <p:spPr>
          <a:xfrm>
            <a:off x="929982" y="7523295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入金消込</a:t>
            </a: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43036-3349-41ED-945C-5988C3CB58B0}"/>
              </a:ext>
            </a:extLst>
          </p:cNvPr>
          <p:cNvSpPr/>
          <p:nvPr/>
        </p:nvSpPr>
        <p:spPr>
          <a:xfrm>
            <a:off x="2193775" y="6095522"/>
            <a:ext cx="353336" cy="12961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検収取得</a:t>
            </a:r>
          </a:p>
        </p:txBody>
      </p:sp>
      <p:sp>
        <p:nvSpPr>
          <p:cNvPr id="263" name="正方形/長方形 262">
            <a:extLst>
              <a:ext uri="{FF2B5EF4-FFF2-40B4-BE49-F238E27FC236}">
                <a16:creationId xmlns:a16="http://schemas.microsoft.com/office/drawing/2014/main" id="{47F0008C-266C-4C7B-85B1-5811EE6340B8}"/>
              </a:ext>
            </a:extLst>
          </p:cNvPr>
          <p:cNvSpPr/>
          <p:nvPr/>
        </p:nvSpPr>
        <p:spPr>
          <a:xfrm>
            <a:off x="929339" y="8000897"/>
            <a:ext cx="1117175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販売パートナー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管理</a:t>
            </a:r>
          </a:p>
        </p:txBody>
      </p:sp>
      <p:sp>
        <p:nvSpPr>
          <p:cNvPr id="265" name="正方形/長方形 264">
            <a:extLst>
              <a:ext uri="{FF2B5EF4-FFF2-40B4-BE49-F238E27FC236}">
                <a16:creationId xmlns:a16="http://schemas.microsoft.com/office/drawing/2014/main" id="{693487A4-24EB-4C49-8B57-99B34BDE75E7}"/>
              </a:ext>
            </a:extLst>
          </p:cNvPr>
          <p:cNvSpPr/>
          <p:nvPr/>
        </p:nvSpPr>
        <p:spPr>
          <a:xfrm>
            <a:off x="929982" y="5604781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契約締結</a:t>
            </a:r>
          </a:p>
        </p:txBody>
      </p:sp>
      <p:sp>
        <p:nvSpPr>
          <p:cNvPr id="267" name="正方形/長方形 266">
            <a:extLst>
              <a:ext uri="{FF2B5EF4-FFF2-40B4-BE49-F238E27FC236}">
                <a16:creationId xmlns:a16="http://schemas.microsoft.com/office/drawing/2014/main" id="{6E0DE610-02AA-4B55-BBC1-30462CB40DC9}"/>
              </a:ext>
            </a:extLst>
          </p:cNvPr>
          <p:cNvSpPr/>
          <p:nvPr/>
        </p:nvSpPr>
        <p:spPr>
          <a:xfrm>
            <a:off x="929339" y="8956097"/>
            <a:ext cx="1117175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お客様契約管理</a:t>
            </a:r>
          </a:p>
        </p:txBody>
      </p:sp>
      <p:sp>
        <p:nvSpPr>
          <p:cNvPr id="269" name="正方形/長方形 268">
            <a:extLst>
              <a:ext uri="{FF2B5EF4-FFF2-40B4-BE49-F238E27FC236}">
                <a16:creationId xmlns:a16="http://schemas.microsoft.com/office/drawing/2014/main" id="{5818DD29-B567-43D4-A15E-ACAEB0F78B33}"/>
              </a:ext>
            </a:extLst>
          </p:cNvPr>
          <p:cNvSpPr/>
          <p:nvPr/>
        </p:nvSpPr>
        <p:spPr>
          <a:xfrm>
            <a:off x="929339" y="8478499"/>
            <a:ext cx="1117175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業務委託料・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報奨金計算</a:t>
            </a:r>
          </a:p>
        </p:txBody>
      </p:sp>
      <p:sp>
        <p:nvSpPr>
          <p:cNvPr id="270" name="正方形/長方形 269">
            <a:extLst>
              <a:ext uri="{FF2B5EF4-FFF2-40B4-BE49-F238E27FC236}">
                <a16:creationId xmlns:a16="http://schemas.microsoft.com/office/drawing/2014/main" id="{7914E20C-8775-43EA-AB92-9A5EECE3289C}"/>
              </a:ext>
            </a:extLst>
          </p:cNvPr>
          <p:cNvSpPr/>
          <p:nvPr/>
        </p:nvSpPr>
        <p:spPr>
          <a:xfrm>
            <a:off x="3093311" y="7214589"/>
            <a:ext cx="1116532" cy="372392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</a:p>
        </p:txBody>
      </p:sp>
      <p:sp>
        <p:nvSpPr>
          <p:cNvPr id="271" name="正方形/長方形 270">
            <a:extLst>
              <a:ext uri="{FF2B5EF4-FFF2-40B4-BE49-F238E27FC236}">
                <a16:creationId xmlns:a16="http://schemas.microsoft.com/office/drawing/2014/main" id="{6775AFC5-4561-4BFF-AB8D-25705F91ED96}"/>
              </a:ext>
            </a:extLst>
          </p:cNvPr>
          <p:cNvSpPr/>
          <p:nvPr/>
        </p:nvSpPr>
        <p:spPr>
          <a:xfrm>
            <a:off x="4391064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検討</a:t>
            </a:r>
          </a:p>
        </p:txBody>
      </p:sp>
      <p:sp>
        <p:nvSpPr>
          <p:cNvPr id="272" name="正方形/長方形 271">
            <a:extLst>
              <a:ext uri="{FF2B5EF4-FFF2-40B4-BE49-F238E27FC236}">
                <a16:creationId xmlns:a16="http://schemas.microsoft.com/office/drawing/2014/main" id="{A3409514-589A-43BF-9895-6DE27C4B5F6C}"/>
              </a:ext>
            </a:extLst>
          </p:cNvPr>
          <p:cNvSpPr/>
          <p:nvPr/>
        </p:nvSpPr>
        <p:spPr>
          <a:xfrm>
            <a:off x="5688817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提案→提供</a:t>
            </a:r>
          </a:p>
        </p:txBody>
      </p: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C8B91C6C-2888-4EBF-BFE1-2B53694E5B75}"/>
              </a:ext>
            </a:extLst>
          </p:cNvPr>
          <p:cNvSpPr/>
          <p:nvPr/>
        </p:nvSpPr>
        <p:spPr>
          <a:xfrm>
            <a:off x="4391064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料金計算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サービス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8E01FFCE-7328-47C9-B02E-1EBA26992F6F}"/>
              </a:ext>
            </a:extLst>
          </p:cNvPr>
          <p:cNvSpPr/>
          <p:nvPr/>
        </p:nvSpPr>
        <p:spPr>
          <a:xfrm>
            <a:off x="6986570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品質管理</a:t>
            </a: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22AEF766-2477-4A7D-8EE6-6EDE42DD54CC}"/>
              </a:ext>
            </a:extLst>
          </p:cNvPr>
          <p:cNvSpPr/>
          <p:nvPr/>
        </p:nvSpPr>
        <p:spPr>
          <a:xfrm>
            <a:off x="5688817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案件管理</a:t>
            </a: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AA720D15-ACCA-48C4-BBA3-A49FC85A0158}"/>
              </a:ext>
            </a:extLst>
          </p:cNvPr>
          <p:cNvSpPr/>
          <p:nvPr/>
        </p:nvSpPr>
        <p:spPr>
          <a:xfrm>
            <a:off x="6986570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アサイン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計画策定</a:t>
            </a: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6AD8AEBB-A6CE-4FC4-9EEB-7247437DAE34}"/>
              </a:ext>
            </a:extLst>
          </p:cNvPr>
          <p:cNvSpPr/>
          <p:nvPr/>
        </p:nvSpPr>
        <p:spPr>
          <a:xfrm>
            <a:off x="3093311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業務委託料計算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サービス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1C3EBBC6-830E-4CAC-BA82-F8CAAA214A89}"/>
              </a:ext>
            </a:extLst>
          </p:cNvPr>
          <p:cNvSpPr/>
          <p:nvPr/>
        </p:nvSpPr>
        <p:spPr>
          <a:xfrm>
            <a:off x="8284324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スキル情報管理</a:t>
            </a:r>
          </a:p>
        </p:txBody>
      </p:sp>
      <p:sp>
        <p:nvSpPr>
          <p:cNvPr id="293" name="正方形/長方形 292">
            <a:extLst>
              <a:ext uri="{FF2B5EF4-FFF2-40B4-BE49-F238E27FC236}">
                <a16:creationId xmlns:a16="http://schemas.microsoft.com/office/drawing/2014/main" id="{7E292C32-B7A9-4627-A618-50331EF7E4B8}"/>
              </a:ext>
            </a:extLst>
          </p:cNvPr>
          <p:cNvSpPr/>
          <p:nvPr/>
        </p:nvSpPr>
        <p:spPr>
          <a:xfrm>
            <a:off x="3097437" y="2835245"/>
            <a:ext cx="1116532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673" tIns="27673" rIns="27673" bIns="27673" rtlCol="0" anchor="ctr"/>
          <a:lstStyle/>
          <a:p>
            <a:pPr algn="ctr" defTabSz="987415"/>
            <a:r>
              <a:rPr kumimoji="1" lang="zh-TW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物流計画策定</a:t>
            </a:r>
            <a:endParaRPr kumimoji="1" lang="ja-JP" altLang="en-US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4" name="正方形/長方形 293">
            <a:extLst>
              <a:ext uri="{FF2B5EF4-FFF2-40B4-BE49-F238E27FC236}">
                <a16:creationId xmlns:a16="http://schemas.microsoft.com/office/drawing/2014/main" id="{6C4616A4-045D-4D9C-BBD4-AA9E181AE19B}"/>
              </a:ext>
            </a:extLst>
          </p:cNvPr>
          <p:cNvSpPr/>
          <p:nvPr/>
        </p:nvSpPr>
        <p:spPr>
          <a:xfrm>
            <a:off x="4395190" y="3583977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物流作業実績管理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5" name="正方形/長方形 294">
            <a:extLst>
              <a:ext uri="{FF2B5EF4-FFF2-40B4-BE49-F238E27FC236}">
                <a16:creationId xmlns:a16="http://schemas.microsoft.com/office/drawing/2014/main" id="{7B6FAB41-F459-4B8A-A291-E41339AE9519}"/>
              </a:ext>
            </a:extLst>
          </p:cNvPr>
          <p:cNvSpPr/>
          <p:nvPr/>
        </p:nvSpPr>
        <p:spPr>
          <a:xfrm>
            <a:off x="4395190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在庫受払</a:t>
            </a:r>
          </a:p>
        </p:txBody>
      </p:sp>
      <p:sp>
        <p:nvSpPr>
          <p:cNvPr id="296" name="正方形/長方形 295">
            <a:extLst>
              <a:ext uri="{FF2B5EF4-FFF2-40B4-BE49-F238E27FC236}">
                <a16:creationId xmlns:a16="http://schemas.microsoft.com/office/drawing/2014/main" id="{1D1E8474-571D-4BAB-85F3-4A26BB53F210}"/>
              </a:ext>
            </a:extLst>
          </p:cNvPr>
          <p:cNvSpPr/>
          <p:nvPr/>
        </p:nvSpPr>
        <p:spPr>
          <a:xfrm>
            <a:off x="3097437" y="3583977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自社品納期確認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7" name="正方形/長方形 296">
            <a:extLst>
              <a:ext uri="{FF2B5EF4-FFF2-40B4-BE49-F238E27FC236}">
                <a16:creationId xmlns:a16="http://schemas.microsoft.com/office/drawing/2014/main" id="{7CAC2172-5411-452B-AD4A-4A641D01FF59}"/>
              </a:ext>
            </a:extLst>
          </p:cNvPr>
          <p:cNvSpPr/>
          <p:nvPr/>
        </p:nvSpPr>
        <p:spPr>
          <a:xfrm>
            <a:off x="3097437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在庫引当</a:t>
            </a:r>
          </a:p>
        </p:txBody>
      </p:sp>
      <p:sp>
        <p:nvSpPr>
          <p:cNvPr id="298" name="正方形/長方形 297">
            <a:extLst>
              <a:ext uri="{FF2B5EF4-FFF2-40B4-BE49-F238E27FC236}">
                <a16:creationId xmlns:a16="http://schemas.microsoft.com/office/drawing/2014/main" id="{4F019EBC-BE8B-4DEF-9797-EEA18585FF8D}"/>
              </a:ext>
            </a:extLst>
          </p:cNvPr>
          <p:cNvSpPr/>
          <p:nvPr/>
        </p:nvSpPr>
        <p:spPr>
          <a:xfrm>
            <a:off x="5692943" y="2835245"/>
            <a:ext cx="1117175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需要・供給計画管理</a:t>
            </a:r>
          </a:p>
        </p:txBody>
      </p:sp>
      <p:sp>
        <p:nvSpPr>
          <p:cNvPr id="299" name="正方形/長方形 298">
            <a:extLst>
              <a:ext uri="{FF2B5EF4-FFF2-40B4-BE49-F238E27FC236}">
                <a16:creationId xmlns:a16="http://schemas.microsoft.com/office/drawing/2014/main" id="{5F3017E7-C6F5-4CE8-B5FB-D3983029FD1D}"/>
              </a:ext>
            </a:extLst>
          </p:cNvPr>
          <p:cNvSpPr/>
          <p:nvPr/>
        </p:nvSpPr>
        <p:spPr>
          <a:xfrm>
            <a:off x="5692943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棚卸</a:t>
            </a:r>
          </a:p>
        </p:txBody>
      </p:sp>
      <p:sp>
        <p:nvSpPr>
          <p:cNvPr id="300" name="正方形/長方形 299">
            <a:extLst>
              <a:ext uri="{FF2B5EF4-FFF2-40B4-BE49-F238E27FC236}">
                <a16:creationId xmlns:a16="http://schemas.microsoft.com/office/drawing/2014/main" id="{9B208576-6756-43CB-A740-5069C41D4EC8}"/>
              </a:ext>
            </a:extLst>
          </p:cNvPr>
          <p:cNvSpPr/>
          <p:nvPr/>
        </p:nvSpPr>
        <p:spPr>
          <a:xfrm>
            <a:off x="8306546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通関</a:t>
            </a:r>
          </a:p>
        </p:txBody>
      </p:sp>
      <p:sp>
        <p:nvSpPr>
          <p:cNvPr id="302" name="正方形/長方形 301">
            <a:extLst>
              <a:ext uri="{FF2B5EF4-FFF2-40B4-BE49-F238E27FC236}">
                <a16:creationId xmlns:a16="http://schemas.microsoft.com/office/drawing/2014/main" id="{36E1CF24-CE35-41E0-94AD-9C5577FBDD69}"/>
              </a:ext>
            </a:extLst>
          </p:cNvPr>
          <p:cNvSpPr/>
          <p:nvPr/>
        </p:nvSpPr>
        <p:spPr>
          <a:xfrm>
            <a:off x="6990696" y="283524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需要予測</a:t>
            </a:r>
          </a:p>
        </p:txBody>
      </p:sp>
      <p:sp>
        <p:nvSpPr>
          <p:cNvPr id="303" name="正方形/長方形 302">
            <a:extLst>
              <a:ext uri="{FF2B5EF4-FFF2-40B4-BE49-F238E27FC236}">
                <a16:creationId xmlns:a16="http://schemas.microsoft.com/office/drawing/2014/main" id="{92164146-CC72-46C7-9E67-283188FC2DA9}"/>
              </a:ext>
            </a:extLst>
          </p:cNvPr>
          <p:cNvSpPr/>
          <p:nvPr/>
        </p:nvSpPr>
        <p:spPr>
          <a:xfrm>
            <a:off x="6990696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流通加工</a:t>
            </a:r>
          </a:p>
        </p:txBody>
      </p:sp>
      <p:sp>
        <p:nvSpPr>
          <p:cNvPr id="304" name="正方形/長方形 303">
            <a:extLst>
              <a:ext uri="{FF2B5EF4-FFF2-40B4-BE49-F238E27FC236}">
                <a16:creationId xmlns:a16="http://schemas.microsoft.com/office/drawing/2014/main" id="{A8CCDF32-074C-49EE-AF21-38D19EB3D319}"/>
              </a:ext>
            </a:extLst>
          </p:cNvPr>
          <p:cNvSpPr/>
          <p:nvPr/>
        </p:nvSpPr>
        <p:spPr>
          <a:xfrm>
            <a:off x="8313222" y="3583977"/>
            <a:ext cx="1110499" cy="3039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販売終了・供給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サポート終了管理</a:t>
            </a:r>
          </a:p>
        </p:txBody>
      </p:sp>
      <p:sp>
        <p:nvSpPr>
          <p:cNvPr id="305" name="正方形/長方形 304">
            <a:extLst>
              <a:ext uri="{FF2B5EF4-FFF2-40B4-BE49-F238E27FC236}">
                <a16:creationId xmlns:a16="http://schemas.microsoft.com/office/drawing/2014/main" id="{6F942BAF-D299-42F6-8F5F-E1505A8E8EC5}"/>
              </a:ext>
            </a:extLst>
          </p:cNvPr>
          <p:cNvSpPr/>
          <p:nvPr/>
        </p:nvSpPr>
        <p:spPr>
          <a:xfrm>
            <a:off x="4408021" y="2835245"/>
            <a:ext cx="1116532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673" tIns="27673" rIns="27673" bIns="27673" rtlCol="0" anchor="ctr"/>
          <a:lstStyle/>
          <a:p>
            <a:pPr algn="ctr" defTabSz="987415"/>
            <a:r>
              <a:rPr kumimoji="1" lang="zh-TW" altLang="en-US" sz="100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輸配送計画策定</a:t>
            </a:r>
            <a:endParaRPr kumimoji="1" lang="ja-JP" altLang="en-US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06" name="正方形/長方形 305">
            <a:extLst>
              <a:ext uri="{FF2B5EF4-FFF2-40B4-BE49-F238E27FC236}">
                <a16:creationId xmlns:a16="http://schemas.microsoft.com/office/drawing/2014/main" id="{BF482CC3-2D17-4373-B087-F0C2FEB5A6FA}"/>
              </a:ext>
            </a:extLst>
          </p:cNvPr>
          <p:cNvSpPr/>
          <p:nvPr/>
        </p:nvSpPr>
        <p:spPr>
          <a:xfrm>
            <a:off x="5692943" y="3583977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余剰在庫管理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08" name="正方形/長方形 307">
            <a:extLst>
              <a:ext uri="{FF2B5EF4-FFF2-40B4-BE49-F238E27FC236}">
                <a16:creationId xmlns:a16="http://schemas.microsoft.com/office/drawing/2014/main" id="{72B45CC0-D649-4A23-A422-DDE5DFC760F3}"/>
              </a:ext>
            </a:extLst>
          </p:cNvPr>
          <p:cNvSpPr/>
          <p:nvPr/>
        </p:nvSpPr>
        <p:spPr>
          <a:xfrm>
            <a:off x="6990696" y="3587353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業務委託管理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物流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09" name="正方形/長方形 308">
            <a:extLst>
              <a:ext uri="{FF2B5EF4-FFF2-40B4-BE49-F238E27FC236}">
                <a16:creationId xmlns:a16="http://schemas.microsoft.com/office/drawing/2014/main" id="{0D621126-43D5-4BDA-8785-D822FCE937EA}"/>
              </a:ext>
            </a:extLst>
          </p:cNvPr>
          <p:cNvSpPr/>
          <p:nvPr/>
        </p:nvSpPr>
        <p:spPr>
          <a:xfrm>
            <a:off x="3097437" y="1580125"/>
            <a:ext cx="1116532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生産戦略策定</a:t>
            </a:r>
          </a:p>
        </p:txBody>
      </p:sp>
      <p:sp>
        <p:nvSpPr>
          <p:cNvPr id="310" name="正方形/長方形 309">
            <a:extLst>
              <a:ext uri="{FF2B5EF4-FFF2-40B4-BE49-F238E27FC236}">
                <a16:creationId xmlns:a16="http://schemas.microsoft.com/office/drawing/2014/main" id="{C7A77A55-B687-40EC-8425-CBE2C2CFB4CF}"/>
              </a:ext>
            </a:extLst>
          </p:cNvPr>
          <p:cNvSpPr/>
          <p:nvPr/>
        </p:nvSpPr>
        <p:spPr>
          <a:xfrm>
            <a:off x="4395190" y="158012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生産量計画策定</a:t>
            </a:r>
          </a:p>
        </p:txBody>
      </p:sp>
      <p:sp>
        <p:nvSpPr>
          <p:cNvPr id="311" name="正方形/長方形 310">
            <a:extLst>
              <a:ext uri="{FF2B5EF4-FFF2-40B4-BE49-F238E27FC236}">
                <a16:creationId xmlns:a16="http://schemas.microsoft.com/office/drawing/2014/main" id="{2C28333E-5F37-45A0-863B-2BBB9763F35B}"/>
              </a:ext>
            </a:extLst>
          </p:cNvPr>
          <p:cNvSpPr/>
          <p:nvPr/>
        </p:nvSpPr>
        <p:spPr>
          <a:xfrm>
            <a:off x="8300368" y="158012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工場出荷</a:t>
            </a:r>
          </a:p>
        </p:txBody>
      </p:sp>
      <p:sp>
        <p:nvSpPr>
          <p:cNvPr id="312" name="正方形/長方形 311">
            <a:extLst>
              <a:ext uri="{FF2B5EF4-FFF2-40B4-BE49-F238E27FC236}">
                <a16:creationId xmlns:a16="http://schemas.microsoft.com/office/drawing/2014/main" id="{90A42073-F544-4290-BB44-A1EFAE1D3EC4}"/>
              </a:ext>
            </a:extLst>
          </p:cNvPr>
          <p:cNvSpPr/>
          <p:nvPr/>
        </p:nvSpPr>
        <p:spPr>
          <a:xfrm>
            <a:off x="6990696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在庫受払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・棚卸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部材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13" name="正方形/長方形 312">
            <a:extLst>
              <a:ext uri="{FF2B5EF4-FFF2-40B4-BE49-F238E27FC236}">
                <a16:creationId xmlns:a16="http://schemas.microsoft.com/office/drawing/2014/main" id="{C3B69469-D881-429D-906E-9F4BFECFDE5B}"/>
              </a:ext>
            </a:extLst>
          </p:cNvPr>
          <p:cNvSpPr/>
          <p:nvPr/>
        </p:nvSpPr>
        <p:spPr>
          <a:xfrm>
            <a:off x="5692943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部材発注受入</a:t>
            </a:r>
          </a:p>
        </p:txBody>
      </p:sp>
      <p:sp>
        <p:nvSpPr>
          <p:cNvPr id="314" name="正方形/長方形 313">
            <a:extLst>
              <a:ext uri="{FF2B5EF4-FFF2-40B4-BE49-F238E27FC236}">
                <a16:creationId xmlns:a16="http://schemas.microsoft.com/office/drawing/2014/main" id="{AE176925-80A7-4FBB-A7FC-292B37B8CCBA}"/>
              </a:ext>
            </a:extLst>
          </p:cNvPr>
          <p:cNvSpPr/>
          <p:nvPr/>
        </p:nvSpPr>
        <p:spPr>
          <a:xfrm>
            <a:off x="7002615" y="1580125"/>
            <a:ext cx="1116532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製造</a:t>
            </a:r>
            <a:r>
              <a:rPr kumimoji="1" lang="en-US" altLang="ja-JP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生産実行</a:t>
            </a:r>
            <a:r>
              <a:rPr kumimoji="1" lang="en-US" altLang="ja-JP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15" name="正方形/長方形 314">
            <a:extLst>
              <a:ext uri="{FF2B5EF4-FFF2-40B4-BE49-F238E27FC236}">
                <a16:creationId xmlns:a16="http://schemas.microsoft.com/office/drawing/2014/main" id="{C5AD231E-D66B-4DDE-8B6E-7E45DD112B33}"/>
              </a:ext>
            </a:extLst>
          </p:cNvPr>
          <p:cNvSpPr/>
          <p:nvPr/>
        </p:nvSpPr>
        <p:spPr>
          <a:xfrm>
            <a:off x="5664396" y="157588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生産依頼受付</a:t>
            </a:r>
          </a:p>
        </p:txBody>
      </p:sp>
      <p:sp>
        <p:nvSpPr>
          <p:cNvPr id="317" name="正方形/長方形 316">
            <a:extLst>
              <a:ext uri="{FF2B5EF4-FFF2-40B4-BE49-F238E27FC236}">
                <a16:creationId xmlns:a16="http://schemas.microsoft.com/office/drawing/2014/main" id="{7408933C-9C3B-4F9B-B28D-EE524535384B}"/>
              </a:ext>
            </a:extLst>
          </p:cNvPr>
          <p:cNvSpPr/>
          <p:nvPr/>
        </p:nvSpPr>
        <p:spPr>
          <a:xfrm>
            <a:off x="3097437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所要量計算</a:t>
            </a:r>
          </a:p>
        </p:txBody>
      </p:sp>
      <p:sp>
        <p:nvSpPr>
          <p:cNvPr id="318" name="正方形/長方形 317">
            <a:extLst>
              <a:ext uri="{FF2B5EF4-FFF2-40B4-BE49-F238E27FC236}">
                <a16:creationId xmlns:a16="http://schemas.microsoft.com/office/drawing/2014/main" id="{FD6A7C3B-F653-453C-9C26-09A327F67DE4}"/>
              </a:ext>
            </a:extLst>
          </p:cNvPr>
          <p:cNvSpPr/>
          <p:nvPr/>
        </p:nvSpPr>
        <p:spPr>
          <a:xfrm>
            <a:off x="4395190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部材発注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0" name="正方形/長方形 319">
            <a:extLst>
              <a:ext uri="{FF2B5EF4-FFF2-40B4-BE49-F238E27FC236}">
                <a16:creationId xmlns:a16="http://schemas.microsoft.com/office/drawing/2014/main" id="{4F8B2C3F-274A-4431-B315-EEB1D32046D3}"/>
              </a:ext>
            </a:extLst>
          </p:cNvPr>
          <p:cNvSpPr/>
          <p:nvPr/>
        </p:nvSpPr>
        <p:spPr>
          <a:xfrm>
            <a:off x="8313222" y="1923732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リサイクル判定</a:t>
            </a:r>
          </a:p>
        </p:txBody>
      </p:sp>
      <p:sp>
        <p:nvSpPr>
          <p:cNvPr id="322" name="正方形/長方形 321">
            <a:extLst>
              <a:ext uri="{FF2B5EF4-FFF2-40B4-BE49-F238E27FC236}">
                <a16:creationId xmlns:a16="http://schemas.microsoft.com/office/drawing/2014/main" id="{9F2189B4-474D-41B9-9C8D-01E795843CAD}"/>
              </a:ext>
            </a:extLst>
          </p:cNvPr>
          <p:cNvSpPr/>
          <p:nvPr/>
        </p:nvSpPr>
        <p:spPr>
          <a:xfrm>
            <a:off x="3097437" y="473807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他社仕入見積依頼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3" name="正方形/長方形 322">
            <a:extLst>
              <a:ext uri="{FF2B5EF4-FFF2-40B4-BE49-F238E27FC236}">
                <a16:creationId xmlns:a16="http://schemas.microsoft.com/office/drawing/2014/main" id="{B7513EF2-1249-411C-9C38-44B4F8C7801F}"/>
              </a:ext>
            </a:extLst>
          </p:cNvPr>
          <p:cNvSpPr/>
          <p:nvPr/>
        </p:nvSpPr>
        <p:spPr>
          <a:xfrm>
            <a:off x="4395190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発注</a:t>
            </a:r>
          </a:p>
        </p:txBody>
      </p:sp>
      <p:sp>
        <p:nvSpPr>
          <p:cNvPr id="324" name="正方形/長方形 323">
            <a:extLst>
              <a:ext uri="{FF2B5EF4-FFF2-40B4-BE49-F238E27FC236}">
                <a16:creationId xmlns:a16="http://schemas.microsoft.com/office/drawing/2014/main" id="{5DE23D31-F82E-4FA5-AE17-0D58D243AAF9}"/>
              </a:ext>
            </a:extLst>
          </p:cNvPr>
          <p:cNvSpPr/>
          <p:nvPr/>
        </p:nvSpPr>
        <p:spPr>
          <a:xfrm>
            <a:off x="8306546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仕入先情報登録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5" name="正方形/長方形 324">
            <a:extLst>
              <a:ext uri="{FF2B5EF4-FFF2-40B4-BE49-F238E27FC236}">
                <a16:creationId xmlns:a16="http://schemas.microsoft.com/office/drawing/2014/main" id="{1B018FE0-0F91-4FEB-A35C-2342A81CBE80}"/>
              </a:ext>
            </a:extLst>
          </p:cNvPr>
          <p:cNvSpPr/>
          <p:nvPr/>
        </p:nvSpPr>
        <p:spPr>
          <a:xfrm>
            <a:off x="5692943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発注受入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6" name="正方形/長方形 325">
            <a:extLst>
              <a:ext uri="{FF2B5EF4-FFF2-40B4-BE49-F238E27FC236}">
                <a16:creationId xmlns:a16="http://schemas.microsoft.com/office/drawing/2014/main" id="{78A9C4FB-31F0-42EB-9ED3-41980E1AB019}"/>
              </a:ext>
            </a:extLst>
          </p:cNvPr>
          <p:cNvSpPr/>
          <p:nvPr/>
        </p:nvSpPr>
        <p:spPr>
          <a:xfrm>
            <a:off x="3097437" y="4365650"/>
            <a:ext cx="1116532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購買戦略</a:t>
            </a:r>
            <a:endParaRPr kumimoji="1" lang="ja-JP" altLang="en-US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7" name="正方形/長方形 326">
            <a:extLst>
              <a:ext uri="{FF2B5EF4-FFF2-40B4-BE49-F238E27FC236}">
                <a16:creationId xmlns:a16="http://schemas.microsoft.com/office/drawing/2014/main" id="{03ACFA73-21D7-4D7B-8E17-8536DD4070EF}"/>
              </a:ext>
            </a:extLst>
          </p:cNvPr>
          <p:cNvSpPr/>
          <p:nvPr/>
        </p:nvSpPr>
        <p:spPr>
          <a:xfrm>
            <a:off x="5692943" y="473807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他社仕入品</a:t>
            </a:r>
            <a:b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8" name="正方形/長方形 327">
            <a:extLst>
              <a:ext uri="{FF2B5EF4-FFF2-40B4-BE49-F238E27FC236}">
                <a16:creationId xmlns:a16="http://schemas.microsoft.com/office/drawing/2014/main" id="{E8117317-23A8-49C1-B244-AE69E805F7E9}"/>
              </a:ext>
            </a:extLst>
          </p:cNvPr>
          <p:cNvSpPr/>
          <p:nvPr/>
        </p:nvSpPr>
        <p:spPr>
          <a:xfrm>
            <a:off x="4395190" y="473807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他社仕入品</a:t>
            </a:r>
            <a:b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納期確認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9" name="正方形/長方形 328">
            <a:extLst>
              <a:ext uri="{FF2B5EF4-FFF2-40B4-BE49-F238E27FC236}">
                <a16:creationId xmlns:a16="http://schemas.microsoft.com/office/drawing/2014/main" id="{1D68951D-D9C2-4FE8-97E0-352D89765483}"/>
              </a:ext>
            </a:extLst>
          </p:cNvPr>
          <p:cNvSpPr/>
          <p:nvPr/>
        </p:nvSpPr>
        <p:spPr>
          <a:xfrm>
            <a:off x="6990696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仕入先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選定</a:t>
            </a:r>
          </a:p>
        </p:txBody>
      </p:sp>
      <p:sp>
        <p:nvSpPr>
          <p:cNvPr id="331" name="正方形/長方形 330">
            <a:extLst>
              <a:ext uri="{FF2B5EF4-FFF2-40B4-BE49-F238E27FC236}">
                <a16:creationId xmlns:a16="http://schemas.microsoft.com/office/drawing/2014/main" id="{4B73C979-BD43-4B15-B8B5-6F0BD685E3A5}"/>
              </a:ext>
            </a:extLst>
          </p:cNvPr>
          <p:cNvSpPr/>
          <p:nvPr/>
        </p:nvSpPr>
        <p:spPr>
          <a:xfrm>
            <a:off x="11188924" y="160595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財務管理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32" name="正方形/長方形 331">
            <a:extLst>
              <a:ext uri="{FF2B5EF4-FFF2-40B4-BE49-F238E27FC236}">
                <a16:creationId xmlns:a16="http://schemas.microsoft.com/office/drawing/2014/main" id="{060A4B0C-4B52-4386-8F4A-AC09F52824F9}"/>
              </a:ext>
            </a:extLst>
          </p:cNvPr>
          <p:cNvSpPr/>
          <p:nvPr/>
        </p:nvSpPr>
        <p:spPr>
          <a:xfrm>
            <a:off x="9892780" y="1615256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支払・出金管理</a:t>
            </a:r>
          </a:p>
        </p:txBody>
      </p:sp>
      <p:sp>
        <p:nvSpPr>
          <p:cNvPr id="333" name="正方形/長方形 332">
            <a:extLst>
              <a:ext uri="{FF2B5EF4-FFF2-40B4-BE49-F238E27FC236}">
                <a16:creationId xmlns:a16="http://schemas.microsoft.com/office/drawing/2014/main" id="{FFA8352E-9F32-4536-9AFF-78E4743DE8D9}"/>
              </a:ext>
            </a:extLst>
          </p:cNvPr>
          <p:cNvSpPr/>
          <p:nvPr/>
        </p:nvSpPr>
        <p:spPr>
          <a:xfrm>
            <a:off x="9892780" y="2253508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回収・入金管理</a:t>
            </a:r>
          </a:p>
        </p:txBody>
      </p:sp>
      <p:sp>
        <p:nvSpPr>
          <p:cNvPr id="339" name="正方形/長方形 338">
            <a:extLst>
              <a:ext uri="{FF2B5EF4-FFF2-40B4-BE49-F238E27FC236}">
                <a16:creationId xmlns:a16="http://schemas.microsoft.com/office/drawing/2014/main" id="{1D2E89F6-BC50-4FD0-ACAA-DB978C6FAD47}"/>
              </a:ext>
            </a:extLst>
          </p:cNvPr>
          <p:cNvSpPr/>
          <p:nvPr/>
        </p:nvSpPr>
        <p:spPr>
          <a:xfrm>
            <a:off x="9892780" y="350762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原価計算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プロジェクトを含む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1" name="正方形/長方形 340">
            <a:extLst>
              <a:ext uri="{FF2B5EF4-FFF2-40B4-BE49-F238E27FC236}">
                <a16:creationId xmlns:a16="http://schemas.microsoft.com/office/drawing/2014/main" id="{3B3E004F-AB21-499E-BFCB-32900D327FB1}"/>
              </a:ext>
            </a:extLst>
          </p:cNvPr>
          <p:cNvSpPr/>
          <p:nvPr/>
        </p:nvSpPr>
        <p:spPr>
          <a:xfrm>
            <a:off x="11175387" y="759120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情報システム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保守運用</a:t>
            </a:r>
          </a:p>
        </p:txBody>
      </p:sp>
      <p:sp>
        <p:nvSpPr>
          <p:cNvPr id="344" name="正方形/長方形 343">
            <a:extLst>
              <a:ext uri="{FF2B5EF4-FFF2-40B4-BE49-F238E27FC236}">
                <a16:creationId xmlns:a16="http://schemas.microsoft.com/office/drawing/2014/main" id="{99FB5FE6-EC71-4ACC-897F-46F2F2AEDBAB}"/>
              </a:ext>
            </a:extLst>
          </p:cNvPr>
          <p:cNvSpPr/>
          <p:nvPr/>
        </p:nvSpPr>
        <p:spPr>
          <a:xfrm>
            <a:off x="9933580" y="759120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品目情報登録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5" name="正方形/長方形 344">
            <a:extLst>
              <a:ext uri="{FF2B5EF4-FFF2-40B4-BE49-F238E27FC236}">
                <a16:creationId xmlns:a16="http://schemas.microsoft.com/office/drawing/2014/main" id="{9E55249D-61B3-4F95-AED3-FD8EE234082F}"/>
              </a:ext>
            </a:extLst>
          </p:cNvPr>
          <p:cNvSpPr/>
          <p:nvPr/>
        </p:nvSpPr>
        <p:spPr>
          <a:xfrm>
            <a:off x="9933580" y="820440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価格情報登録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6" name="正方形/長方形 345">
            <a:extLst>
              <a:ext uri="{FF2B5EF4-FFF2-40B4-BE49-F238E27FC236}">
                <a16:creationId xmlns:a16="http://schemas.microsoft.com/office/drawing/2014/main" id="{00631EEA-1E71-4007-84AF-2707CB4043D8}"/>
              </a:ext>
            </a:extLst>
          </p:cNvPr>
          <p:cNvSpPr/>
          <p:nvPr/>
        </p:nvSpPr>
        <p:spPr>
          <a:xfrm>
            <a:off x="9933580" y="8817596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市場・取引先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情報登録</a:t>
            </a:r>
          </a:p>
        </p:txBody>
      </p:sp>
      <p:sp>
        <p:nvSpPr>
          <p:cNvPr id="347" name="正方形/長方形 346">
            <a:extLst>
              <a:ext uri="{FF2B5EF4-FFF2-40B4-BE49-F238E27FC236}">
                <a16:creationId xmlns:a16="http://schemas.microsoft.com/office/drawing/2014/main" id="{750DD6E8-D1CF-453F-98F5-66E23E03A0BC}"/>
              </a:ext>
            </a:extLst>
          </p:cNvPr>
          <p:cNvSpPr/>
          <p:nvPr/>
        </p:nvSpPr>
        <p:spPr>
          <a:xfrm>
            <a:off x="11188924" y="4777998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事業別・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案件別損益管理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0DD286E5-FC99-4C2D-8104-C2B0ED1D5FD7}"/>
              </a:ext>
            </a:extLst>
          </p:cNvPr>
          <p:cNvCxnSpPr>
            <a:stCxn id="2" idx="2"/>
            <a:endCxn id="233" idx="0"/>
          </p:cNvCxnSpPr>
          <p:nvPr/>
        </p:nvCxnSpPr>
        <p:spPr>
          <a:xfrm flipH="1">
            <a:off x="1469662" y="1932992"/>
            <a:ext cx="17726" cy="15393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直線矢印コネクタ 357">
            <a:extLst>
              <a:ext uri="{FF2B5EF4-FFF2-40B4-BE49-F238E27FC236}">
                <a16:creationId xmlns:a16="http://schemas.microsoft.com/office/drawing/2014/main" id="{29C837B0-9B95-455F-B8BD-D6542A790633}"/>
              </a:ext>
            </a:extLst>
          </p:cNvPr>
          <p:cNvCxnSpPr>
            <a:cxnSpLocks/>
            <a:stCxn id="245" idx="2"/>
            <a:endCxn id="246" idx="0"/>
          </p:cNvCxnSpPr>
          <p:nvPr/>
        </p:nvCxnSpPr>
        <p:spPr>
          <a:xfrm>
            <a:off x="1488248" y="3584877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四角形: 角を丸くする 363">
            <a:extLst>
              <a:ext uri="{FF2B5EF4-FFF2-40B4-BE49-F238E27FC236}">
                <a16:creationId xmlns:a16="http://schemas.microsoft.com/office/drawing/2014/main" id="{97D7DE0D-F8D7-4A76-9A07-97B37E24101B}"/>
              </a:ext>
            </a:extLst>
          </p:cNvPr>
          <p:cNvSpPr/>
          <p:nvPr/>
        </p:nvSpPr>
        <p:spPr>
          <a:xfrm>
            <a:off x="496144" y="2783153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営業・営業支援</a:t>
            </a:r>
          </a:p>
        </p:txBody>
      </p:sp>
      <p:cxnSp>
        <p:nvCxnSpPr>
          <p:cNvPr id="367" name="直線矢印コネクタ 366">
            <a:extLst>
              <a:ext uri="{FF2B5EF4-FFF2-40B4-BE49-F238E27FC236}">
                <a16:creationId xmlns:a16="http://schemas.microsoft.com/office/drawing/2014/main" id="{AC8DE76C-133C-4EA8-8FCE-C5D4E7F350AA}"/>
              </a:ext>
            </a:extLst>
          </p:cNvPr>
          <p:cNvCxnSpPr>
            <a:cxnSpLocks/>
            <a:stCxn id="247" idx="2"/>
            <a:endCxn id="254" idx="0"/>
          </p:cNvCxnSpPr>
          <p:nvPr/>
        </p:nvCxnSpPr>
        <p:spPr>
          <a:xfrm flipH="1">
            <a:off x="1473684" y="4540081"/>
            <a:ext cx="0" cy="13849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直線矢印コネクタ 369">
            <a:extLst>
              <a:ext uri="{FF2B5EF4-FFF2-40B4-BE49-F238E27FC236}">
                <a16:creationId xmlns:a16="http://schemas.microsoft.com/office/drawing/2014/main" id="{6C6DBE94-F14A-4777-B0BE-8499730E0D77}"/>
              </a:ext>
            </a:extLst>
          </p:cNvPr>
          <p:cNvCxnSpPr>
            <a:cxnSpLocks/>
            <a:stCxn id="252" idx="2"/>
            <a:endCxn id="265" idx="0"/>
          </p:cNvCxnSpPr>
          <p:nvPr/>
        </p:nvCxnSpPr>
        <p:spPr>
          <a:xfrm>
            <a:off x="1488248" y="5487179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直線矢印コネクタ 379">
            <a:extLst>
              <a:ext uri="{FF2B5EF4-FFF2-40B4-BE49-F238E27FC236}">
                <a16:creationId xmlns:a16="http://schemas.microsoft.com/office/drawing/2014/main" id="{2D1C71DE-D58D-425E-AC8C-7199C3CFD3D3}"/>
              </a:ext>
            </a:extLst>
          </p:cNvPr>
          <p:cNvCxnSpPr>
            <a:cxnSpLocks/>
            <a:stCxn id="256" idx="2"/>
            <a:endCxn id="257" idx="0"/>
          </p:cNvCxnSpPr>
          <p:nvPr/>
        </p:nvCxnSpPr>
        <p:spPr>
          <a:xfrm>
            <a:off x="1488248" y="6450489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直線矢印コネクタ 382">
            <a:extLst>
              <a:ext uri="{FF2B5EF4-FFF2-40B4-BE49-F238E27FC236}">
                <a16:creationId xmlns:a16="http://schemas.microsoft.com/office/drawing/2014/main" id="{D0A1B61A-36D8-44A6-B1A3-7AD11C9394A7}"/>
              </a:ext>
            </a:extLst>
          </p:cNvPr>
          <p:cNvCxnSpPr>
            <a:cxnSpLocks/>
            <a:stCxn id="257" idx="2"/>
            <a:endCxn id="259" idx="0"/>
          </p:cNvCxnSpPr>
          <p:nvPr/>
        </p:nvCxnSpPr>
        <p:spPr>
          <a:xfrm>
            <a:off x="1488248" y="6928091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直線矢印コネクタ 385">
            <a:extLst>
              <a:ext uri="{FF2B5EF4-FFF2-40B4-BE49-F238E27FC236}">
                <a16:creationId xmlns:a16="http://schemas.microsoft.com/office/drawing/2014/main" id="{98B638E0-5132-4876-89A2-4CD358D0CF02}"/>
              </a:ext>
            </a:extLst>
          </p:cNvPr>
          <p:cNvCxnSpPr>
            <a:cxnSpLocks/>
            <a:stCxn id="259" idx="2"/>
            <a:endCxn id="260" idx="0"/>
          </p:cNvCxnSpPr>
          <p:nvPr/>
        </p:nvCxnSpPr>
        <p:spPr>
          <a:xfrm>
            <a:off x="1488248" y="7405693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四角形: 角を丸くする 408">
            <a:extLst>
              <a:ext uri="{FF2B5EF4-FFF2-40B4-BE49-F238E27FC236}">
                <a16:creationId xmlns:a16="http://schemas.microsoft.com/office/drawing/2014/main" id="{47E4C974-4F94-4262-9878-E07940B45141}"/>
              </a:ext>
            </a:extLst>
          </p:cNvPr>
          <p:cNvSpPr/>
          <p:nvPr/>
        </p:nvSpPr>
        <p:spPr>
          <a:xfrm>
            <a:off x="3464588" y="2495121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需給・物流</a:t>
            </a:r>
          </a:p>
        </p:txBody>
      </p:sp>
      <p:sp>
        <p:nvSpPr>
          <p:cNvPr id="411" name="四角形: 角を丸くする 410">
            <a:extLst>
              <a:ext uri="{FF2B5EF4-FFF2-40B4-BE49-F238E27FC236}">
                <a16:creationId xmlns:a16="http://schemas.microsoft.com/office/drawing/2014/main" id="{2E194C17-7773-406B-BA38-F4DC4CD81418}"/>
              </a:ext>
            </a:extLst>
          </p:cNvPr>
          <p:cNvSpPr/>
          <p:nvPr/>
        </p:nvSpPr>
        <p:spPr>
          <a:xfrm>
            <a:off x="9984086" y="127098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財務管理・管理会計</a:t>
            </a:r>
          </a:p>
        </p:txBody>
      </p:sp>
      <p:sp>
        <p:nvSpPr>
          <p:cNvPr id="423" name="四角形: 角を丸くする 422">
            <a:extLst>
              <a:ext uri="{FF2B5EF4-FFF2-40B4-BE49-F238E27FC236}">
                <a16:creationId xmlns:a16="http://schemas.microsoft.com/office/drawing/2014/main" id="{22306C78-EE42-4081-B334-6282FBD52B5C}"/>
              </a:ext>
            </a:extLst>
          </p:cNvPr>
          <p:cNvSpPr/>
          <p:nvPr/>
        </p:nvSpPr>
        <p:spPr>
          <a:xfrm>
            <a:off x="3464588" y="1198977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製造</a:t>
            </a:r>
          </a:p>
        </p:txBody>
      </p:sp>
      <p:sp>
        <p:nvSpPr>
          <p:cNvPr id="474" name="四角形: 角を丸くする 473">
            <a:extLst>
              <a:ext uri="{FF2B5EF4-FFF2-40B4-BE49-F238E27FC236}">
                <a16:creationId xmlns:a16="http://schemas.microsoft.com/office/drawing/2014/main" id="{86C666E7-E8BE-476D-9A10-71529D4C0229}"/>
              </a:ext>
            </a:extLst>
          </p:cNvPr>
          <p:cNvSpPr/>
          <p:nvPr/>
        </p:nvSpPr>
        <p:spPr>
          <a:xfrm>
            <a:off x="3464588" y="4079297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購買</a:t>
            </a:r>
          </a:p>
        </p:txBody>
      </p:sp>
      <p:sp>
        <p:nvSpPr>
          <p:cNvPr id="477" name="四角形: 角を丸くする 476">
            <a:extLst>
              <a:ext uri="{FF2B5EF4-FFF2-40B4-BE49-F238E27FC236}">
                <a16:creationId xmlns:a16="http://schemas.microsoft.com/office/drawing/2014/main" id="{1293F002-CB1B-4718-8C97-21A491290768}"/>
              </a:ext>
            </a:extLst>
          </p:cNvPr>
          <p:cNvSpPr/>
          <p:nvPr/>
        </p:nvSpPr>
        <p:spPr>
          <a:xfrm>
            <a:off x="3464588" y="6815601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ソリューション・サービス</a:t>
            </a:r>
          </a:p>
        </p:txBody>
      </p:sp>
      <p:sp>
        <p:nvSpPr>
          <p:cNvPr id="488" name="四角形: 角を丸くする 487">
            <a:extLst>
              <a:ext uri="{FF2B5EF4-FFF2-40B4-BE49-F238E27FC236}">
                <a16:creationId xmlns:a16="http://schemas.microsoft.com/office/drawing/2014/main" id="{D2AE6AB6-116F-419A-870C-ABA1E79B827A}"/>
              </a:ext>
            </a:extLst>
          </p:cNvPr>
          <p:cNvSpPr/>
          <p:nvPr/>
        </p:nvSpPr>
        <p:spPr>
          <a:xfrm>
            <a:off x="9984086" y="6815601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ビジネス・サポート</a:t>
            </a:r>
          </a:p>
        </p:txBody>
      </p:sp>
      <p:cxnSp>
        <p:nvCxnSpPr>
          <p:cNvPr id="505" name="直線矢印コネクタ 504">
            <a:extLst>
              <a:ext uri="{FF2B5EF4-FFF2-40B4-BE49-F238E27FC236}">
                <a16:creationId xmlns:a16="http://schemas.microsoft.com/office/drawing/2014/main" id="{F83B5EE1-3245-4F52-8BA2-33ACE13EDDF6}"/>
              </a:ext>
            </a:extLst>
          </p:cNvPr>
          <p:cNvCxnSpPr>
            <a:cxnSpLocks/>
            <a:stCxn id="309" idx="3"/>
            <a:endCxn id="310" idx="1"/>
          </p:cNvCxnSpPr>
          <p:nvPr/>
        </p:nvCxnSpPr>
        <p:spPr>
          <a:xfrm>
            <a:off x="4213969" y="1724944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直線矢印コネクタ 511">
            <a:extLst>
              <a:ext uri="{FF2B5EF4-FFF2-40B4-BE49-F238E27FC236}">
                <a16:creationId xmlns:a16="http://schemas.microsoft.com/office/drawing/2014/main" id="{9D0E6B93-F6F9-4BF0-9D6D-65FE5CE41D0A}"/>
              </a:ext>
            </a:extLst>
          </p:cNvPr>
          <p:cNvCxnSpPr>
            <a:cxnSpLocks/>
            <a:stCxn id="310" idx="3"/>
            <a:endCxn id="315" idx="1"/>
          </p:cNvCxnSpPr>
          <p:nvPr/>
        </p:nvCxnSpPr>
        <p:spPr>
          <a:xfrm flipV="1">
            <a:off x="5511722" y="1720704"/>
            <a:ext cx="152674" cy="424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直線矢印コネクタ 512">
            <a:extLst>
              <a:ext uri="{FF2B5EF4-FFF2-40B4-BE49-F238E27FC236}">
                <a16:creationId xmlns:a16="http://schemas.microsoft.com/office/drawing/2014/main" id="{EAEF5535-7D80-4032-8ECD-8EB4D5A56763}"/>
              </a:ext>
            </a:extLst>
          </p:cNvPr>
          <p:cNvCxnSpPr>
            <a:cxnSpLocks/>
            <a:stCxn id="314" idx="3"/>
            <a:endCxn id="311" idx="1"/>
          </p:cNvCxnSpPr>
          <p:nvPr/>
        </p:nvCxnSpPr>
        <p:spPr>
          <a:xfrm>
            <a:off x="8119147" y="1724944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直線矢印コネクタ 513">
            <a:extLst>
              <a:ext uri="{FF2B5EF4-FFF2-40B4-BE49-F238E27FC236}">
                <a16:creationId xmlns:a16="http://schemas.microsoft.com/office/drawing/2014/main" id="{2959C29F-4386-45D2-B5D3-0142BD8602B2}"/>
              </a:ext>
            </a:extLst>
          </p:cNvPr>
          <p:cNvCxnSpPr>
            <a:cxnSpLocks/>
            <a:stCxn id="270" idx="3"/>
            <a:endCxn id="271" idx="1"/>
          </p:cNvCxnSpPr>
          <p:nvPr/>
        </p:nvCxnSpPr>
        <p:spPr>
          <a:xfrm>
            <a:off x="4209843" y="7400785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直線矢印コネクタ 514">
            <a:extLst>
              <a:ext uri="{FF2B5EF4-FFF2-40B4-BE49-F238E27FC236}">
                <a16:creationId xmlns:a16="http://schemas.microsoft.com/office/drawing/2014/main" id="{84DF0F1E-A30D-4430-B0A1-162D5347566A}"/>
              </a:ext>
            </a:extLst>
          </p:cNvPr>
          <p:cNvCxnSpPr>
            <a:cxnSpLocks/>
            <a:stCxn id="271" idx="3"/>
            <a:endCxn id="272" idx="1"/>
          </p:cNvCxnSpPr>
          <p:nvPr/>
        </p:nvCxnSpPr>
        <p:spPr>
          <a:xfrm>
            <a:off x="5507596" y="7400785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直線矢印コネクタ 564">
            <a:extLst>
              <a:ext uri="{FF2B5EF4-FFF2-40B4-BE49-F238E27FC236}">
                <a16:creationId xmlns:a16="http://schemas.microsoft.com/office/drawing/2014/main" id="{54A88606-A953-4A9E-A0FC-BF5EC7EB705C}"/>
              </a:ext>
            </a:extLst>
          </p:cNvPr>
          <p:cNvCxnSpPr>
            <a:cxnSpLocks/>
            <a:stCxn id="318" idx="3"/>
            <a:endCxn id="313" idx="1"/>
          </p:cNvCxnSpPr>
          <p:nvPr/>
        </p:nvCxnSpPr>
        <p:spPr>
          <a:xfrm>
            <a:off x="5511722" y="2088800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7" name="四角形: 角を丸くする 706">
            <a:extLst>
              <a:ext uri="{FF2B5EF4-FFF2-40B4-BE49-F238E27FC236}">
                <a16:creationId xmlns:a16="http://schemas.microsoft.com/office/drawing/2014/main" id="{7DCDCE38-AD06-423B-B315-8F8EC4B7B3EE}"/>
              </a:ext>
            </a:extLst>
          </p:cNvPr>
          <p:cNvSpPr/>
          <p:nvPr/>
        </p:nvSpPr>
        <p:spPr>
          <a:xfrm>
            <a:off x="9984086" y="702248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情報システム</a:t>
            </a:r>
            <a:r>
              <a:rPr kumimoji="1" lang="en-US" altLang="ja-JP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/</a:t>
            </a:r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業務改革</a:t>
            </a:r>
            <a:endParaRPr kumimoji="1" lang="en-US" altLang="ja-JP" sz="1400" b="1" dirty="0">
              <a:solidFill>
                <a:schemeClr val="bg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6" name="正方形/長方形 505">
            <a:extLst>
              <a:ext uri="{FF2B5EF4-FFF2-40B4-BE49-F238E27FC236}">
                <a16:creationId xmlns:a16="http://schemas.microsoft.com/office/drawing/2014/main" id="{DF228DE6-C7F8-4C44-B045-30260486E886}"/>
              </a:ext>
            </a:extLst>
          </p:cNvPr>
          <p:cNvSpPr/>
          <p:nvPr/>
        </p:nvSpPr>
        <p:spPr>
          <a:xfrm>
            <a:off x="2978043" y="5357630"/>
            <a:ext cx="6580771" cy="1313955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7" name="四角形: 角を丸くする 506">
            <a:extLst>
              <a:ext uri="{FF2B5EF4-FFF2-40B4-BE49-F238E27FC236}">
                <a16:creationId xmlns:a16="http://schemas.microsoft.com/office/drawing/2014/main" id="{3A7A01D5-4460-48D5-B956-C9F2EC21A87F}"/>
              </a:ext>
            </a:extLst>
          </p:cNvPr>
          <p:cNvSpPr/>
          <p:nvPr/>
        </p:nvSpPr>
        <p:spPr>
          <a:xfrm>
            <a:off x="3464588" y="523142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</a:p>
        </p:txBody>
      </p:sp>
      <p:sp>
        <p:nvSpPr>
          <p:cNvPr id="508" name="正方形/長方形 507">
            <a:extLst>
              <a:ext uri="{FF2B5EF4-FFF2-40B4-BE49-F238E27FC236}">
                <a16:creationId xmlns:a16="http://schemas.microsoft.com/office/drawing/2014/main" id="{B973957C-DA83-4FC1-B9EA-394800645380}"/>
              </a:ext>
            </a:extLst>
          </p:cNvPr>
          <p:cNvSpPr/>
          <p:nvPr/>
        </p:nvSpPr>
        <p:spPr>
          <a:xfrm>
            <a:off x="2978043" y="8569917"/>
            <a:ext cx="6580771" cy="981988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9" name="四角形: 角を丸くする 508">
            <a:extLst>
              <a:ext uri="{FF2B5EF4-FFF2-40B4-BE49-F238E27FC236}">
                <a16:creationId xmlns:a16="http://schemas.microsoft.com/office/drawing/2014/main" id="{117F9CA5-9F4B-452C-817D-95085D3CC790}"/>
              </a:ext>
            </a:extLst>
          </p:cNvPr>
          <p:cNvSpPr/>
          <p:nvPr/>
        </p:nvSpPr>
        <p:spPr>
          <a:xfrm>
            <a:off x="3464588" y="847178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顧客管理</a:t>
            </a: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1617B97C-4A1B-4383-A419-B9573C69AE66}"/>
              </a:ext>
            </a:extLst>
          </p:cNvPr>
          <p:cNvSpPr/>
          <p:nvPr/>
        </p:nvSpPr>
        <p:spPr>
          <a:xfrm>
            <a:off x="3097193" y="8796632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顧客情報登録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36" name="正方形/長方形 235">
            <a:extLst>
              <a:ext uri="{FF2B5EF4-FFF2-40B4-BE49-F238E27FC236}">
                <a16:creationId xmlns:a16="http://schemas.microsoft.com/office/drawing/2014/main" id="{62E5355E-6D4E-4FE7-AB37-3965D18880B8}"/>
              </a:ext>
            </a:extLst>
          </p:cNvPr>
          <p:cNvSpPr/>
          <p:nvPr/>
        </p:nvSpPr>
        <p:spPr>
          <a:xfrm>
            <a:off x="4394946" y="8799570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クレーム・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問合せ対応</a:t>
            </a:r>
          </a:p>
        </p:txBody>
      </p:sp>
      <p:sp>
        <p:nvSpPr>
          <p:cNvPr id="237" name="正方形/長方形 236">
            <a:extLst>
              <a:ext uri="{FF2B5EF4-FFF2-40B4-BE49-F238E27FC236}">
                <a16:creationId xmlns:a16="http://schemas.microsoft.com/office/drawing/2014/main" id="{E90CA838-03C6-440D-A557-BC4AFB0165E3}"/>
              </a:ext>
            </a:extLst>
          </p:cNvPr>
          <p:cNvSpPr/>
          <p:nvPr/>
        </p:nvSpPr>
        <p:spPr>
          <a:xfrm>
            <a:off x="5654411" y="8785213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お客様問合せ対応</a:t>
            </a:r>
          </a:p>
        </p:txBody>
      </p:sp>
      <p:sp>
        <p:nvSpPr>
          <p:cNvPr id="239" name="正方形/長方形 238">
            <a:extLst>
              <a:ext uri="{FF2B5EF4-FFF2-40B4-BE49-F238E27FC236}">
                <a16:creationId xmlns:a16="http://schemas.microsoft.com/office/drawing/2014/main" id="{D8B02DAB-8EAB-4FBF-A617-97B13F70064D}"/>
              </a:ext>
            </a:extLst>
          </p:cNvPr>
          <p:cNvSpPr/>
          <p:nvPr/>
        </p:nvSpPr>
        <p:spPr>
          <a:xfrm>
            <a:off x="3097193" y="9179185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信用状況管理</a:t>
            </a:r>
          </a:p>
        </p:txBody>
      </p:sp>
      <p:sp>
        <p:nvSpPr>
          <p:cNvPr id="240" name="正方形/長方形 239">
            <a:extLst>
              <a:ext uri="{FF2B5EF4-FFF2-40B4-BE49-F238E27FC236}">
                <a16:creationId xmlns:a16="http://schemas.microsoft.com/office/drawing/2014/main" id="{5075D01B-5E70-404A-9F64-C56BC07A880B}"/>
              </a:ext>
            </a:extLst>
          </p:cNvPr>
          <p:cNvSpPr/>
          <p:nvPr/>
        </p:nvSpPr>
        <p:spPr>
          <a:xfrm>
            <a:off x="6990452" y="8799570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お客様接点情報配信</a:t>
            </a:r>
          </a:p>
        </p:txBody>
      </p:sp>
      <p:sp>
        <p:nvSpPr>
          <p:cNvPr id="241" name="正方形/長方形 240">
            <a:extLst>
              <a:ext uri="{FF2B5EF4-FFF2-40B4-BE49-F238E27FC236}">
                <a16:creationId xmlns:a16="http://schemas.microsoft.com/office/drawing/2014/main" id="{0A251DE0-3B0B-4A58-96A8-6F5C51D17914}"/>
              </a:ext>
            </a:extLst>
          </p:cNvPr>
          <p:cNvSpPr/>
          <p:nvPr/>
        </p:nvSpPr>
        <p:spPr>
          <a:xfrm>
            <a:off x="8306302" y="8799570"/>
            <a:ext cx="1034421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お客様満足度分析</a:t>
            </a: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90F04673-3924-4063-8C98-A6ED993AEF45}"/>
              </a:ext>
            </a:extLst>
          </p:cNvPr>
          <p:cNvSpPr/>
          <p:nvPr/>
        </p:nvSpPr>
        <p:spPr>
          <a:xfrm>
            <a:off x="3097193" y="5554184"/>
            <a:ext cx="1034421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  <a:br>
              <a:rPr kumimoji="1" lang="en-US" altLang="ja-JP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874D7244-14FB-4173-BB2C-D30D50B45ED7}"/>
              </a:ext>
            </a:extLst>
          </p:cNvPr>
          <p:cNvSpPr/>
          <p:nvPr/>
        </p:nvSpPr>
        <p:spPr>
          <a:xfrm>
            <a:off x="5692699" y="5554184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作業実施</a:t>
            </a: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850DD6DE-3A50-4E3E-96CA-A7F03AA12048}"/>
              </a:ext>
            </a:extLst>
          </p:cNvPr>
          <p:cNvSpPr/>
          <p:nvPr/>
        </p:nvSpPr>
        <p:spPr>
          <a:xfrm>
            <a:off x="4394946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料金計算</a:t>
            </a:r>
            <a:b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機械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01D28D58-BF1C-4E7E-ABFC-3AE1132ACA87}"/>
              </a:ext>
            </a:extLst>
          </p:cNvPr>
          <p:cNvSpPr/>
          <p:nvPr/>
        </p:nvSpPr>
        <p:spPr>
          <a:xfrm>
            <a:off x="4394946" y="63178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消耗品自動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配送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4" name="正方形/長方形 283">
            <a:extLst>
              <a:ext uri="{FF2B5EF4-FFF2-40B4-BE49-F238E27FC236}">
                <a16:creationId xmlns:a16="http://schemas.microsoft.com/office/drawing/2014/main" id="{73104199-C2B6-4549-83E5-BA8179114042}"/>
              </a:ext>
            </a:extLst>
          </p:cNvPr>
          <p:cNvSpPr/>
          <p:nvPr/>
        </p:nvSpPr>
        <p:spPr>
          <a:xfrm>
            <a:off x="5692699" y="63178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業務委託料計算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64EB003E-9CA0-4B12-A5B2-AA28483C8173}"/>
              </a:ext>
            </a:extLst>
          </p:cNvPr>
          <p:cNvSpPr/>
          <p:nvPr/>
        </p:nvSpPr>
        <p:spPr>
          <a:xfrm>
            <a:off x="3097193" y="63178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消耗品配送方式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策定</a:t>
            </a:r>
          </a:p>
        </p:txBody>
      </p:sp>
      <p:sp>
        <p:nvSpPr>
          <p:cNvPr id="286" name="正方形/長方形 285">
            <a:extLst>
              <a:ext uri="{FF2B5EF4-FFF2-40B4-BE49-F238E27FC236}">
                <a16:creationId xmlns:a16="http://schemas.microsoft.com/office/drawing/2014/main" id="{76E3EBF1-E8C4-4EFA-99A2-0BEF3969D231}"/>
              </a:ext>
            </a:extLst>
          </p:cNvPr>
          <p:cNvSpPr/>
          <p:nvPr/>
        </p:nvSpPr>
        <p:spPr>
          <a:xfrm>
            <a:off x="4394946" y="5554184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訪問計画策定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7" name="正方形/長方形 286">
            <a:extLst>
              <a:ext uri="{FF2B5EF4-FFF2-40B4-BE49-F238E27FC236}">
                <a16:creationId xmlns:a16="http://schemas.microsoft.com/office/drawing/2014/main" id="{291A8EC9-595C-416D-B48F-503EDA313BF0}"/>
              </a:ext>
            </a:extLst>
          </p:cNvPr>
          <p:cNvSpPr/>
          <p:nvPr/>
        </p:nvSpPr>
        <p:spPr>
          <a:xfrm>
            <a:off x="5692699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機械通知対応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8" name="正方形/長方形 287">
            <a:extLst>
              <a:ext uri="{FF2B5EF4-FFF2-40B4-BE49-F238E27FC236}">
                <a16:creationId xmlns:a16="http://schemas.microsoft.com/office/drawing/2014/main" id="{B9987344-817E-40EE-A234-EFD2DB38570E}"/>
              </a:ext>
            </a:extLst>
          </p:cNvPr>
          <p:cNvSpPr/>
          <p:nvPr/>
        </p:nvSpPr>
        <p:spPr>
          <a:xfrm>
            <a:off x="3097193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メーター情報収集</a:t>
            </a:r>
          </a:p>
        </p:txBody>
      </p:sp>
      <p:sp>
        <p:nvSpPr>
          <p:cNvPr id="289" name="正方形/長方形 288">
            <a:extLst>
              <a:ext uri="{FF2B5EF4-FFF2-40B4-BE49-F238E27FC236}">
                <a16:creationId xmlns:a16="http://schemas.microsoft.com/office/drawing/2014/main" id="{8C7383CE-FB5F-40A9-A454-6EF24C994AC6}"/>
              </a:ext>
            </a:extLst>
          </p:cNvPr>
          <p:cNvSpPr/>
          <p:nvPr/>
        </p:nvSpPr>
        <p:spPr>
          <a:xfrm>
            <a:off x="6990452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機械情報管理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0" name="正方形/長方形 289">
            <a:extLst>
              <a:ext uri="{FF2B5EF4-FFF2-40B4-BE49-F238E27FC236}">
                <a16:creationId xmlns:a16="http://schemas.microsoft.com/office/drawing/2014/main" id="{B32320EA-89B5-4903-88FC-4CA3CC3C035F}"/>
              </a:ext>
            </a:extLst>
          </p:cNvPr>
          <p:cNvSpPr/>
          <p:nvPr/>
        </p:nvSpPr>
        <p:spPr>
          <a:xfrm>
            <a:off x="8318707" y="59304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品質管理</a:t>
            </a:r>
          </a:p>
        </p:txBody>
      </p:sp>
      <p:sp>
        <p:nvSpPr>
          <p:cNvPr id="291" name="正方形/長方形 290">
            <a:extLst>
              <a:ext uri="{FF2B5EF4-FFF2-40B4-BE49-F238E27FC236}">
                <a16:creationId xmlns:a16="http://schemas.microsoft.com/office/drawing/2014/main" id="{BE2F99A5-8D86-482A-B9BB-CEF04E850154}"/>
              </a:ext>
            </a:extLst>
          </p:cNvPr>
          <p:cNvSpPr/>
          <p:nvPr/>
        </p:nvSpPr>
        <p:spPr>
          <a:xfrm>
            <a:off x="6990452" y="5554184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ナレッジ対応</a:t>
            </a:r>
          </a:p>
        </p:txBody>
      </p:sp>
      <p:cxnSp>
        <p:nvCxnSpPr>
          <p:cNvPr id="510" name="直線矢印コネクタ 509">
            <a:extLst>
              <a:ext uri="{FF2B5EF4-FFF2-40B4-BE49-F238E27FC236}">
                <a16:creationId xmlns:a16="http://schemas.microsoft.com/office/drawing/2014/main" id="{9A4FDC17-8C33-4D40-A52C-0D1CDF00A04A}"/>
              </a:ext>
            </a:extLst>
          </p:cNvPr>
          <p:cNvCxnSpPr>
            <a:cxnSpLocks/>
            <a:stCxn id="246" idx="2"/>
            <a:endCxn id="247" idx="0"/>
          </p:cNvCxnSpPr>
          <p:nvPr/>
        </p:nvCxnSpPr>
        <p:spPr>
          <a:xfrm>
            <a:off x="1488248" y="4062479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6" name="正方形/長方形 405">
            <a:extLst>
              <a:ext uri="{FF2B5EF4-FFF2-40B4-BE49-F238E27FC236}">
                <a16:creationId xmlns:a16="http://schemas.microsoft.com/office/drawing/2014/main" id="{53C0132C-6F1B-48E5-A283-B4D2CA6B1F33}"/>
              </a:ext>
            </a:extLst>
          </p:cNvPr>
          <p:cNvSpPr/>
          <p:nvPr/>
        </p:nvSpPr>
        <p:spPr>
          <a:xfrm>
            <a:off x="9892780" y="4166346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一般会計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単体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2" name="正方形/長方形 411">
            <a:extLst>
              <a:ext uri="{FF2B5EF4-FFF2-40B4-BE49-F238E27FC236}">
                <a16:creationId xmlns:a16="http://schemas.microsoft.com/office/drawing/2014/main" id="{87B6C99D-71B0-4CBB-92BF-F8BA2B5F2559}"/>
              </a:ext>
            </a:extLst>
          </p:cNvPr>
          <p:cNvSpPr/>
          <p:nvPr/>
        </p:nvSpPr>
        <p:spPr>
          <a:xfrm>
            <a:off x="9892780" y="4774303"/>
            <a:ext cx="1116532" cy="372392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一般会計</a:t>
            </a:r>
            <a:r>
              <a:rPr kumimoji="1" lang="en-US" altLang="zh-TW" sz="100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連結</a:t>
            </a:r>
            <a:r>
              <a:rPr kumimoji="1" lang="en-US" altLang="zh-TW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3" name="正方形/長方形 412">
            <a:extLst>
              <a:ext uri="{FF2B5EF4-FFF2-40B4-BE49-F238E27FC236}">
                <a16:creationId xmlns:a16="http://schemas.microsoft.com/office/drawing/2014/main" id="{B46AE3FC-D764-4946-9CC3-2C16C1AECB5A}"/>
              </a:ext>
            </a:extLst>
          </p:cNvPr>
          <p:cNvSpPr/>
          <p:nvPr/>
        </p:nvSpPr>
        <p:spPr>
          <a:xfrm>
            <a:off x="9892780" y="287668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売上・棚卸資産</a:t>
            </a:r>
          </a:p>
        </p:txBody>
      </p:sp>
      <p:sp>
        <p:nvSpPr>
          <p:cNvPr id="465" name="正方形/長方形 464">
            <a:extLst>
              <a:ext uri="{FF2B5EF4-FFF2-40B4-BE49-F238E27FC236}">
                <a16:creationId xmlns:a16="http://schemas.microsoft.com/office/drawing/2014/main" id="{E5D57477-5161-4CF8-80E6-EBB648795ABA}"/>
              </a:ext>
            </a:extLst>
          </p:cNvPr>
          <p:cNvSpPr/>
          <p:nvPr/>
        </p:nvSpPr>
        <p:spPr>
          <a:xfrm>
            <a:off x="11188924" y="4154938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計画・立案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管理会計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4" name="正方形/長方形 503">
            <a:extLst>
              <a:ext uri="{FF2B5EF4-FFF2-40B4-BE49-F238E27FC236}">
                <a16:creationId xmlns:a16="http://schemas.microsoft.com/office/drawing/2014/main" id="{7B82E3B4-2D90-425E-9882-865894D07837}"/>
              </a:ext>
            </a:extLst>
          </p:cNvPr>
          <p:cNvSpPr/>
          <p:nvPr/>
        </p:nvSpPr>
        <p:spPr>
          <a:xfrm>
            <a:off x="11188924" y="541472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業績・見通予測管理</a:t>
            </a:r>
          </a:p>
        </p:txBody>
      </p:sp>
      <p:cxnSp>
        <p:nvCxnSpPr>
          <p:cNvPr id="552" name="直線矢印コネクタ 551">
            <a:extLst>
              <a:ext uri="{FF2B5EF4-FFF2-40B4-BE49-F238E27FC236}">
                <a16:creationId xmlns:a16="http://schemas.microsoft.com/office/drawing/2014/main" id="{315F52CE-00D5-4D51-A698-4079B178F4D1}"/>
              </a:ext>
            </a:extLst>
          </p:cNvPr>
          <p:cNvCxnSpPr>
            <a:cxnSpLocks/>
            <a:stCxn id="315" idx="3"/>
            <a:endCxn id="314" idx="1"/>
          </p:cNvCxnSpPr>
          <p:nvPr/>
        </p:nvCxnSpPr>
        <p:spPr>
          <a:xfrm>
            <a:off x="6780928" y="1720704"/>
            <a:ext cx="221687" cy="424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0" name="楕円 629">
            <a:extLst>
              <a:ext uri="{FF2B5EF4-FFF2-40B4-BE49-F238E27FC236}">
                <a16:creationId xmlns:a16="http://schemas.microsoft.com/office/drawing/2014/main" id="{E9EFB2CC-3EA2-43E0-B202-DA941AD5F547}"/>
              </a:ext>
            </a:extLst>
          </p:cNvPr>
          <p:cNvSpPr/>
          <p:nvPr/>
        </p:nvSpPr>
        <p:spPr>
          <a:xfrm>
            <a:off x="109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3" name="正方形/長方形 742">
            <a:extLst>
              <a:ext uri="{FF2B5EF4-FFF2-40B4-BE49-F238E27FC236}">
                <a16:creationId xmlns:a16="http://schemas.microsoft.com/office/drawing/2014/main" id="{DCC34A0F-0640-4B20-A761-BC81228C2AED}"/>
              </a:ext>
            </a:extLst>
          </p:cNvPr>
          <p:cNvSpPr/>
          <p:nvPr/>
        </p:nvSpPr>
        <p:spPr>
          <a:xfrm>
            <a:off x="-3392288" y="3864664"/>
            <a:ext cx="3240000" cy="936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タイムリーな情報提供による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向上：⑨⑪⑫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情報共有・集約による需要予測の精度向上・業務の迅速化：③⑫</a:t>
            </a: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標準化・自動化による業務削減・業務品質向上：㉞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04" name="正方形/長方形 403">
            <a:extLst>
              <a:ext uri="{FF2B5EF4-FFF2-40B4-BE49-F238E27FC236}">
                <a16:creationId xmlns:a16="http://schemas.microsoft.com/office/drawing/2014/main" id="{D5444E08-DA5F-43FD-9588-F3688C5310DE}"/>
              </a:ext>
            </a:extLst>
          </p:cNvPr>
          <p:cNvSpPr/>
          <p:nvPr/>
        </p:nvSpPr>
        <p:spPr>
          <a:xfrm>
            <a:off x="-3392288" y="7105016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~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提供までは、ソリューションの強化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パートナーを活用したソリューションの販売強化：②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料金計算、アサインは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向上及び効率化</a:t>
            </a:r>
          </a:p>
        </p:txBody>
      </p:sp>
      <p:sp>
        <p:nvSpPr>
          <p:cNvPr id="420" name="正方形/長方形 419">
            <a:extLst>
              <a:ext uri="{FF2B5EF4-FFF2-40B4-BE49-F238E27FC236}">
                <a16:creationId xmlns:a16="http://schemas.microsoft.com/office/drawing/2014/main" id="{7E0385DC-395A-40B7-BC23-59DA1458DFC4}"/>
              </a:ext>
            </a:extLst>
          </p:cNvPr>
          <p:cNvSpPr/>
          <p:nvPr/>
        </p:nvSpPr>
        <p:spPr>
          <a:xfrm>
            <a:off x="-3392288" y="8113048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情報共有による問い合わせ対応の効率化、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1" name="正方形/長方形 420">
            <a:extLst>
              <a:ext uri="{FF2B5EF4-FFF2-40B4-BE49-F238E27FC236}">
                <a16:creationId xmlns:a16="http://schemas.microsoft.com/office/drawing/2014/main" id="{30D6393C-430C-4C17-A8BB-BACD010E217D}"/>
              </a:ext>
            </a:extLst>
          </p:cNvPr>
          <p:cNvSpPr/>
          <p:nvPr/>
        </p:nvSpPr>
        <p:spPr>
          <a:xfrm>
            <a:off x="-3392288" y="6096824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作業の効率化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消耗品などの需給管理の高度化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情報共有による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の向上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特約店作業の品質担保：①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1" name="正方形/長方形 750">
            <a:extLst>
              <a:ext uri="{FF2B5EF4-FFF2-40B4-BE49-F238E27FC236}">
                <a16:creationId xmlns:a16="http://schemas.microsoft.com/office/drawing/2014/main" id="{870EE602-8734-43DD-8122-664CCE764A07}"/>
              </a:ext>
            </a:extLst>
          </p:cNvPr>
          <p:cNvSpPr/>
          <p:nvPr/>
        </p:nvSpPr>
        <p:spPr>
          <a:xfrm>
            <a:off x="-3391928" y="1488288"/>
            <a:ext cx="3240000" cy="1133393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【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戦略策定～セリング・納期確認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】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（営業活動系）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代販チャネルへの情報共有・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AI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による販売促進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タイムリーな情報提供による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【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契約書作成～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】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（販売事務系）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自動化・情報共有・ルールの見直しによる業務効率化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5" name="正方形/長方形 424">
            <a:extLst>
              <a:ext uri="{FF2B5EF4-FFF2-40B4-BE49-F238E27FC236}">
                <a16:creationId xmlns:a16="http://schemas.microsoft.com/office/drawing/2014/main" id="{3F444CE7-0375-44A6-9DF6-6931620233B2}"/>
              </a:ext>
            </a:extLst>
          </p:cNvPr>
          <p:cNvSpPr/>
          <p:nvPr/>
        </p:nvSpPr>
        <p:spPr>
          <a:xfrm>
            <a:off x="-3392288" y="5088688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自動化による業務効率化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2" name="正方形/長方形 751">
            <a:extLst>
              <a:ext uri="{FF2B5EF4-FFF2-40B4-BE49-F238E27FC236}">
                <a16:creationId xmlns:a16="http://schemas.microsoft.com/office/drawing/2014/main" id="{D6C12468-4506-4786-8D7E-944C140C0D55}"/>
              </a:ext>
            </a:extLst>
          </p:cNvPr>
          <p:cNvSpPr/>
          <p:nvPr/>
        </p:nvSpPr>
        <p:spPr>
          <a:xfrm>
            <a:off x="-3392288" y="2856520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需要情報共有による生産計画の向上：⑫</a:t>
            </a: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戦略的在庫保有により需給機能を生産側へ統合：⑬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56" name="タイトル 7">
            <a:extLst>
              <a:ext uri="{FF2B5EF4-FFF2-40B4-BE49-F238E27FC236}">
                <a16:creationId xmlns:a16="http://schemas.microsoft.com/office/drawing/2014/main" id="{6D304BF6-0A04-4972-A428-753B70EA285B}"/>
              </a:ext>
            </a:extLst>
          </p:cNvPr>
          <p:cNvSpPr txBox="1">
            <a:spLocks/>
          </p:cNvSpPr>
          <p:nvPr/>
        </p:nvSpPr>
        <p:spPr>
          <a:xfrm>
            <a:off x="628467" y="135475"/>
            <a:ext cx="8938159" cy="562000"/>
          </a:xfrm>
          <a:prstGeom prst="rect">
            <a:avLst/>
          </a:prstGeom>
        </p:spPr>
        <p:txBody>
          <a:bodyPr vert="horz" lIns="0" tIns="0" rIns="0" bIns="14400" rtlCol="0" anchor="ctr" anchorCtr="0">
            <a:noAutofit/>
          </a:bodyPr>
          <a:lstStyle>
            <a:lvl1pPr algn="l" defTabSz="6649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1" sz="3103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中地図</a:t>
            </a:r>
          </a:p>
        </p:txBody>
      </p:sp>
      <p:sp>
        <p:nvSpPr>
          <p:cNvPr id="431" name="四角形: 角を丸くする 430">
            <a:extLst>
              <a:ext uri="{FF2B5EF4-FFF2-40B4-BE49-F238E27FC236}">
                <a16:creationId xmlns:a16="http://schemas.microsoft.com/office/drawing/2014/main" id="{459551E5-905B-4C59-9EC3-5E2C963FB782}"/>
              </a:ext>
            </a:extLst>
          </p:cNvPr>
          <p:cNvSpPr/>
          <p:nvPr/>
        </p:nvSpPr>
        <p:spPr>
          <a:xfrm>
            <a:off x="-3320280" y="1344296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営業・営業支援</a:t>
            </a:r>
          </a:p>
        </p:txBody>
      </p:sp>
      <p:sp>
        <p:nvSpPr>
          <p:cNvPr id="432" name="四角形: 角を丸くする 431">
            <a:extLst>
              <a:ext uri="{FF2B5EF4-FFF2-40B4-BE49-F238E27FC236}">
                <a16:creationId xmlns:a16="http://schemas.microsoft.com/office/drawing/2014/main" id="{47A561C6-56D9-4C56-B86C-DC17388AA98C}"/>
              </a:ext>
            </a:extLst>
          </p:cNvPr>
          <p:cNvSpPr/>
          <p:nvPr/>
        </p:nvSpPr>
        <p:spPr>
          <a:xfrm>
            <a:off x="-3320280" y="2712528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製造</a:t>
            </a:r>
          </a:p>
        </p:txBody>
      </p:sp>
      <p:sp>
        <p:nvSpPr>
          <p:cNvPr id="434" name="四角形: 角を丸くする 433">
            <a:extLst>
              <a:ext uri="{FF2B5EF4-FFF2-40B4-BE49-F238E27FC236}">
                <a16:creationId xmlns:a16="http://schemas.microsoft.com/office/drawing/2014/main" id="{C5B5E240-18E5-44E5-BE51-4FE579FADE87}"/>
              </a:ext>
            </a:extLst>
          </p:cNvPr>
          <p:cNvSpPr/>
          <p:nvPr/>
        </p:nvSpPr>
        <p:spPr>
          <a:xfrm>
            <a:off x="-3320280" y="3720560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需給・物流</a:t>
            </a:r>
          </a:p>
        </p:txBody>
      </p:sp>
      <p:sp>
        <p:nvSpPr>
          <p:cNvPr id="435" name="四角形: 角を丸くする 434">
            <a:extLst>
              <a:ext uri="{FF2B5EF4-FFF2-40B4-BE49-F238E27FC236}">
                <a16:creationId xmlns:a16="http://schemas.microsoft.com/office/drawing/2014/main" id="{0A84015A-B747-4D6E-AD37-AD0DE5FA7B1C}"/>
              </a:ext>
            </a:extLst>
          </p:cNvPr>
          <p:cNvSpPr/>
          <p:nvPr/>
        </p:nvSpPr>
        <p:spPr>
          <a:xfrm>
            <a:off x="-3320280" y="4944672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購買</a:t>
            </a:r>
          </a:p>
        </p:txBody>
      </p:sp>
      <p:sp>
        <p:nvSpPr>
          <p:cNvPr id="437" name="四角形: 角を丸くする 436">
            <a:extLst>
              <a:ext uri="{FF2B5EF4-FFF2-40B4-BE49-F238E27FC236}">
                <a16:creationId xmlns:a16="http://schemas.microsoft.com/office/drawing/2014/main" id="{F1D9CDF0-B179-4C88-AD59-0ED5FA9452C5}"/>
              </a:ext>
            </a:extLst>
          </p:cNvPr>
          <p:cNvSpPr/>
          <p:nvPr/>
        </p:nvSpPr>
        <p:spPr>
          <a:xfrm>
            <a:off x="-3320280" y="5952808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</a:p>
        </p:txBody>
      </p:sp>
      <p:sp>
        <p:nvSpPr>
          <p:cNvPr id="438" name="四角形: 角を丸くする 437">
            <a:extLst>
              <a:ext uri="{FF2B5EF4-FFF2-40B4-BE49-F238E27FC236}">
                <a16:creationId xmlns:a16="http://schemas.microsoft.com/office/drawing/2014/main" id="{FC136869-BC14-4051-B5E7-9A654505CBE1}"/>
              </a:ext>
            </a:extLst>
          </p:cNvPr>
          <p:cNvSpPr/>
          <p:nvPr/>
        </p:nvSpPr>
        <p:spPr>
          <a:xfrm>
            <a:off x="-3320280" y="6960920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ソリューション・サービス</a:t>
            </a:r>
          </a:p>
        </p:txBody>
      </p:sp>
      <p:sp>
        <p:nvSpPr>
          <p:cNvPr id="440" name="四角形: 角を丸くする 439">
            <a:extLst>
              <a:ext uri="{FF2B5EF4-FFF2-40B4-BE49-F238E27FC236}">
                <a16:creationId xmlns:a16="http://schemas.microsoft.com/office/drawing/2014/main" id="{A800A681-F3A9-4526-B8FB-6FE4039BE7A6}"/>
              </a:ext>
            </a:extLst>
          </p:cNvPr>
          <p:cNvSpPr/>
          <p:nvPr/>
        </p:nvSpPr>
        <p:spPr>
          <a:xfrm>
            <a:off x="-3320280" y="7969032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顧客管理</a:t>
            </a:r>
          </a:p>
        </p:txBody>
      </p:sp>
      <p:sp>
        <p:nvSpPr>
          <p:cNvPr id="351" name="楕円 350">
            <a:extLst>
              <a:ext uri="{FF2B5EF4-FFF2-40B4-BE49-F238E27FC236}">
                <a16:creationId xmlns:a16="http://schemas.microsoft.com/office/drawing/2014/main" id="{17AA7426-F7DB-46E8-8B61-852E9D2C4F38}"/>
              </a:ext>
            </a:extLst>
          </p:cNvPr>
          <p:cNvSpPr/>
          <p:nvPr/>
        </p:nvSpPr>
        <p:spPr>
          <a:xfrm>
            <a:off x="109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91" name="楕円 390">
            <a:extLst>
              <a:ext uri="{FF2B5EF4-FFF2-40B4-BE49-F238E27FC236}">
                <a16:creationId xmlns:a16="http://schemas.microsoft.com/office/drawing/2014/main" id="{D1565226-7559-4044-8D3C-9636451C8722}"/>
              </a:ext>
            </a:extLst>
          </p:cNvPr>
          <p:cNvSpPr/>
          <p:nvPr/>
        </p:nvSpPr>
        <p:spPr>
          <a:xfrm>
            <a:off x="91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05" name="楕円 404">
            <a:extLst>
              <a:ext uri="{FF2B5EF4-FFF2-40B4-BE49-F238E27FC236}">
                <a16:creationId xmlns:a16="http://schemas.microsoft.com/office/drawing/2014/main" id="{B17FA750-A3C2-4A32-9CFE-44B2B3096635}"/>
              </a:ext>
            </a:extLst>
          </p:cNvPr>
          <p:cNvSpPr/>
          <p:nvPr/>
        </p:nvSpPr>
        <p:spPr>
          <a:xfrm>
            <a:off x="181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5" name="楕円 414">
            <a:extLst>
              <a:ext uri="{FF2B5EF4-FFF2-40B4-BE49-F238E27FC236}">
                <a16:creationId xmlns:a16="http://schemas.microsoft.com/office/drawing/2014/main" id="{E379368F-EE54-49DA-B80A-2351FF1FB196}"/>
              </a:ext>
            </a:extLst>
          </p:cNvPr>
          <p:cNvSpPr/>
          <p:nvPr/>
        </p:nvSpPr>
        <p:spPr>
          <a:xfrm>
            <a:off x="1926926" y="378660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2" name="楕円 421">
            <a:extLst>
              <a:ext uri="{FF2B5EF4-FFF2-40B4-BE49-F238E27FC236}">
                <a16:creationId xmlns:a16="http://schemas.microsoft.com/office/drawing/2014/main" id="{4424E4E4-A8DB-40D2-ABF7-572E0E0A3898}"/>
              </a:ext>
            </a:extLst>
          </p:cNvPr>
          <p:cNvSpPr/>
          <p:nvPr/>
        </p:nvSpPr>
        <p:spPr>
          <a:xfrm>
            <a:off x="127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7" name="楕円 426">
            <a:extLst>
              <a:ext uri="{FF2B5EF4-FFF2-40B4-BE49-F238E27FC236}">
                <a16:creationId xmlns:a16="http://schemas.microsoft.com/office/drawing/2014/main" id="{C7AE2614-F297-4D3B-8D31-1D6C10F6E5D6}"/>
              </a:ext>
            </a:extLst>
          </p:cNvPr>
          <p:cNvSpPr/>
          <p:nvPr/>
        </p:nvSpPr>
        <p:spPr>
          <a:xfrm>
            <a:off x="145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8" name="楕円 427">
            <a:extLst>
              <a:ext uri="{FF2B5EF4-FFF2-40B4-BE49-F238E27FC236}">
                <a16:creationId xmlns:a16="http://schemas.microsoft.com/office/drawing/2014/main" id="{B3DBCF51-9B37-4B5B-B37A-7F9C168AB83E}"/>
              </a:ext>
            </a:extLst>
          </p:cNvPr>
          <p:cNvSpPr/>
          <p:nvPr/>
        </p:nvSpPr>
        <p:spPr>
          <a:xfrm>
            <a:off x="181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36" name="四角形: 角を丸くする 435">
            <a:extLst>
              <a:ext uri="{FF2B5EF4-FFF2-40B4-BE49-F238E27FC236}">
                <a16:creationId xmlns:a16="http://schemas.microsoft.com/office/drawing/2014/main" id="{D1437C07-303F-4C07-A03A-05D563612FF6}"/>
              </a:ext>
            </a:extLst>
          </p:cNvPr>
          <p:cNvSpPr/>
          <p:nvPr/>
        </p:nvSpPr>
        <p:spPr>
          <a:xfrm>
            <a:off x="109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39" name="四角形: 角を丸くする 438">
            <a:extLst>
              <a:ext uri="{FF2B5EF4-FFF2-40B4-BE49-F238E27FC236}">
                <a16:creationId xmlns:a16="http://schemas.microsoft.com/office/drawing/2014/main" id="{B88853C8-7653-42E1-B2A3-6427C9DBF52D}"/>
              </a:ext>
            </a:extLst>
          </p:cNvPr>
          <p:cNvSpPr/>
          <p:nvPr/>
        </p:nvSpPr>
        <p:spPr>
          <a:xfrm>
            <a:off x="163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1" name="四角形: 角を丸くする 440">
            <a:extLst>
              <a:ext uri="{FF2B5EF4-FFF2-40B4-BE49-F238E27FC236}">
                <a16:creationId xmlns:a16="http://schemas.microsoft.com/office/drawing/2014/main" id="{0E3E5661-890A-4C1D-9057-27E1DD3EF32E}"/>
              </a:ext>
            </a:extLst>
          </p:cNvPr>
          <p:cNvSpPr/>
          <p:nvPr/>
        </p:nvSpPr>
        <p:spPr>
          <a:xfrm>
            <a:off x="91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2" name="四角形: 角を丸くする 441">
            <a:extLst>
              <a:ext uri="{FF2B5EF4-FFF2-40B4-BE49-F238E27FC236}">
                <a16:creationId xmlns:a16="http://schemas.microsoft.com/office/drawing/2014/main" id="{0C735B14-AAE8-4EB5-8657-D2CA79CBD2F7}"/>
              </a:ext>
            </a:extLst>
          </p:cNvPr>
          <p:cNvSpPr/>
          <p:nvPr/>
        </p:nvSpPr>
        <p:spPr>
          <a:xfrm>
            <a:off x="181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3" name="四角形: 角を丸くする 442">
            <a:extLst>
              <a:ext uri="{FF2B5EF4-FFF2-40B4-BE49-F238E27FC236}">
                <a16:creationId xmlns:a16="http://schemas.microsoft.com/office/drawing/2014/main" id="{29622D1A-4B76-42C6-A098-4B25D40DBB20}"/>
              </a:ext>
            </a:extLst>
          </p:cNvPr>
          <p:cNvSpPr/>
          <p:nvPr/>
        </p:nvSpPr>
        <p:spPr>
          <a:xfrm>
            <a:off x="127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4" name="四角形: 角を丸くする 443">
            <a:extLst>
              <a:ext uri="{FF2B5EF4-FFF2-40B4-BE49-F238E27FC236}">
                <a16:creationId xmlns:a16="http://schemas.microsoft.com/office/drawing/2014/main" id="{7613EF4D-A2DB-4155-8CDA-15950D0D8B54}"/>
              </a:ext>
            </a:extLst>
          </p:cNvPr>
          <p:cNvSpPr/>
          <p:nvPr/>
        </p:nvSpPr>
        <p:spPr>
          <a:xfrm>
            <a:off x="91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5" name="四角形: 角を丸くする 444">
            <a:extLst>
              <a:ext uri="{FF2B5EF4-FFF2-40B4-BE49-F238E27FC236}">
                <a16:creationId xmlns:a16="http://schemas.microsoft.com/office/drawing/2014/main" id="{A662DA88-3711-4526-AEA5-82511B542DB1}"/>
              </a:ext>
            </a:extLst>
          </p:cNvPr>
          <p:cNvSpPr/>
          <p:nvPr/>
        </p:nvSpPr>
        <p:spPr>
          <a:xfrm>
            <a:off x="163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6" name="四角形: 角を丸くする 445">
            <a:extLst>
              <a:ext uri="{FF2B5EF4-FFF2-40B4-BE49-F238E27FC236}">
                <a16:creationId xmlns:a16="http://schemas.microsoft.com/office/drawing/2014/main" id="{8D86815D-075A-45D2-86CC-A5C3595E57E2}"/>
              </a:ext>
            </a:extLst>
          </p:cNvPr>
          <p:cNvSpPr/>
          <p:nvPr/>
        </p:nvSpPr>
        <p:spPr>
          <a:xfrm>
            <a:off x="1926926" y="42962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1" name="四角形: 角を丸くする 450">
            <a:extLst>
              <a:ext uri="{FF2B5EF4-FFF2-40B4-BE49-F238E27FC236}">
                <a16:creationId xmlns:a16="http://schemas.microsoft.com/office/drawing/2014/main" id="{21C62D73-6D0B-4369-B1A7-D04B11DD7828}"/>
              </a:ext>
            </a:extLst>
          </p:cNvPr>
          <p:cNvSpPr/>
          <p:nvPr/>
        </p:nvSpPr>
        <p:spPr>
          <a:xfrm>
            <a:off x="145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2" name="四角形: 角を丸くする 451">
            <a:extLst>
              <a:ext uri="{FF2B5EF4-FFF2-40B4-BE49-F238E27FC236}">
                <a16:creationId xmlns:a16="http://schemas.microsoft.com/office/drawing/2014/main" id="{90E183E0-9B85-4A0E-8CFF-4051E3608E5E}"/>
              </a:ext>
            </a:extLst>
          </p:cNvPr>
          <p:cNvSpPr/>
          <p:nvPr/>
        </p:nvSpPr>
        <p:spPr>
          <a:xfrm>
            <a:off x="127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3" name="四角形: 角を丸くする 452">
            <a:extLst>
              <a:ext uri="{FF2B5EF4-FFF2-40B4-BE49-F238E27FC236}">
                <a16:creationId xmlns:a16="http://schemas.microsoft.com/office/drawing/2014/main" id="{7EFF0630-2265-46F1-A338-5153E374D6F4}"/>
              </a:ext>
            </a:extLst>
          </p:cNvPr>
          <p:cNvSpPr/>
          <p:nvPr/>
        </p:nvSpPr>
        <p:spPr>
          <a:xfrm>
            <a:off x="109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4" name="四角形: 角を丸くする 453">
            <a:extLst>
              <a:ext uri="{FF2B5EF4-FFF2-40B4-BE49-F238E27FC236}">
                <a16:creationId xmlns:a16="http://schemas.microsoft.com/office/drawing/2014/main" id="{A33B5B4B-F927-435E-A623-E6D8C390B011}"/>
              </a:ext>
            </a:extLst>
          </p:cNvPr>
          <p:cNvSpPr/>
          <p:nvPr/>
        </p:nvSpPr>
        <p:spPr>
          <a:xfrm>
            <a:off x="145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6" name="四角形: 角を丸くする 455">
            <a:extLst>
              <a:ext uri="{FF2B5EF4-FFF2-40B4-BE49-F238E27FC236}">
                <a16:creationId xmlns:a16="http://schemas.microsoft.com/office/drawing/2014/main" id="{04FCAC4D-F480-46F3-A54D-E3410F0E2642}"/>
              </a:ext>
            </a:extLst>
          </p:cNvPr>
          <p:cNvSpPr/>
          <p:nvPr/>
        </p:nvSpPr>
        <p:spPr>
          <a:xfrm>
            <a:off x="181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3" name="四角形: 角を丸くする 462">
            <a:extLst>
              <a:ext uri="{FF2B5EF4-FFF2-40B4-BE49-F238E27FC236}">
                <a16:creationId xmlns:a16="http://schemas.microsoft.com/office/drawing/2014/main" id="{1688B318-DAAA-4013-B590-2B8841454798}"/>
              </a:ext>
            </a:extLst>
          </p:cNvPr>
          <p:cNvSpPr/>
          <p:nvPr/>
        </p:nvSpPr>
        <p:spPr>
          <a:xfrm>
            <a:off x="164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6" name="四角形: 角を丸くする 465">
            <a:extLst>
              <a:ext uri="{FF2B5EF4-FFF2-40B4-BE49-F238E27FC236}">
                <a16:creationId xmlns:a16="http://schemas.microsoft.com/office/drawing/2014/main" id="{715986FF-A8BC-4FF7-B5B3-CD69F4588AAE}"/>
              </a:ext>
            </a:extLst>
          </p:cNvPr>
          <p:cNvSpPr/>
          <p:nvPr/>
        </p:nvSpPr>
        <p:spPr>
          <a:xfrm>
            <a:off x="92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7" name="四角形: 角を丸くする 466">
            <a:extLst>
              <a:ext uri="{FF2B5EF4-FFF2-40B4-BE49-F238E27FC236}">
                <a16:creationId xmlns:a16="http://schemas.microsoft.com/office/drawing/2014/main" id="{FB5D9C0C-D046-429D-8BD5-51B6987CD196}"/>
              </a:ext>
            </a:extLst>
          </p:cNvPr>
          <p:cNvSpPr/>
          <p:nvPr/>
        </p:nvSpPr>
        <p:spPr>
          <a:xfrm>
            <a:off x="110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9" name="四角形: 角を丸くする 468">
            <a:extLst>
              <a:ext uri="{FF2B5EF4-FFF2-40B4-BE49-F238E27FC236}">
                <a16:creationId xmlns:a16="http://schemas.microsoft.com/office/drawing/2014/main" id="{4A43FE4B-8AFE-4CFB-8E0C-649E7EBE66A1}"/>
              </a:ext>
            </a:extLst>
          </p:cNvPr>
          <p:cNvSpPr/>
          <p:nvPr/>
        </p:nvSpPr>
        <p:spPr>
          <a:xfrm>
            <a:off x="163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70" name="四角形: 角を丸くする 469">
            <a:extLst>
              <a:ext uri="{FF2B5EF4-FFF2-40B4-BE49-F238E27FC236}">
                <a16:creationId xmlns:a16="http://schemas.microsoft.com/office/drawing/2014/main" id="{C5133212-05F7-41CF-8890-6DA1295D1D04}"/>
              </a:ext>
            </a:extLst>
          </p:cNvPr>
          <p:cNvSpPr/>
          <p:nvPr/>
        </p:nvSpPr>
        <p:spPr>
          <a:xfrm>
            <a:off x="182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79" name="四角形: 角を丸くする 478">
            <a:extLst>
              <a:ext uri="{FF2B5EF4-FFF2-40B4-BE49-F238E27FC236}">
                <a16:creationId xmlns:a16="http://schemas.microsoft.com/office/drawing/2014/main" id="{73108889-6726-4A30-98A0-6140316B6946}"/>
              </a:ext>
            </a:extLst>
          </p:cNvPr>
          <p:cNvSpPr/>
          <p:nvPr/>
        </p:nvSpPr>
        <p:spPr>
          <a:xfrm>
            <a:off x="128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83" name="四角形: 角を丸くする 482">
            <a:extLst>
              <a:ext uri="{FF2B5EF4-FFF2-40B4-BE49-F238E27FC236}">
                <a16:creationId xmlns:a16="http://schemas.microsoft.com/office/drawing/2014/main" id="{4A752A83-8D40-4617-A22F-677E7E5DB102}"/>
              </a:ext>
            </a:extLst>
          </p:cNvPr>
          <p:cNvSpPr/>
          <p:nvPr/>
        </p:nvSpPr>
        <p:spPr>
          <a:xfrm>
            <a:off x="181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89" name="四角形: 角を丸くする 488">
            <a:extLst>
              <a:ext uri="{FF2B5EF4-FFF2-40B4-BE49-F238E27FC236}">
                <a16:creationId xmlns:a16="http://schemas.microsoft.com/office/drawing/2014/main" id="{3AC1099A-CD6E-4C61-BD8B-841F6CC6C92F}"/>
              </a:ext>
            </a:extLst>
          </p:cNvPr>
          <p:cNvSpPr/>
          <p:nvPr/>
        </p:nvSpPr>
        <p:spPr>
          <a:xfrm>
            <a:off x="127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0" name="四角形: 角を丸くする 489">
            <a:extLst>
              <a:ext uri="{FF2B5EF4-FFF2-40B4-BE49-F238E27FC236}">
                <a16:creationId xmlns:a16="http://schemas.microsoft.com/office/drawing/2014/main" id="{7FCC73B9-E203-4C73-B2D5-C1D287E13865}"/>
              </a:ext>
            </a:extLst>
          </p:cNvPr>
          <p:cNvSpPr/>
          <p:nvPr/>
        </p:nvSpPr>
        <p:spPr>
          <a:xfrm>
            <a:off x="145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1" name="四角形: 角を丸くする 490">
            <a:extLst>
              <a:ext uri="{FF2B5EF4-FFF2-40B4-BE49-F238E27FC236}">
                <a16:creationId xmlns:a16="http://schemas.microsoft.com/office/drawing/2014/main" id="{C0BE4757-DA0C-409B-BE1B-B2A6AB3574D1}"/>
              </a:ext>
            </a:extLst>
          </p:cNvPr>
          <p:cNvSpPr/>
          <p:nvPr/>
        </p:nvSpPr>
        <p:spPr>
          <a:xfrm>
            <a:off x="146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2" name="四角形: 角を丸くする 491">
            <a:extLst>
              <a:ext uri="{FF2B5EF4-FFF2-40B4-BE49-F238E27FC236}">
                <a16:creationId xmlns:a16="http://schemas.microsoft.com/office/drawing/2014/main" id="{6D0345B9-2E84-43DC-BFB4-2AE652911EC8}"/>
              </a:ext>
            </a:extLst>
          </p:cNvPr>
          <p:cNvSpPr/>
          <p:nvPr/>
        </p:nvSpPr>
        <p:spPr>
          <a:xfrm>
            <a:off x="92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3" name="四角形: 角を丸くする 492">
            <a:extLst>
              <a:ext uri="{FF2B5EF4-FFF2-40B4-BE49-F238E27FC236}">
                <a16:creationId xmlns:a16="http://schemas.microsoft.com/office/drawing/2014/main" id="{4F5569A8-9619-435D-A736-0FF7E919256E}"/>
              </a:ext>
            </a:extLst>
          </p:cNvPr>
          <p:cNvSpPr/>
          <p:nvPr/>
        </p:nvSpPr>
        <p:spPr>
          <a:xfrm>
            <a:off x="110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4" name="四角形: 角を丸くする 493">
            <a:extLst>
              <a:ext uri="{FF2B5EF4-FFF2-40B4-BE49-F238E27FC236}">
                <a16:creationId xmlns:a16="http://schemas.microsoft.com/office/drawing/2014/main" id="{C684F4F4-3AD4-4235-9033-839127CFD64D}"/>
              </a:ext>
            </a:extLst>
          </p:cNvPr>
          <p:cNvSpPr/>
          <p:nvPr/>
        </p:nvSpPr>
        <p:spPr>
          <a:xfrm>
            <a:off x="128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5" name="四角形: 角を丸くする 494">
            <a:extLst>
              <a:ext uri="{FF2B5EF4-FFF2-40B4-BE49-F238E27FC236}">
                <a16:creationId xmlns:a16="http://schemas.microsoft.com/office/drawing/2014/main" id="{26411FDA-58FB-4710-9506-089CD0A719D2}"/>
              </a:ext>
            </a:extLst>
          </p:cNvPr>
          <p:cNvSpPr/>
          <p:nvPr/>
        </p:nvSpPr>
        <p:spPr>
          <a:xfrm>
            <a:off x="146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38" name="四角形: 角を丸くする 537">
            <a:extLst>
              <a:ext uri="{FF2B5EF4-FFF2-40B4-BE49-F238E27FC236}">
                <a16:creationId xmlns:a16="http://schemas.microsoft.com/office/drawing/2014/main" id="{2618ADE6-74D7-4505-BF27-026911C64ABE}"/>
              </a:ext>
            </a:extLst>
          </p:cNvPr>
          <p:cNvSpPr/>
          <p:nvPr/>
        </p:nvSpPr>
        <p:spPr>
          <a:xfrm>
            <a:off x="93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0" name="四角形: 角を丸くする 539">
            <a:extLst>
              <a:ext uri="{FF2B5EF4-FFF2-40B4-BE49-F238E27FC236}">
                <a16:creationId xmlns:a16="http://schemas.microsoft.com/office/drawing/2014/main" id="{FD9D5AAE-ED4E-4409-9D8A-0D7A74594B81}"/>
              </a:ext>
            </a:extLst>
          </p:cNvPr>
          <p:cNvSpPr/>
          <p:nvPr/>
        </p:nvSpPr>
        <p:spPr>
          <a:xfrm>
            <a:off x="111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2" name="四角形: 角を丸くする 541">
            <a:extLst>
              <a:ext uri="{FF2B5EF4-FFF2-40B4-BE49-F238E27FC236}">
                <a16:creationId xmlns:a16="http://schemas.microsoft.com/office/drawing/2014/main" id="{85A90072-71EE-4C97-BB14-9E7EA54B97BB}"/>
              </a:ext>
            </a:extLst>
          </p:cNvPr>
          <p:cNvSpPr/>
          <p:nvPr/>
        </p:nvSpPr>
        <p:spPr>
          <a:xfrm>
            <a:off x="129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3" name="四角形: 角を丸くする 542">
            <a:extLst>
              <a:ext uri="{FF2B5EF4-FFF2-40B4-BE49-F238E27FC236}">
                <a16:creationId xmlns:a16="http://schemas.microsoft.com/office/drawing/2014/main" id="{854B7EBB-6210-4683-AAB9-6E98681261E6}"/>
              </a:ext>
            </a:extLst>
          </p:cNvPr>
          <p:cNvSpPr/>
          <p:nvPr/>
        </p:nvSpPr>
        <p:spPr>
          <a:xfrm>
            <a:off x="147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4" name="四角形: 角を丸くする 543">
            <a:extLst>
              <a:ext uri="{FF2B5EF4-FFF2-40B4-BE49-F238E27FC236}">
                <a16:creationId xmlns:a16="http://schemas.microsoft.com/office/drawing/2014/main" id="{7DEB249B-861B-4EDF-BDF2-A7185452538D}"/>
              </a:ext>
            </a:extLst>
          </p:cNvPr>
          <p:cNvSpPr/>
          <p:nvPr/>
        </p:nvSpPr>
        <p:spPr>
          <a:xfrm>
            <a:off x="165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5" name="四角形: 角を丸くする 544">
            <a:extLst>
              <a:ext uri="{FF2B5EF4-FFF2-40B4-BE49-F238E27FC236}">
                <a16:creationId xmlns:a16="http://schemas.microsoft.com/office/drawing/2014/main" id="{1FE23EEC-998B-4FCD-8955-9FA8300BA338}"/>
              </a:ext>
            </a:extLst>
          </p:cNvPr>
          <p:cNvSpPr/>
          <p:nvPr/>
        </p:nvSpPr>
        <p:spPr>
          <a:xfrm>
            <a:off x="183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6" name="四角形: 角を丸くする 545">
            <a:extLst>
              <a:ext uri="{FF2B5EF4-FFF2-40B4-BE49-F238E27FC236}">
                <a16:creationId xmlns:a16="http://schemas.microsoft.com/office/drawing/2014/main" id="{1DC3CD9B-B7C4-4D33-8C5C-C7C2BD0CE0EF}"/>
              </a:ext>
            </a:extLst>
          </p:cNvPr>
          <p:cNvSpPr/>
          <p:nvPr/>
        </p:nvSpPr>
        <p:spPr>
          <a:xfrm>
            <a:off x="1926926" y="61956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7" name="四角形: 角を丸くする 546">
            <a:extLst>
              <a:ext uri="{FF2B5EF4-FFF2-40B4-BE49-F238E27FC236}">
                <a16:creationId xmlns:a16="http://schemas.microsoft.com/office/drawing/2014/main" id="{4C50F26D-8A8F-4063-8C99-7B6B9A7B09D0}"/>
              </a:ext>
            </a:extLst>
          </p:cNvPr>
          <p:cNvSpPr/>
          <p:nvPr/>
        </p:nvSpPr>
        <p:spPr>
          <a:xfrm>
            <a:off x="93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9" name="四角形: 角を丸くする 548">
            <a:extLst>
              <a:ext uri="{FF2B5EF4-FFF2-40B4-BE49-F238E27FC236}">
                <a16:creationId xmlns:a16="http://schemas.microsoft.com/office/drawing/2014/main" id="{4D5C1B4A-944A-43E1-A264-1BE852CEE4D0}"/>
              </a:ext>
            </a:extLst>
          </p:cNvPr>
          <p:cNvSpPr/>
          <p:nvPr/>
        </p:nvSpPr>
        <p:spPr>
          <a:xfrm>
            <a:off x="111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0" name="四角形: 角を丸くする 549">
            <a:extLst>
              <a:ext uri="{FF2B5EF4-FFF2-40B4-BE49-F238E27FC236}">
                <a16:creationId xmlns:a16="http://schemas.microsoft.com/office/drawing/2014/main" id="{AE360D32-BD44-4348-AB9C-440026B50822}"/>
              </a:ext>
            </a:extLst>
          </p:cNvPr>
          <p:cNvSpPr/>
          <p:nvPr/>
        </p:nvSpPr>
        <p:spPr>
          <a:xfrm>
            <a:off x="147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1" name="四角形: 角を丸くする 550">
            <a:extLst>
              <a:ext uri="{FF2B5EF4-FFF2-40B4-BE49-F238E27FC236}">
                <a16:creationId xmlns:a16="http://schemas.microsoft.com/office/drawing/2014/main" id="{4336311C-9F9B-4B15-A546-40C1226957ED}"/>
              </a:ext>
            </a:extLst>
          </p:cNvPr>
          <p:cNvSpPr/>
          <p:nvPr/>
        </p:nvSpPr>
        <p:spPr>
          <a:xfrm>
            <a:off x="1819117" y="679635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3" name="四角形: 角を丸くする 552">
            <a:extLst>
              <a:ext uri="{FF2B5EF4-FFF2-40B4-BE49-F238E27FC236}">
                <a16:creationId xmlns:a16="http://schemas.microsoft.com/office/drawing/2014/main" id="{17BA6BF0-349D-412E-9478-5E486CED4468}"/>
              </a:ext>
            </a:extLst>
          </p:cNvPr>
          <p:cNvSpPr/>
          <p:nvPr/>
        </p:nvSpPr>
        <p:spPr>
          <a:xfrm>
            <a:off x="129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4" name="四角形: 角を丸くする 553">
            <a:extLst>
              <a:ext uri="{FF2B5EF4-FFF2-40B4-BE49-F238E27FC236}">
                <a16:creationId xmlns:a16="http://schemas.microsoft.com/office/drawing/2014/main" id="{06B28185-3E62-4145-BD1B-A454D7CEEC4B}"/>
              </a:ext>
            </a:extLst>
          </p:cNvPr>
          <p:cNvSpPr/>
          <p:nvPr/>
        </p:nvSpPr>
        <p:spPr>
          <a:xfrm>
            <a:off x="165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5" name="四角形: 角を丸くする 554">
            <a:extLst>
              <a:ext uri="{FF2B5EF4-FFF2-40B4-BE49-F238E27FC236}">
                <a16:creationId xmlns:a16="http://schemas.microsoft.com/office/drawing/2014/main" id="{BFA07098-0BDD-4209-9122-91648F4AADD4}"/>
              </a:ext>
            </a:extLst>
          </p:cNvPr>
          <p:cNvSpPr/>
          <p:nvPr/>
        </p:nvSpPr>
        <p:spPr>
          <a:xfrm>
            <a:off x="1926926" y="667353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6" name="四角形: 角を丸くする 555">
            <a:extLst>
              <a:ext uri="{FF2B5EF4-FFF2-40B4-BE49-F238E27FC236}">
                <a16:creationId xmlns:a16="http://schemas.microsoft.com/office/drawing/2014/main" id="{C4574AEE-C3E8-4FC0-8998-293D8EF142E1}"/>
              </a:ext>
            </a:extLst>
          </p:cNvPr>
          <p:cNvSpPr/>
          <p:nvPr/>
        </p:nvSpPr>
        <p:spPr>
          <a:xfrm>
            <a:off x="183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9" name="四角形: 角を丸くする 558">
            <a:extLst>
              <a:ext uri="{FF2B5EF4-FFF2-40B4-BE49-F238E27FC236}">
                <a16:creationId xmlns:a16="http://schemas.microsoft.com/office/drawing/2014/main" id="{244E4BD3-DDBA-4B2C-B5E4-9815BD0B9D0D}"/>
              </a:ext>
            </a:extLst>
          </p:cNvPr>
          <p:cNvSpPr/>
          <p:nvPr/>
        </p:nvSpPr>
        <p:spPr>
          <a:xfrm>
            <a:off x="93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0" name="四角形: 角を丸くする 559">
            <a:extLst>
              <a:ext uri="{FF2B5EF4-FFF2-40B4-BE49-F238E27FC236}">
                <a16:creationId xmlns:a16="http://schemas.microsoft.com/office/drawing/2014/main" id="{1281B1DF-4090-4055-8052-1776D511ABC2}"/>
              </a:ext>
            </a:extLst>
          </p:cNvPr>
          <p:cNvSpPr/>
          <p:nvPr/>
        </p:nvSpPr>
        <p:spPr>
          <a:xfrm>
            <a:off x="111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1" name="四角形: 角を丸くする 560">
            <a:extLst>
              <a:ext uri="{FF2B5EF4-FFF2-40B4-BE49-F238E27FC236}">
                <a16:creationId xmlns:a16="http://schemas.microsoft.com/office/drawing/2014/main" id="{B2D555BD-F57D-4533-938B-E00239A16BFE}"/>
              </a:ext>
            </a:extLst>
          </p:cNvPr>
          <p:cNvSpPr/>
          <p:nvPr/>
        </p:nvSpPr>
        <p:spPr>
          <a:xfrm>
            <a:off x="147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2" name="四角形: 角を丸くする 561">
            <a:extLst>
              <a:ext uri="{FF2B5EF4-FFF2-40B4-BE49-F238E27FC236}">
                <a16:creationId xmlns:a16="http://schemas.microsoft.com/office/drawing/2014/main" id="{AF2EDABF-A264-4443-940C-20AE1E436BC2}"/>
              </a:ext>
            </a:extLst>
          </p:cNvPr>
          <p:cNvSpPr/>
          <p:nvPr/>
        </p:nvSpPr>
        <p:spPr>
          <a:xfrm>
            <a:off x="165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4" name="四角形: 角を丸くする 563">
            <a:extLst>
              <a:ext uri="{FF2B5EF4-FFF2-40B4-BE49-F238E27FC236}">
                <a16:creationId xmlns:a16="http://schemas.microsoft.com/office/drawing/2014/main" id="{3295C26E-D89A-4553-ACFE-C661F158FC56}"/>
              </a:ext>
            </a:extLst>
          </p:cNvPr>
          <p:cNvSpPr/>
          <p:nvPr/>
        </p:nvSpPr>
        <p:spPr>
          <a:xfrm>
            <a:off x="129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6" name="四角形: 角を丸くする 565">
            <a:extLst>
              <a:ext uri="{FF2B5EF4-FFF2-40B4-BE49-F238E27FC236}">
                <a16:creationId xmlns:a16="http://schemas.microsoft.com/office/drawing/2014/main" id="{31B5B630-E839-4249-9798-151AE0F5D46B}"/>
              </a:ext>
            </a:extLst>
          </p:cNvPr>
          <p:cNvSpPr/>
          <p:nvPr/>
        </p:nvSpPr>
        <p:spPr>
          <a:xfrm>
            <a:off x="183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1" name="四角形: 角を丸くする 570">
            <a:extLst>
              <a:ext uri="{FF2B5EF4-FFF2-40B4-BE49-F238E27FC236}">
                <a16:creationId xmlns:a16="http://schemas.microsoft.com/office/drawing/2014/main" id="{4C55A641-3BB7-45FD-80B7-C3154FF4E628}"/>
              </a:ext>
            </a:extLst>
          </p:cNvPr>
          <p:cNvSpPr/>
          <p:nvPr/>
        </p:nvSpPr>
        <p:spPr>
          <a:xfrm>
            <a:off x="1819117" y="726995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4" name="四角形: 角を丸くする 573">
            <a:extLst>
              <a:ext uri="{FF2B5EF4-FFF2-40B4-BE49-F238E27FC236}">
                <a16:creationId xmlns:a16="http://schemas.microsoft.com/office/drawing/2014/main" id="{6A3686CD-00C2-4E1A-8424-1B5653D032BF}"/>
              </a:ext>
            </a:extLst>
          </p:cNvPr>
          <p:cNvSpPr/>
          <p:nvPr/>
        </p:nvSpPr>
        <p:spPr>
          <a:xfrm>
            <a:off x="1926926" y="717395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8" name="四角形: 角を丸くする 577">
            <a:extLst>
              <a:ext uri="{FF2B5EF4-FFF2-40B4-BE49-F238E27FC236}">
                <a16:creationId xmlns:a16="http://schemas.microsoft.com/office/drawing/2014/main" id="{15B353EF-C638-48A1-92A7-E5EB39973566}"/>
              </a:ext>
            </a:extLst>
          </p:cNvPr>
          <p:cNvSpPr/>
          <p:nvPr/>
        </p:nvSpPr>
        <p:spPr>
          <a:xfrm>
            <a:off x="939455" y="74969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9" name="四角形: 角を丸くする 578">
            <a:extLst>
              <a:ext uri="{FF2B5EF4-FFF2-40B4-BE49-F238E27FC236}">
                <a16:creationId xmlns:a16="http://schemas.microsoft.com/office/drawing/2014/main" id="{A06745DC-2949-428A-B233-457F507EAEDA}"/>
              </a:ext>
            </a:extLst>
          </p:cNvPr>
          <p:cNvSpPr/>
          <p:nvPr/>
        </p:nvSpPr>
        <p:spPr>
          <a:xfrm>
            <a:off x="1119455" y="74969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6" name="四角形: 角を丸くする 585">
            <a:extLst>
              <a:ext uri="{FF2B5EF4-FFF2-40B4-BE49-F238E27FC236}">
                <a16:creationId xmlns:a16="http://schemas.microsoft.com/office/drawing/2014/main" id="{5DC9BE05-4C3B-46BA-85E2-00621391CE23}"/>
              </a:ext>
            </a:extLst>
          </p:cNvPr>
          <p:cNvSpPr/>
          <p:nvPr/>
        </p:nvSpPr>
        <p:spPr>
          <a:xfrm>
            <a:off x="1299455" y="74969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7" name="四角形: 角を丸くする 586">
            <a:extLst>
              <a:ext uri="{FF2B5EF4-FFF2-40B4-BE49-F238E27FC236}">
                <a16:creationId xmlns:a16="http://schemas.microsoft.com/office/drawing/2014/main" id="{E0F25E9A-1DD1-479E-97F6-22B6F54078AF}"/>
              </a:ext>
            </a:extLst>
          </p:cNvPr>
          <p:cNvSpPr/>
          <p:nvPr/>
        </p:nvSpPr>
        <p:spPr>
          <a:xfrm>
            <a:off x="939455" y="800564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8" name="四角形: 角を丸くする 587">
            <a:extLst>
              <a:ext uri="{FF2B5EF4-FFF2-40B4-BE49-F238E27FC236}">
                <a16:creationId xmlns:a16="http://schemas.microsoft.com/office/drawing/2014/main" id="{709FF482-C3CE-47E6-B8A7-3A20A95902FB}"/>
              </a:ext>
            </a:extLst>
          </p:cNvPr>
          <p:cNvSpPr/>
          <p:nvPr/>
        </p:nvSpPr>
        <p:spPr>
          <a:xfrm>
            <a:off x="2376536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9" name="四角形: 角を丸くする 588">
            <a:extLst>
              <a:ext uri="{FF2B5EF4-FFF2-40B4-BE49-F238E27FC236}">
                <a16:creationId xmlns:a16="http://schemas.microsoft.com/office/drawing/2014/main" id="{B927303E-8A20-4436-BB86-6FF9243DEE25}"/>
              </a:ext>
            </a:extLst>
          </p:cNvPr>
          <p:cNvSpPr/>
          <p:nvPr/>
        </p:nvSpPr>
        <p:spPr>
          <a:xfrm>
            <a:off x="2196536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2" name="四角形: 角を丸くする 591">
            <a:extLst>
              <a:ext uri="{FF2B5EF4-FFF2-40B4-BE49-F238E27FC236}">
                <a16:creationId xmlns:a16="http://schemas.microsoft.com/office/drawing/2014/main" id="{8E1753E8-0776-4AE7-8341-F80C7CD66C43}"/>
              </a:ext>
            </a:extLst>
          </p:cNvPr>
          <p:cNvSpPr/>
          <p:nvPr/>
        </p:nvSpPr>
        <p:spPr>
          <a:xfrm>
            <a:off x="2196536" y="60738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3" name="四角形: 角を丸くする 592">
            <a:extLst>
              <a:ext uri="{FF2B5EF4-FFF2-40B4-BE49-F238E27FC236}">
                <a16:creationId xmlns:a16="http://schemas.microsoft.com/office/drawing/2014/main" id="{FDE074A4-7331-4202-BAF2-F4546594D5EB}"/>
              </a:ext>
            </a:extLst>
          </p:cNvPr>
          <p:cNvSpPr/>
          <p:nvPr/>
        </p:nvSpPr>
        <p:spPr>
          <a:xfrm>
            <a:off x="2376536" y="60738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6" name="四角形: 角を丸くする 595">
            <a:extLst>
              <a:ext uri="{FF2B5EF4-FFF2-40B4-BE49-F238E27FC236}">
                <a16:creationId xmlns:a16="http://schemas.microsoft.com/office/drawing/2014/main" id="{F96CABA7-1AC8-4436-A6C8-8145CC0C85F2}"/>
              </a:ext>
            </a:extLst>
          </p:cNvPr>
          <p:cNvSpPr/>
          <p:nvPr/>
        </p:nvSpPr>
        <p:spPr>
          <a:xfrm>
            <a:off x="939455" y="89677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6" name="四角形: 角を丸くする 605">
            <a:extLst>
              <a:ext uri="{FF2B5EF4-FFF2-40B4-BE49-F238E27FC236}">
                <a16:creationId xmlns:a16="http://schemas.microsoft.com/office/drawing/2014/main" id="{69C8E429-45FA-4881-AAEF-A135FD3EE324}"/>
              </a:ext>
            </a:extLst>
          </p:cNvPr>
          <p:cNvSpPr/>
          <p:nvPr/>
        </p:nvSpPr>
        <p:spPr>
          <a:xfrm>
            <a:off x="3101494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9" name="四角形: 角を丸くする 608">
            <a:extLst>
              <a:ext uri="{FF2B5EF4-FFF2-40B4-BE49-F238E27FC236}">
                <a16:creationId xmlns:a16="http://schemas.microsoft.com/office/drawing/2014/main" id="{749F85F0-B17A-46DC-AC88-0E1FC19BC795}"/>
              </a:ext>
            </a:extLst>
          </p:cNvPr>
          <p:cNvSpPr/>
          <p:nvPr/>
        </p:nvSpPr>
        <p:spPr>
          <a:xfrm>
            <a:off x="3281494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3" name="四角形: 角を丸くする 612">
            <a:extLst>
              <a:ext uri="{FF2B5EF4-FFF2-40B4-BE49-F238E27FC236}">
                <a16:creationId xmlns:a16="http://schemas.microsoft.com/office/drawing/2014/main" id="{E1CD782A-1FC6-45B4-AA92-D3608BC42180}"/>
              </a:ext>
            </a:extLst>
          </p:cNvPr>
          <p:cNvSpPr/>
          <p:nvPr/>
        </p:nvSpPr>
        <p:spPr>
          <a:xfrm>
            <a:off x="566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6" name="四角形: 角を丸くする 615">
            <a:extLst>
              <a:ext uri="{FF2B5EF4-FFF2-40B4-BE49-F238E27FC236}">
                <a16:creationId xmlns:a16="http://schemas.microsoft.com/office/drawing/2014/main" id="{FF243754-B91E-4942-84C4-34AEEE7C018F}"/>
              </a:ext>
            </a:extLst>
          </p:cNvPr>
          <p:cNvSpPr/>
          <p:nvPr/>
        </p:nvSpPr>
        <p:spPr>
          <a:xfrm>
            <a:off x="584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8" name="四角形: 角を丸くする 617">
            <a:extLst>
              <a:ext uri="{FF2B5EF4-FFF2-40B4-BE49-F238E27FC236}">
                <a16:creationId xmlns:a16="http://schemas.microsoft.com/office/drawing/2014/main" id="{AF801EF8-BB93-4700-8F66-E8E03D5F186B}"/>
              </a:ext>
            </a:extLst>
          </p:cNvPr>
          <p:cNvSpPr/>
          <p:nvPr/>
        </p:nvSpPr>
        <p:spPr>
          <a:xfrm>
            <a:off x="638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9" name="四角形: 角を丸くする 618">
            <a:extLst>
              <a:ext uri="{FF2B5EF4-FFF2-40B4-BE49-F238E27FC236}">
                <a16:creationId xmlns:a16="http://schemas.microsoft.com/office/drawing/2014/main" id="{9CA71E2A-B03E-448B-A240-70A5157C5CD7}"/>
              </a:ext>
            </a:extLst>
          </p:cNvPr>
          <p:cNvSpPr/>
          <p:nvPr/>
        </p:nvSpPr>
        <p:spPr>
          <a:xfrm>
            <a:off x="656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0" name="四角形: 角を丸くする 619">
            <a:extLst>
              <a:ext uri="{FF2B5EF4-FFF2-40B4-BE49-F238E27FC236}">
                <a16:creationId xmlns:a16="http://schemas.microsoft.com/office/drawing/2014/main" id="{CE7F99FA-BEEA-47B8-AFCC-A96D4DE8E988}"/>
              </a:ext>
            </a:extLst>
          </p:cNvPr>
          <p:cNvSpPr/>
          <p:nvPr/>
        </p:nvSpPr>
        <p:spPr>
          <a:xfrm>
            <a:off x="5846059" y="897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1" name="四角形: 角を丸くする 620">
            <a:extLst>
              <a:ext uri="{FF2B5EF4-FFF2-40B4-BE49-F238E27FC236}">
                <a16:creationId xmlns:a16="http://schemas.microsoft.com/office/drawing/2014/main" id="{BEA2E957-70AE-4471-952D-C90DBABBF373}"/>
              </a:ext>
            </a:extLst>
          </p:cNvPr>
          <p:cNvSpPr/>
          <p:nvPr/>
        </p:nvSpPr>
        <p:spPr>
          <a:xfrm>
            <a:off x="602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4" name="四角形: 角を丸くする 623">
            <a:extLst>
              <a:ext uri="{FF2B5EF4-FFF2-40B4-BE49-F238E27FC236}">
                <a16:creationId xmlns:a16="http://schemas.microsoft.com/office/drawing/2014/main" id="{010D5252-AB8F-48DE-B967-ECB8D597B489}"/>
              </a:ext>
            </a:extLst>
          </p:cNvPr>
          <p:cNvSpPr/>
          <p:nvPr/>
        </p:nvSpPr>
        <p:spPr>
          <a:xfrm>
            <a:off x="620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6" name="四角形: 角を丸くする 625">
            <a:extLst>
              <a:ext uri="{FF2B5EF4-FFF2-40B4-BE49-F238E27FC236}">
                <a16:creationId xmlns:a16="http://schemas.microsoft.com/office/drawing/2014/main" id="{402932A6-1EE7-420C-A761-42A5EDBC0975}"/>
              </a:ext>
            </a:extLst>
          </p:cNvPr>
          <p:cNvSpPr/>
          <p:nvPr/>
        </p:nvSpPr>
        <p:spPr>
          <a:xfrm>
            <a:off x="5666059" y="897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9" name="四角形: 角を丸くする 628">
            <a:extLst>
              <a:ext uri="{FF2B5EF4-FFF2-40B4-BE49-F238E27FC236}">
                <a16:creationId xmlns:a16="http://schemas.microsoft.com/office/drawing/2014/main" id="{22E0A24A-1845-454A-B7BD-EE5F819F6C60}"/>
              </a:ext>
            </a:extLst>
          </p:cNvPr>
          <p:cNvSpPr/>
          <p:nvPr/>
        </p:nvSpPr>
        <p:spPr>
          <a:xfrm>
            <a:off x="3101494" y="91850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5" name="四角形: 角を丸くする 634">
            <a:extLst>
              <a:ext uri="{FF2B5EF4-FFF2-40B4-BE49-F238E27FC236}">
                <a16:creationId xmlns:a16="http://schemas.microsoft.com/office/drawing/2014/main" id="{39E5A1FB-15F8-4ED6-A0DE-CCFC5E6B4D1E}"/>
              </a:ext>
            </a:extLst>
          </p:cNvPr>
          <p:cNvSpPr/>
          <p:nvPr/>
        </p:nvSpPr>
        <p:spPr>
          <a:xfrm>
            <a:off x="7002401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9" name="四角形: 角を丸くする 638">
            <a:extLst>
              <a:ext uri="{FF2B5EF4-FFF2-40B4-BE49-F238E27FC236}">
                <a16:creationId xmlns:a16="http://schemas.microsoft.com/office/drawing/2014/main" id="{039246EA-8C22-40C0-A201-C001EF317D2C}"/>
              </a:ext>
            </a:extLst>
          </p:cNvPr>
          <p:cNvSpPr/>
          <p:nvPr/>
        </p:nvSpPr>
        <p:spPr>
          <a:xfrm>
            <a:off x="7362401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0" name="四角形: 角を丸くする 639">
            <a:extLst>
              <a:ext uri="{FF2B5EF4-FFF2-40B4-BE49-F238E27FC236}">
                <a16:creationId xmlns:a16="http://schemas.microsoft.com/office/drawing/2014/main" id="{31E366D9-A6E8-4655-9C45-D96BD3460DEE}"/>
              </a:ext>
            </a:extLst>
          </p:cNvPr>
          <p:cNvSpPr/>
          <p:nvPr/>
        </p:nvSpPr>
        <p:spPr>
          <a:xfrm>
            <a:off x="7182401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3" name="四角形: 角を丸くする 642">
            <a:extLst>
              <a:ext uri="{FF2B5EF4-FFF2-40B4-BE49-F238E27FC236}">
                <a16:creationId xmlns:a16="http://schemas.microsoft.com/office/drawing/2014/main" id="{041EF94E-66E5-4C27-8408-B23CE7A0BA6E}"/>
              </a:ext>
            </a:extLst>
          </p:cNvPr>
          <p:cNvSpPr/>
          <p:nvPr/>
        </p:nvSpPr>
        <p:spPr>
          <a:xfrm>
            <a:off x="440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4" name="四角形: 角を丸くする 643">
            <a:extLst>
              <a:ext uri="{FF2B5EF4-FFF2-40B4-BE49-F238E27FC236}">
                <a16:creationId xmlns:a16="http://schemas.microsoft.com/office/drawing/2014/main" id="{45FDE5D5-ED15-475E-AF2D-83C5F7EDB681}"/>
              </a:ext>
            </a:extLst>
          </p:cNvPr>
          <p:cNvSpPr/>
          <p:nvPr/>
        </p:nvSpPr>
        <p:spPr>
          <a:xfrm>
            <a:off x="458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5" name="四角形: 角を丸くする 644">
            <a:extLst>
              <a:ext uri="{FF2B5EF4-FFF2-40B4-BE49-F238E27FC236}">
                <a16:creationId xmlns:a16="http://schemas.microsoft.com/office/drawing/2014/main" id="{AC9DB1F9-421F-4375-A5D3-189A1F5A9FC3}"/>
              </a:ext>
            </a:extLst>
          </p:cNvPr>
          <p:cNvSpPr/>
          <p:nvPr/>
        </p:nvSpPr>
        <p:spPr>
          <a:xfrm>
            <a:off x="494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6" name="四角形: 角を丸くする 645">
            <a:extLst>
              <a:ext uri="{FF2B5EF4-FFF2-40B4-BE49-F238E27FC236}">
                <a16:creationId xmlns:a16="http://schemas.microsoft.com/office/drawing/2014/main" id="{4FCB8EEC-ED80-43A8-8CFD-7C43582B1C61}"/>
              </a:ext>
            </a:extLst>
          </p:cNvPr>
          <p:cNvSpPr/>
          <p:nvPr/>
        </p:nvSpPr>
        <p:spPr>
          <a:xfrm>
            <a:off x="4408021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7" name="四角形: 角を丸くする 646">
            <a:extLst>
              <a:ext uri="{FF2B5EF4-FFF2-40B4-BE49-F238E27FC236}">
                <a16:creationId xmlns:a16="http://schemas.microsoft.com/office/drawing/2014/main" id="{E0D7E2C9-3B8C-4FDB-8A72-D3460214500E}"/>
              </a:ext>
            </a:extLst>
          </p:cNvPr>
          <p:cNvSpPr/>
          <p:nvPr/>
        </p:nvSpPr>
        <p:spPr>
          <a:xfrm>
            <a:off x="476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8" name="四角形: 角を丸くする 647">
            <a:extLst>
              <a:ext uri="{FF2B5EF4-FFF2-40B4-BE49-F238E27FC236}">
                <a16:creationId xmlns:a16="http://schemas.microsoft.com/office/drawing/2014/main" id="{C1F77053-6A90-497E-8D63-EF900690F9A1}"/>
              </a:ext>
            </a:extLst>
          </p:cNvPr>
          <p:cNvSpPr/>
          <p:nvPr/>
        </p:nvSpPr>
        <p:spPr>
          <a:xfrm>
            <a:off x="512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0" name="四角形: 角を丸くする 649">
            <a:extLst>
              <a:ext uri="{FF2B5EF4-FFF2-40B4-BE49-F238E27FC236}">
                <a16:creationId xmlns:a16="http://schemas.microsoft.com/office/drawing/2014/main" id="{E17347DE-783A-4D10-96E5-366B7C786549}"/>
              </a:ext>
            </a:extLst>
          </p:cNvPr>
          <p:cNvSpPr/>
          <p:nvPr/>
        </p:nvSpPr>
        <p:spPr>
          <a:xfrm>
            <a:off x="530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9" name="四角形: 角を丸くする 658">
            <a:extLst>
              <a:ext uri="{FF2B5EF4-FFF2-40B4-BE49-F238E27FC236}">
                <a16:creationId xmlns:a16="http://schemas.microsoft.com/office/drawing/2014/main" id="{AF654516-9B7E-491F-8AD5-03F403D5390E}"/>
              </a:ext>
            </a:extLst>
          </p:cNvPr>
          <p:cNvSpPr/>
          <p:nvPr/>
        </p:nvSpPr>
        <p:spPr>
          <a:xfrm>
            <a:off x="569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75" name="四角形: 角を丸くする 674">
            <a:extLst>
              <a:ext uri="{FF2B5EF4-FFF2-40B4-BE49-F238E27FC236}">
                <a16:creationId xmlns:a16="http://schemas.microsoft.com/office/drawing/2014/main" id="{934919C3-16F8-44EE-9F48-859501E2C513}"/>
              </a:ext>
            </a:extLst>
          </p:cNvPr>
          <p:cNvSpPr/>
          <p:nvPr/>
        </p:nvSpPr>
        <p:spPr>
          <a:xfrm>
            <a:off x="587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78" name="四角形: 角を丸くする 677">
            <a:extLst>
              <a:ext uri="{FF2B5EF4-FFF2-40B4-BE49-F238E27FC236}">
                <a16:creationId xmlns:a16="http://schemas.microsoft.com/office/drawing/2014/main" id="{40C310A4-DA85-4BA2-A013-7BDFC77F2A3A}"/>
              </a:ext>
            </a:extLst>
          </p:cNvPr>
          <p:cNvSpPr/>
          <p:nvPr/>
        </p:nvSpPr>
        <p:spPr>
          <a:xfrm>
            <a:off x="605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79" name="四角形: 角を丸くする 678">
            <a:extLst>
              <a:ext uri="{FF2B5EF4-FFF2-40B4-BE49-F238E27FC236}">
                <a16:creationId xmlns:a16="http://schemas.microsoft.com/office/drawing/2014/main" id="{29C54B0E-5DF5-4DE3-A6C8-9E43AF6B9CCB}"/>
              </a:ext>
            </a:extLst>
          </p:cNvPr>
          <p:cNvSpPr/>
          <p:nvPr/>
        </p:nvSpPr>
        <p:spPr>
          <a:xfrm>
            <a:off x="623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0" name="四角形: 角を丸くする 679">
            <a:extLst>
              <a:ext uri="{FF2B5EF4-FFF2-40B4-BE49-F238E27FC236}">
                <a16:creationId xmlns:a16="http://schemas.microsoft.com/office/drawing/2014/main" id="{A6A993A2-BEEF-4F81-B299-AB26669EB4F3}"/>
              </a:ext>
            </a:extLst>
          </p:cNvPr>
          <p:cNvSpPr/>
          <p:nvPr/>
        </p:nvSpPr>
        <p:spPr>
          <a:xfrm>
            <a:off x="5696460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1" name="四角形: 角を丸くする 680">
            <a:extLst>
              <a:ext uri="{FF2B5EF4-FFF2-40B4-BE49-F238E27FC236}">
                <a16:creationId xmlns:a16="http://schemas.microsoft.com/office/drawing/2014/main" id="{EECF9461-1C48-4399-8FA3-4C3C8F0AAB2F}"/>
              </a:ext>
            </a:extLst>
          </p:cNvPr>
          <p:cNvSpPr/>
          <p:nvPr/>
        </p:nvSpPr>
        <p:spPr>
          <a:xfrm>
            <a:off x="641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2" name="四角形: 角を丸くする 681">
            <a:extLst>
              <a:ext uri="{FF2B5EF4-FFF2-40B4-BE49-F238E27FC236}">
                <a16:creationId xmlns:a16="http://schemas.microsoft.com/office/drawing/2014/main" id="{860119BB-2A7D-426C-99C0-A6D7A001D741}"/>
              </a:ext>
            </a:extLst>
          </p:cNvPr>
          <p:cNvSpPr/>
          <p:nvPr/>
        </p:nvSpPr>
        <p:spPr>
          <a:xfrm>
            <a:off x="659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3" name="四角形: 角を丸くする 682">
            <a:extLst>
              <a:ext uri="{FF2B5EF4-FFF2-40B4-BE49-F238E27FC236}">
                <a16:creationId xmlns:a16="http://schemas.microsoft.com/office/drawing/2014/main" id="{7182BE98-9867-45E7-B35A-508A39F5E561}"/>
              </a:ext>
            </a:extLst>
          </p:cNvPr>
          <p:cNvSpPr/>
          <p:nvPr/>
        </p:nvSpPr>
        <p:spPr>
          <a:xfrm>
            <a:off x="4403566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4" name="四角形: 角を丸くする 683">
            <a:extLst>
              <a:ext uri="{FF2B5EF4-FFF2-40B4-BE49-F238E27FC236}">
                <a16:creationId xmlns:a16="http://schemas.microsoft.com/office/drawing/2014/main" id="{A0115CD1-25A8-437E-9D19-A6E7F1BDC0FA}"/>
              </a:ext>
            </a:extLst>
          </p:cNvPr>
          <p:cNvSpPr/>
          <p:nvPr/>
        </p:nvSpPr>
        <p:spPr>
          <a:xfrm>
            <a:off x="7005462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5" name="四角形: 角を丸くする 684">
            <a:extLst>
              <a:ext uri="{FF2B5EF4-FFF2-40B4-BE49-F238E27FC236}">
                <a16:creationId xmlns:a16="http://schemas.microsoft.com/office/drawing/2014/main" id="{CB5F4424-F627-44CE-974C-0740FE16ED21}"/>
              </a:ext>
            </a:extLst>
          </p:cNvPr>
          <p:cNvSpPr/>
          <p:nvPr/>
        </p:nvSpPr>
        <p:spPr>
          <a:xfrm>
            <a:off x="8300298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6" name="四角形: 角を丸くする 685">
            <a:extLst>
              <a:ext uri="{FF2B5EF4-FFF2-40B4-BE49-F238E27FC236}">
                <a16:creationId xmlns:a16="http://schemas.microsoft.com/office/drawing/2014/main" id="{52355DBE-5981-4B06-97D9-CE25F149650E}"/>
              </a:ext>
            </a:extLst>
          </p:cNvPr>
          <p:cNvSpPr/>
          <p:nvPr/>
        </p:nvSpPr>
        <p:spPr>
          <a:xfrm>
            <a:off x="569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7" name="四角形: 角を丸くする 686">
            <a:extLst>
              <a:ext uri="{FF2B5EF4-FFF2-40B4-BE49-F238E27FC236}">
                <a16:creationId xmlns:a16="http://schemas.microsoft.com/office/drawing/2014/main" id="{1FFC8AF8-659B-417F-BE9E-9B30E28D2841}"/>
              </a:ext>
            </a:extLst>
          </p:cNvPr>
          <p:cNvSpPr/>
          <p:nvPr/>
        </p:nvSpPr>
        <p:spPr>
          <a:xfrm>
            <a:off x="587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92" name="四角形: 角を丸くする 691">
            <a:extLst>
              <a:ext uri="{FF2B5EF4-FFF2-40B4-BE49-F238E27FC236}">
                <a16:creationId xmlns:a16="http://schemas.microsoft.com/office/drawing/2014/main" id="{CBF3685E-130D-4A78-9722-B84B7EF0DCAE}"/>
              </a:ext>
            </a:extLst>
          </p:cNvPr>
          <p:cNvSpPr/>
          <p:nvPr/>
        </p:nvSpPr>
        <p:spPr>
          <a:xfrm>
            <a:off x="623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97" name="四角形: 角を丸くする 696">
            <a:extLst>
              <a:ext uri="{FF2B5EF4-FFF2-40B4-BE49-F238E27FC236}">
                <a16:creationId xmlns:a16="http://schemas.microsoft.com/office/drawing/2014/main" id="{C75CF8CF-1B79-4207-AAE2-166C9E9093F6}"/>
              </a:ext>
            </a:extLst>
          </p:cNvPr>
          <p:cNvSpPr/>
          <p:nvPr/>
        </p:nvSpPr>
        <p:spPr>
          <a:xfrm>
            <a:off x="605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98" name="四角形: 角を丸くする 697">
            <a:extLst>
              <a:ext uri="{FF2B5EF4-FFF2-40B4-BE49-F238E27FC236}">
                <a16:creationId xmlns:a16="http://schemas.microsoft.com/office/drawing/2014/main" id="{227CEEFF-5DF8-44CB-B33C-F78AD7E74A69}"/>
              </a:ext>
            </a:extLst>
          </p:cNvPr>
          <p:cNvSpPr/>
          <p:nvPr/>
        </p:nvSpPr>
        <p:spPr>
          <a:xfrm>
            <a:off x="641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03" name="四角形: 角を丸くする 702">
            <a:extLst>
              <a:ext uri="{FF2B5EF4-FFF2-40B4-BE49-F238E27FC236}">
                <a16:creationId xmlns:a16="http://schemas.microsoft.com/office/drawing/2014/main" id="{4B3FA22E-1F5F-44F5-9027-2AA2546293AD}"/>
              </a:ext>
            </a:extLst>
          </p:cNvPr>
          <p:cNvSpPr/>
          <p:nvPr/>
        </p:nvSpPr>
        <p:spPr>
          <a:xfrm>
            <a:off x="659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08" name="四角形: 角を丸くする 707">
            <a:extLst>
              <a:ext uri="{FF2B5EF4-FFF2-40B4-BE49-F238E27FC236}">
                <a16:creationId xmlns:a16="http://schemas.microsoft.com/office/drawing/2014/main" id="{EADB90DC-2251-48A9-BC96-1F2147840D0E}"/>
              </a:ext>
            </a:extLst>
          </p:cNvPr>
          <p:cNvSpPr/>
          <p:nvPr/>
        </p:nvSpPr>
        <p:spPr>
          <a:xfrm>
            <a:off x="570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09" name="四角形: 角を丸くする 708">
            <a:extLst>
              <a:ext uri="{FF2B5EF4-FFF2-40B4-BE49-F238E27FC236}">
                <a16:creationId xmlns:a16="http://schemas.microsoft.com/office/drawing/2014/main" id="{51AD2998-C809-4C87-AC10-9ED266068FC8}"/>
              </a:ext>
            </a:extLst>
          </p:cNvPr>
          <p:cNvSpPr/>
          <p:nvPr/>
        </p:nvSpPr>
        <p:spPr>
          <a:xfrm>
            <a:off x="588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0" name="四角形: 角を丸くする 709">
            <a:extLst>
              <a:ext uri="{FF2B5EF4-FFF2-40B4-BE49-F238E27FC236}">
                <a16:creationId xmlns:a16="http://schemas.microsoft.com/office/drawing/2014/main" id="{F01A277F-939F-4806-944D-1C9CEC5E2B0C}"/>
              </a:ext>
            </a:extLst>
          </p:cNvPr>
          <p:cNvSpPr/>
          <p:nvPr/>
        </p:nvSpPr>
        <p:spPr>
          <a:xfrm>
            <a:off x="606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1" name="四角形: 角を丸くする 710">
            <a:extLst>
              <a:ext uri="{FF2B5EF4-FFF2-40B4-BE49-F238E27FC236}">
                <a16:creationId xmlns:a16="http://schemas.microsoft.com/office/drawing/2014/main" id="{B2F5DAC0-77BA-4CC7-AF55-2CC6EE1BD00C}"/>
              </a:ext>
            </a:extLst>
          </p:cNvPr>
          <p:cNvSpPr/>
          <p:nvPr/>
        </p:nvSpPr>
        <p:spPr>
          <a:xfrm>
            <a:off x="624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3" name="四角形: 角を丸くする 712">
            <a:extLst>
              <a:ext uri="{FF2B5EF4-FFF2-40B4-BE49-F238E27FC236}">
                <a16:creationId xmlns:a16="http://schemas.microsoft.com/office/drawing/2014/main" id="{C7BE84B8-A5AE-436F-909B-094E096AB436}"/>
              </a:ext>
            </a:extLst>
          </p:cNvPr>
          <p:cNvSpPr/>
          <p:nvPr/>
        </p:nvSpPr>
        <p:spPr>
          <a:xfrm>
            <a:off x="476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4" name="四角形: 角を丸くする 713">
            <a:extLst>
              <a:ext uri="{FF2B5EF4-FFF2-40B4-BE49-F238E27FC236}">
                <a16:creationId xmlns:a16="http://schemas.microsoft.com/office/drawing/2014/main" id="{78D6EE80-491B-4023-A439-EBE9C0B0A5A9}"/>
              </a:ext>
            </a:extLst>
          </p:cNvPr>
          <p:cNvSpPr/>
          <p:nvPr/>
        </p:nvSpPr>
        <p:spPr>
          <a:xfrm>
            <a:off x="512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5" name="四角形: 角を丸くする 714">
            <a:extLst>
              <a:ext uri="{FF2B5EF4-FFF2-40B4-BE49-F238E27FC236}">
                <a16:creationId xmlns:a16="http://schemas.microsoft.com/office/drawing/2014/main" id="{35E1A8AB-0112-4D4F-9108-A6F58BFE98F2}"/>
              </a:ext>
            </a:extLst>
          </p:cNvPr>
          <p:cNvSpPr/>
          <p:nvPr/>
        </p:nvSpPr>
        <p:spPr>
          <a:xfrm>
            <a:off x="530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6" name="四角形: 角を丸くする 715">
            <a:extLst>
              <a:ext uri="{FF2B5EF4-FFF2-40B4-BE49-F238E27FC236}">
                <a16:creationId xmlns:a16="http://schemas.microsoft.com/office/drawing/2014/main" id="{EBB38C1B-BA61-4600-9481-DA75B53FE151}"/>
              </a:ext>
            </a:extLst>
          </p:cNvPr>
          <p:cNvSpPr/>
          <p:nvPr/>
        </p:nvSpPr>
        <p:spPr>
          <a:xfrm>
            <a:off x="440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7" name="四角形: 角を丸くする 716">
            <a:extLst>
              <a:ext uri="{FF2B5EF4-FFF2-40B4-BE49-F238E27FC236}">
                <a16:creationId xmlns:a16="http://schemas.microsoft.com/office/drawing/2014/main" id="{5823EB68-2700-4BB9-AAB9-B62A71C2632C}"/>
              </a:ext>
            </a:extLst>
          </p:cNvPr>
          <p:cNvSpPr/>
          <p:nvPr/>
        </p:nvSpPr>
        <p:spPr>
          <a:xfrm>
            <a:off x="458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8" name="四角形: 角を丸くする 717">
            <a:extLst>
              <a:ext uri="{FF2B5EF4-FFF2-40B4-BE49-F238E27FC236}">
                <a16:creationId xmlns:a16="http://schemas.microsoft.com/office/drawing/2014/main" id="{CE419A2E-4DD8-49B4-8D0B-E831D2DD9C30}"/>
              </a:ext>
            </a:extLst>
          </p:cNvPr>
          <p:cNvSpPr/>
          <p:nvPr/>
        </p:nvSpPr>
        <p:spPr>
          <a:xfrm>
            <a:off x="494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9" name="四角形: 角を丸くする 718">
            <a:extLst>
              <a:ext uri="{FF2B5EF4-FFF2-40B4-BE49-F238E27FC236}">
                <a16:creationId xmlns:a16="http://schemas.microsoft.com/office/drawing/2014/main" id="{915C58AE-25D5-44DA-AD6D-187BB6012B84}"/>
              </a:ext>
            </a:extLst>
          </p:cNvPr>
          <p:cNvSpPr/>
          <p:nvPr/>
        </p:nvSpPr>
        <p:spPr>
          <a:xfrm>
            <a:off x="773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0" name="四角形: 角を丸くする 719">
            <a:extLst>
              <a:ext uri="{FF2B5EF4-FFF2-40B4-BE49-F238E27FC236}">
                <a16:creationId xmlns:a16="http://schemas.microsoft.com/office/drawing/2014/main" id="{2DF9FB57-7300-4B49-B2AD-6C7C94514387}"/>
              </a:ext>
            </a:extLst>
          </p:cNvPr>
          <p:cNvSpPr/>
          <p:nvPr/>
        </p:nvSpPr>
        <p:spPr>
          <a:xfrm>
            <a:off x="701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1" name="四角形: 角を丸くする 720">
            <a:extLst>
              <a:ext uri="{FF2B5EF4-FFF2-40B4-BE49-F238E27FC236}">
                <a16:creationId xmlns:a16="http://schemas.microsoft.com/office/drawing/2014/main" id="{0CA153CB-114C-4F9B-A6A6-1767AD9DB66B}"/>
              </a:ext>
            </a:extLst>
          </p:cNvPr>
          <p:cNvSpPr/>
          <p:nvPr/>
        </p:nvSpPr>
        <p:spPr>
          <a:xfrm>
            <a:off x="719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2" name="四角形: 角を丸くする 721">
            <a:extLst>
              <a:ext uri="{FF2B5EF4-FFF2-40B4-BE49-F238E27FC236}">
                <a16:creationId xmlns:a16="http://schemas.microsoft.com/office/drawing/2014/main" id="{0246A82C-BFBA-4EBF-A214-C98AEAEB9961}"/>
              </a:ext>
            </a:extLst>
          </p:cNvPr>
          <p:cNvSpPr/>
          <p:nvPr/>
        </p:nvSpPr>
        <p:spPr>
          <a:xfrm>
            <a:off x="737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3" name="四角形: 角を丸くする 722">
            <a:extLst>
              <a:ext uri="{FF2B5EF4-FFF2-40B4-BE49-F238E27FC236}">
                <a16:creationId xmlns:a16="http://schemas.microsoft.com/office/drawing/2014/main" id="{8E45580C-11AC-48BD-A606-D175741CF4C3}"/>
              </a:ext>
            </a:extLst>
          </p:cNvPr>
          <p:cNvSpPr/>
          <p:nvPr/>
        </p:nvSpPr>
        <p:spPr>
          <a:xfrm>
            <a:off x="755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4" name="四角形: 角を丸くする 723">
            <a:extLst>
              <a:ext uri="{FF2B5EF4-FFF2-40B4-BE49-F238E27FC236}">
                <a16:creationId xmlns:a16="http://schemas.microsoft.com/office/drawing/2014/main" id="{9B0D30C0-04AF-4027-A3F9-D1AC46D78E0A}"/>
              </a:ext>
            </a:extLst>
          </p:cNvPr>
          <p:cNvSpPr/>
          <p:nvPr/>
        </p:nvSpPr>
        <p:spPr>
          <a:xfrm>
            <a:off x="3101000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5" name="四角形: 角を丸くする 724">
            <a:extLst>
              <a:ext uri="{FF2B5EF4-FFF2-40B4-BE49-F238E27FC236}">
                <a16:creationId xmlns:a16="http://schemas.microsoft.com/office/drawing/2014/main" id="{C9A1BD6F-0758-40AD-B4FC-6451E4AEEF3B}"/>
              </a:ext>
            </a:extLst>
          </p:cNvPr>
          <p:cNvSpPr/>
          <p:nvPr/>
        </p:nvSpPr>
        <p:spPr>
          <a:xfrm>
            <a:off x="3101000" y="63165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6" name="四角形: 角を丸くする 725">
            <a:extLst>
              <a:ext uri="{FF2B5EF4-FFF2-40B4-BE49-F238E27FC236}">
                <a16:creationId xmlns:a16="http://schemas.microsoft.com/office/drawing/2014/main" id="{D9333730-F788-4D84-81D4-0D567F3C8CAD}"/>
              </a:ext>
            </a:extLst>
          </p:cNvPr>
          <p:cNvSpPr/>
          <p:nvPr/>
        </p:nvSpPr>
        <p:spPr>
          <a:xfrm>
            <a:off x="4408021" y="63165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7" name="四角形: 角を丸くする 726">
            <a:extLst>
              <a:ext uri="{FF2B5EF4-FFF2-40B4-BE49-F238E27FC236}">
                <a16:creationId xmlns:a16="http://schemas.microsoft.com/office/drawing/2014/main" id="{7080504D-C637-4C62-85B2-10EA28EB83F2}"/>
              </a:ext>
            </a:extLst>
          </p:cNvPr>
          <p:cNvSpPr/>
          <p:nvPr/>
        </p:nvSpPr>
        <p:spPr>
          <a:xfrm>
            <a:off x="4588021" y="63165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8" name="四角形: 角を丸くする 727">
            <a:extLst>
              <a:ext uri="{FF2B5EF4-FFF2-40B4-BE49-F238E27FC236}">
                <a16:creationId xmlns:a16="http://schemas.microsoft.com/office/drawing/2014/main" id="{DC7AA1DF-1230-48DA-9D7D-B0CCDC070F60}"/>
              </a:ext>
            </a:extLst>
          </p:cNvPr>
          <p:cNvSpPr/>
          <p:nvPr/>
        </p:nvSpPr>
        <p:spPr>
          <a:xfrm>
            <a:off x="5708984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9" name="四角形: 角を丸くする 728">
            <a:extLst>
              <a:ext uri="{FF2B5EF4-FFF2-40B4-BE49-F238E27FC236}">
                <a16:creationId xmlns:a16="http://schemas.microsoft.com/office/drawing/2014/main" id="{297CACA2-501D-457B-802A-1F69245E8267}"/>
              </a:ext>
            </a:extLst>
          </p:cNvPr>
          <p:cNvSpPr/>
          <p:nvPr/>
        </p:nvSpPr>
        <p:spPr>
          <a:xfrm>
            <a:off x="5888984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0" name="四角形: 角を丸くする 729">
            <a:extLst>
              <a:ext uri="{FF2B5EF4-FFF2-40B4-BE49-F238E27FC236}">
                <a16:creationId xmlns:a16="http://schemas.microsoft.com/office/drawing/2014/main" id="{11515A9E-2F8C-46B2-9644-6F572743A834}"/>
              </a:ext>
            </a:extLst>
          </p:cNvPr>
          <p:cNvSpPr/>
          <p:nvPr/>
        </p:nvSpPr>
        <p:spPr>
          <a:xfrm>
            <a:off x="736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1" name="四角形: 角を丸くする 730">
            <a:extLst>
              <a:ext uri="{FF2B5EF4-FFF2-40B4-BE49-F238E27FC236}">
                <a16:creationId xmlns:a16="http://schemas.microsoft.com/office/drawing/2014/main" id="{052459B8-C377-4824-98EE-422DD5BC749C}"/>
              </a:ext>
            </a:extLst>
          </p:cNvPr>
          <p:cNvSpPr/>
          <p:nvPr/>
        </p:nvSpPr>
        <p:spPr>
          <a:xfrm>
            <a:off x="7182058" y="610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2" name="四角形: 角を丸くする 731">
            <a:extLst>
              <a:ext uri="{FF2B5EF4-FFF2-40B4-BE49-F238E27FC236}">
                <a16:creationId xmlns:a16="http://schemas.microsoft.com/office/drawing/2014/main" id="{0EFF3696-E97B-4C98-B7C2-C6A42356C34D}"/>
              </a:ext>
            </a:extLst>
          </p:cNvPr>
          <p:cNvSpPr/>
          <p:nvPr/>
        </p:nvSpPr>
        <p:spPr>
          <a:xfrm>
            <a:off x="754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3" name="四角形: 角を丸くする 732">
            <a:extLst>
              <a:ext uri="{FF2B5EF4-FFF2-40B4-BE49-F238E27FC236}">
                <a16:creationId xmlns:a16="http://schemas.microsoft.com/office/drawing/2014/main" id="{6CCE6696-0E81-46D9-8145-254BD10B41F3}"/>
              </a:ext>
            </a:extLst>
          </p:cNvPr>
          <p:cNvSpPr/>
          <p:nvPr/>
        </p:nvSpPr>
        <p:spPr>
          <a:xfrm>
            <a:off x="718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4" name="四角形: 角を丸くする 733">
            <a:extLst>
              <a:ext uri="{FF2B5EF4-FFF2-40B4-BE49-F238E27FC236}">
                <a16:creationId xmlns:a16="http://schemas.microsoft.com/office/drawing/2014/main" id="{2E8D5C6F-7F5E-4CE2-A142-5796867ABC58}"/>
              </a:ext>
            </a:extLst>
          </p:cNvPr>
          <p:cNvSpPr/>
          <p:nvPr/>
        </p:nvSpPr>
        <p:spPr>
          <a:xfrm>
            <a:off x="700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5" name="四角形: 角を丸くする 734">
            <a:extLst>
              <a:ext uri="{FF2B5EF4-FFF2-40B4-BE49-F238E27FC236}">
                <a16:creationId xmlns:a16="http://schemas.microsoft.com/office/drawing/2014/main" id="{7B4F6D05-6534-4E7B-9950-A35FF70273A6}"/>
              </a:ext>
            </a:extLst>
          </p:cNvPr>
          <p:cNvSpPr/>
          <p:nvPr/>
        </p:nvSpPr>
        <p:spPr>
          <a:xfrm>
            <a:off x="772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6" name="四角形: 角を丸くする 735">
            <a:extLst>
              <a:ext uri="{FF2B5EF4-FFF2-40B4-BE49-F238E27FC236}">
                <a16:creationId xmlns:a16="http://schemas.microsoft.com/office/drawing/2014/main" id="{7AAC34CE-1437-42E2-8C26-83C4B74603CB}"/>
              </a:ext>
            </a:extLst>
          </p:cNvPr>
          <p:cNvSpPr/>
          <p:nvPr/>
        </p:nvSpPr>
        <p:spPr>
          <a:xfrm>
            <a:off x="7002058" y="610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7" name="四角形: 角を丸くする 736">
            <a:extLst>
              <a:ext uri="{FF2B5EF4-FFF2-40B4-BE49-F238E27FC236}">
                <a16:creationId xmlns:a16="http://schemas.microsoft.com/office/drawing/2014/main" id="{A9F39E85-469B-4D75-8F9A-B5329B251AF3}"/>
              </a:ext>
            </a:extLst>
          </p:cNvPr>
          <p:cNvSpPr/>
          <p:nvPr/>
        </p:nvSpPr>
        <p:spPr>
          <a:xfrm>
            <a:off x="790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8" name="四角形: 角を丸くする 737">
            <a:extLst>
              <a:ext uri="{FF2B5EF4-FFF2-40B4-BE49-F238E27FC236}">
                <a16:creationId xmlns:a16="http://schemas.microsoft.com/office/drawing/2014/main" id="{9AE5AF01-554D-4BB6-8362-063117BCD0DE}"/>
              </a:ext>
            </a:extLst>
          </p:cNvPr>
          <p:cNvSpPr/>
          <p:nvPr/>
        </p:nvSpPr>
        <p:spPr>
          <a:xfrm>
            <a:off x="7362058" y="610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9" name="四角形: 角を丸くする 738">
            <a:extLst>
              <a:ext uri="{FF2B5EF4-FFF2-40B4-BE49-F238E27FC236}">
                <a16:creationId xmlns:a16="http://schemas.microsoft.com/office/drawing/2014/main" id="{EDC09558-BFC3-41A3-827F-376A0484F671}"/>
              </a:ext>
            </a:extLst>
          </p:cNvPr>
          <p:cNvSpPr/>
          <p:nvPr/>
        </p:nvSpPr>
        <p:spPr>
          <a:xfrm>
            <a:off x="8325546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7" name="四角形: 角を丸くする 746">
            <a:extLst>
              <a:ext uri="{FF2B5EF4-FFF2-40B4-BE49-F238E27FC236}">
                <a16:creationId xmlns:a16="http://schemas.microsoft.com/office/drawing/2014/main" id="{047140BC-5614-4542-B95E-73815C28ADEF}"/>
              </a:ext>
            </a:extLst>
          </p:cNvPr>
          <p:cNvSpPr/>
          <p:nvPr/>
        </p:nvSpPr>
        <p:spPr>
          <a:xfrm>
            <a:off x="7182058" y="27619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8" name="四角形: 角を丸くする 747">
            <a:extLst>
              <a:ext uri="{FF2B5EF4-FFF2-40B4-BE49-F238E27FC236}">
                <a16:creationId xmlns:a16="http://schemas.microsoft.com/office/drawing/2014/main" id="{857CF7BF-910F-4EDE-8066-3080D038AB67}"/>
              </a:ext>
            </a:extLst>
          </p:cNvPr>
          <p:cNvSpPr/>
          <p:nvPr/>
        </p:nvSpPr>
        <p:spPr>
          <a:xfrm>
            <a:off x="7002058" y="27619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0" name="四角形: 角を丸くする 749">
            <a:extLst>
              <a:ext uri="{FF2B5EF4-FFF2-40B4-BE49-F238E27FC236}">
                <a16:creationId xmlns:a16="http://schemas.microsoft.com/office/drawing/2014/main" id="{A559ED0E-5DAE-4483-BF26-72255E70203A}"/>
              </a:ext>
            </a:extLst>
          </p:cNvPr>
          <p:cNvSpPr/>
          <p:nvPr/>
        </p:nvSpPr>
        <p:spPr>
          <a:xfrm>
            <a:off x="3112208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3" name="四角形: 角を丸くする 752">
            <a:extLst>
              <a:ext uri="{FF2B5EF4-FFF2-40B4-BE49-F238E27FC236}">
                <a16:creationId xmlns:a16="http://schemas.microsoft.com/office/drawing/2014/main" id="{E02B11C5-42A4-4B29-88CB-C38990FDD9A5}"/>
              </a:ext>
            </a:extLst>
          </p:cNvPr>
          <p:cNvSpPr/>
          <p:nvPr/>
        </p:nvSpPr>
        <p:spPr>
          <a:xfrm>
            <a:off x="4403566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4" name="四角形: 角を丸くする 753">
            <a:extLst>
              <a:ext uri="{FF2B5EF4-FFF2-40B4-BE49-F238E27FC236}">
                <a16:creationId xmlns:a16="http://schemas.microsoft.com/office/drawing/2014/main" id="{EDB7774C-F40E-4F0B-AAB2-5A465837B0F3}"/>
              </a:ext>
            </a:extLst>
          </p:cNvPr>
          <p:cNvSpPr/>
          <p:nvPr/>
        </p:nvSpPr>
        <p:spPr>
          <a:xfrm>
            <a:off x="8314237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5" name="四角形: 角を丸くする 754">
            <a:extLst>
              <a:ext uri="{FF2B5EF4-FFF2-40B4-BE49-F238E27FC236}">
                <a16:creationId xmlns:a16="http://schemas.microsoft.com/office/drawing/2014/main" id="{AD14C832-899D-42F9-B5C4-EE4F0362ECDB}"/>
              </a:ext>
            </a:extLst>
          </p:cNvPr>
          <p:cNvSpPr/>
          <p:nvPr/>
        </p:nvSpPr>
        <p:spPr>
          <a:xfrm>
            <a:off x="8494237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6" name="四角形: 角を丸くする 755">
            <a:extLst>
              <a:ext uri="{FF2B5EF4-FFF2-40B4-BE49-F238E27FC236}">
                <a16:creationId xmlns:a16="http://schemas.microsoft.com/office/drawing/2014/main" id="{E60C1B98-35D9-4C9A-86E0-2DC47EB4AEE4}"/>
              </a:ext>
            </a:extLst>
          </p:cNvPr>
          <p:cNvSpPr/>
          <p:nvPr/>
        </p:nvSpPr>
        <p:spPr>
          <a:xfrm>
            <a:off x="311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7" name="四角形: 角を丸くする 756">
            <a:extLst>
              <a:ext uri="{FF2B5EF4-FFF2-40B4-BE49-F238E27FC236}">
                <a16:creationId xmlns:a16="http://schemas.microsoft.com/office/drawing/2014/main" id="{C15BA473-4526-48F9-BE75-5EF8742A3275}"/>
              </a:ext>
            </a:extLst>
          </p:cNvPr>
          <p:cNvSpPr/>
          <p:nvPr/>
        </p:nvSpPr>
        <p:spPr>
          <a:xfrm>
            <a:off x="329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8" name="四角形: 角を丸くする 757">
            <a:extLst>
              <a:ext uri="{FF2B5EF4-FFF2-40B4-BE49-F238E27FC236}">
                <a16:creationId xmlns:a16="http://schemas.microsoft.com/office/drawing/2014/main" id="{BFD5B55F-5EB4-450C-B3F2-391A1F688BF2}"/>
              </a:ext>
            </a:extLst>
          </p:cNvPr>
          <p:cNvSpPr/>
          <p:nvPr/>
        </p:nvSpPr>
        <p:spPr>
          <a:xfrm>
            <a:off x="347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9" name="四角形: 角を丸くする 758">
            <a:extLst>
              <a:ext uri="{FF2B5EF4-FFF2-40B4-BE49-F238E27FC236}">
                <a16:creationId xmlns:a16="http://schemas.microsoft.com/office/drawing/2014/main" id="{4DFB3949-967D-40B0-B30E-7CFBE920565E}"/>
              </a:ext>
            </a:extLst>
          </p:cNvPr>
          <p:cNvSpPr/>
          <p:nvPr/>
        </p:nvSpPr>
        <p:spPr>
          <a:xfrm>
            <a:off x="365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0" name="四角形: 角を丸くする 759">
            <a:extLst>
              <a:ext uri="{FF2B5EF4-FFF2-40B4-BE49-F238E27FC236}">
                <a16:creationId xmlns:a16="http://schemas.microsoft.com/office/drawing/2014/main" id="{A312DBDF-CF78-48E7-8662-CE52FCC8D3BD}"/>
              </a:ext>
            </a:extLst>
          </p:cNvPr>
          <p:cNvSpPr/>
          <p:nvPr/>
        </p:nvSpPr>
        <p:spPr>
          <a:xfrm>
            <a:off x="4403566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1" name="四角形: 角を丸くする 760">
            <a:extLst>
              <a:ext uri="{FF2B5EF4-FFF2-40B4-BE49-F238E27FC236}">
                <a16:creationId xmlns:a16="http://schemas.microsoft.com/office/drawing/2014/main" id="{5C4A17DE-14DE-414C-BE75-D6C2DD8ED644}"/>
              </a:ext>
            </a:extLst>
          </p:cNvPr>
          <p:cNvSpPr/>
          <p:nvPr/>
        </p:nvSpPr>
        <p:spPr>
          <a:xfrm>
            <a:off x="4583566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2" name="四角形: 角を丸くする 761">
            <a:extLst>
              <a:ext uri="{FF2B5EF4-FFF2-40B4-BE49-F238E27FC236}">
                <a16:creationId xmlns:a16="http://schemas.microsoft.com/office/drawing/2014/main" id="{EA2426F2-ACDA-4979-8594-E83BE06C05FE}"/>
              </a:ext>
            </a:extLst>
          </p:cNvPr>
          <p:cNvSpPr/>
          <p:nvPr/>
        </p:nvSpPr>
        <p:spPr>
          <a:xfrm>
            <a:off x="4763566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3" name="四角形: 角を丸くする 762">
            <a:extLst>
              <a:ext uri="{FF2B5EF4-FFF2-40B4-BE49-F238E27FC236}">
                <a16:creationId xmlns:a16="http://schemas.microsoft.com/office/drawing/2014/main" id="{D78C397C-55A6-4654-A5A5-D7E2BED44968}"/>
              </a:ext>
            </a:extLst>
          </p:cNvPr>
          <p:cNvSpPr/>
          <p:nvPr/>
        </p:nvSpPr>
        <p:spPr>
          <a:xfrm>
            <a:off x="5701242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4" name="四角形: 角を丸くする 763">
            <a:extLst>
              <a:ext uri="{FF2B5EF4-FFF2-40B4-BE49-F238E27FC236}">
                <a16:creationId xmlns:a16="http://schemas.microsoft.com/office/drawing/2014/main" id="{C42DA0F1-E25D-45E3-BD4F-0645EAF379F0}"/>
              </a:ext>
            </a:extLst>
          </p:cNvPr>
          <p:cNvSpPr/>
          <p:nvPr/>
        </p:nvSpPr>
        <p:spPr>
          <a:xfrm>
            <a:off x="5881242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5" name="四角形: 角を丸くする 764">
            <a:extLst>
              <a:ext uri="{FF2B5EF4-FFF2-40B4-BE49-F238E27FC236}">
                <a16:creationId xmlns:a16="http://schemas.microsoft.com/office/drawing/2014/main" id="{5340FEB0-7620-41CA-B8EA-F2B5AF3DE268}"/>
              </a:ext>
            </a:extLst>
          </p:cNvPr>
          <p:cNvSpPr/>
          <p:nvPr/>
        </p:nvSpPr>
        <p:spPr>
          <a:xfrm>
            <a:off x="700205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6" name="四角形: 角を丸くする 765">
            <a:extLst>
              <a:ext uri="{FF2B5EF4-FFF2-40B4-BE49-F238E27FC236}">
                <a16:creationId xmlns:a16="http://schemas.microsoft.com/office/drawing/2014/main" id="{E8CC2A67-9BD3-4D62-B5F4-69721EC6731C}"/>
              </a:ext>
            </a:extLst>
          </p:cNvPr>
          <p:cNvSpPr/>
          <p:nvPr/>
        </p:nvSpPr>
        <p:spPr>
          <a:xfrm>
            <a:off x="4409980" y="15947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7" name="四角形: 角を丸くする 766">
            <a:extLst>
              <a:ext uri="{FF2B5EF4-FFF2-40B4-BE49-F238E27FC236}">
                <a16:creationId xmlns:a16="http://schemas.microsoft.com/office/drawing/2014/main" id="{01E2E5D9-F7D2-422B-9E14-2200D051A718}"/>
              </a:ext>
            </a:extLst>
          </p:cNvPr>
          <p:cNvSpPr/>
          <p:nvPr/>
        </p:nvSpPr>
        <p:spPr>
          <a:xfrm>
            <a:off x="4589980" y="15947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8" name="四角形: 角を丸くする 767">
            <a:extLst>
              <a:ext uri="{FF2B5EF4-FFF2-40B4-BE49-F238E27FC236}">
                <a16:creationId xmlns:a16="http://schemas.microsoft.com/office/drawing/2014/main" id="{68FE8AC4-AEAA-4443-916C-EFD46D95C0E0}"/>
              </a:ext>
            </a:extLst>
          </p:cNvPr>
          <p:cNvSpPr/>
          <p:nvPr/>
        </p:nvSpPr>
        <p:spPr>
          <a:xfrm>
            <a:off x="4409980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9" name="四角形: 角を丸くする 768">
            <a:extLst>
              <a:ext uri="{FF2B5EF4-FFF2-40B4-BE49-F238E27FC236}">
                <a16:creationId xmlns:a16="http://schemas.microsoft.com/office/drawing/2014/main" id="{4FE1E952-C8E6-452B-B327-C7C207A2FF58}"/>
              </a:ext>
            </a:extLst>
          </p:cNvPr>
          <p:cNvSpPr/>
          <p:nvPr/>
        </p:nvSpPr>
        <p:spPr>
          <a:xfrm>
            <a:off x="4589980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0" name="四角形: 角を丸くする 769">
            <a:extLst>
              <a:ext uri="{FF2B5EF4-FFF2-40B4-BE49-F238E27FC236}">
                <a16:creationId xmlns:a16="http://schemas.microsoft.com/office/drawing/2014/main" id="{B30F6D9B-4414-4C44-865C-9A0A7C59B2E7}"/>
              </a:ext>
            </a:extLst>
          </p:cNvPr>
          <p:cNvSpPr/>
          <p:nvPr/>
        </p:nvSpPr>
        <p:spPr>
          <a:xfrm>
            <a:off x="570274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1" name="四角形: 角を丸くする 770">
            <a:extLst>
              <a:ext uri="{FF2B5EF4-FFF2-40B4-BE49-F238E27FC236}">
                <a16:creationId xmlns:a16="http://schemas.microsoft.com/office/drawing/2014/main" id="{6B6652B4-1CD5-4955-BE91-285841FDC4E9}"/>
              </a:ext>
            </a:extLst>
          </p:cNvPr>
          <p:cNvSpPr/>
          <p:nvPr/>
        </p:nvSpPr>
        <p:spPr>
          <a:xfrm>
            <a:off x="588274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2" name="四角形: 角を丸くする 771">
            <a:extLst>
              <a:ext uri="{FF2B5EF4-FFF2-40B4-BE49-F238E27FC236}">
                <a16:creationId xmlns:a16="http://schemas.microsoft.com/office/drawing/2014/main" id="{2B6F1AE9-24A7-4791-B771-260251113CDA}"/>
              </a:ext>
            </a:extLst>
          </p:cNvPr>
          <p:cNvSpPr/>
          <p:nvPr/>
        </p:nvSpPr>
        <p:spPr>
          <a:xfrm>
            <a:off x="8321379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3" name="四角形: 角を丸くする 772">
            <a:extLst>
              <a:ext uri="{FF2B5EF4-FFF2-40B4-BE49-F238E27FC236}">
                <a16:creationId xmlns:a16="http://schemas.microsoft.com/office/drawing/2014/main" id="{DAA71C5A-56A9-4742-8888-9B50356AF079}"/>
              </a:ext>
            </a:extLst>
          </p:cNvPr>
          <p:cNvSpPr/>
          <p:nvPr/>
        </p:nvSpPr>
        <p:spPr>
          <a:xfrm>
            <a:off x="700205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4" name="四角形: 角を丸くする 773">
            <a:extLst>
              <a:ext uri="{FF2B5EF4-FFF2-40B4-BE49-F238E27FC236}">
                <a16:creationId xmlns:a16="http://schemas.microsoft.com/office/drawing/2014/main" id="{EC2747E7-97D7-44AC-9768-B8D194E16952}"/>
              </a:ext>
            </a:extLst>
          </p:cNvPr>
          <p:cNvSpPr/>
          <p:nvPr/>
        </p:nvSpPr>
        <p:spPr>
          <a:xfrm>
            <a:off x="718205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5" name="四角形: 角を丸くする 774">
            <a:extLst>
              <a:ext uri="{FF2B5EF4-FFF2-40B4-BE49-F238E27FC236}">
                <a16:creationId xmlns:a16="http://schemas.microsoft.com/office/drawing/2014/main" id="{C4A7C47C-56A3-4CD8-95DD-E91AB266A349}"/>
              </a:ext>
            </a:extLst>
          </p:cNvPr>
          <p:cNvSpPr/>
          <p:nvPr/>
        </p:nvSpPr>
        <p:spPr>
          <a:xfrm>
            <a:off x="3112208" y="47384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6" name="四角形: 角を丸くする 775">
            <a:extLst>
              <a:ext uri="{FF2B5EF4-FFF2-40B4-BE49-F238E27FC236}">
                <a16:creationId xmlns:a16="http://schemas.microsoft.com/office/drawing/2014/main" id="{89B97484-DD13-48C9-8440-D3758F7B146B}"/>
              </a:ext>
            </a:extLst>
          </p:cNvPr>
          <p:cNvSpPr/>
          <p:nvPr/>
        </p:nvSpPr>
        <p:spPr>
          <a:xfrm>
            <a:off x="3292208" y="47384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7" name="四角形: 角を丸くする 776">
            <a:extLst>
              <a:ext uri="{FF2B5EF4-FFF2-40B4-BE49-F238E27FC236}">
                <a16:creationId xmlns:a16="http://schemas.microsoft.com/office/drawing/2014/main" id="{49ADA06E-64D0-4D18-AF87-CEF5E12E31B1}"/>
              </a:ext>
            </a:extLst>
          </p:cNvPr>
          <p:cNvSpPr/>
          <p:nvPr/>
        </p:nvSpPr>
        <p:spPr>
          <a:xfrm>
            <a:off x="5702748" y="47384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8" name="四角形: 角を丸くする 777">
            <a:extLst>
              <a:ext uri="{FF2B5EF4-FFF2-40B4-BE49-F238E27FC236}">
                <a16:creationId xmlns:a16="http://schemas.microsoft.com/office/drawing/2014/main" id="{6D9606B9-505B-4238-98B5-7A1B35D2F909}"/>
              </a:ext>
            </a:extLst>
          </p:cNvPr>
          <p:cNvSpPr/>
          <p:nvPr/>
        </p:nvSpPr>
        <p:spPr>
          <a:xfrm>
            <a:off x="990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9" name="四角形: 角を丸くする 778">
            <a:extLst>
              <a:ext uri="{FF2B5EF4-FFF2-40B4-BE49-F238E27FC236}">
                <a16:creationId xmlns:a16="http://schemas.microsoft.com/office/drawing/2014/main" id="{98E063E9-1E12-4A43-AEBB-9FD782204CE9}"/>
              </a:ext>
            </a:extLst>
          </p:cNvPr>
          <p:cNvSpPr/>
          <p:nvPr/>
        </p:nvSpPr>
        <p:spPr>
          <a:xfrm>
            <a:off x="1044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1" name="四角形: 角を丸くする 780">
            <a:extLst>
              <a:ext uri="{FF2B5EF4-FFF2-40B4-BE49-F238E27FC236}">
                <a16:creationId xmlns:a16="http://schemas.microsoft.com/office/drawing/2014/main" id="{271F8800-023B-4822-8EC3-6A0050948F58}"/>
              </a:ext>
            </a:extLst>
          </p:cNvPr>
          <p:cNvSpPr/>
          <p:nvPr/>
        </p:nvSpPr>
        <p:spPr>
          <a:xfrm>
            <a:off x="10624191" y="18565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2" name="四角形: 角を丸くする 781">
            <a:extLst>
              <a:ext uri="{FF2B5EF4-FFF2-40B4-BE49-F238E27FC236}">
                <a16:creationId xmlns:a16="http://schemas.microsoft.com/office/drawing/2014/main" id="{9D477F13-802F-4E28-8DCF-A1B1A6440508}"/>
              </a:ext>
            </a:extLst>
          </p:cNvPr>
          <p:cNvSpPr/>
          <p:nvPr/>
        </p:nvSpPr>
        <p:spPr>
          <a:xfrm>
            <a:off x="10444191" y="18565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6" name="四角形: 角を丸くする 785">
            <a:extLst>
              <a:ext uri="{FF2B5EF4-FFF2-40B4-BE49-F238E27FC236}">
                <a16:creationId xmlns:a16="http://schemas.microsoft.com/office/drawing/2014/main" id="{F5030F43-BD2C-431B-8DD5-400D2144ECF8}"/>
              </a:ext>
            </a:extLst>
          </p:cNvPr>
          <p:cNvSpPr/>
          <p:nvPr/>
        </p:nvSpPr>
        <p:spPr>
          <a:xfrm>
            <a:off x="1008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9" name="四角形: 角を丸くする 788">
            <a:extLst>
              <a:ext uri="{FF2B5EF4-FFF2-40B4-BE49-F238E27FC236}">
                <a16:creationId xmlns:a16="http://schemas.microsoft.com/office/drawing/2014/main" id="{B91FE6FC-639D-4219-A631-0378CF66960F}"/>
              </a:ext>
            </a:extLst>
          </p:cNvPr>
          <p:cNvSpPr/>
          <p:nvPr/>
        </p:nvSpPr>
        <p:spPr>
          <a:xfrm>
            <a:off x="1062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0" name="四角形: 角を丸くする 789">
            <a:extLst>
              <a:ext uri="{FF2B5EF4-FFF2-40B4-BE49-F238E27FC236}">
                <a16:creationId xmlns:a16="http://schemas.microsoft.com/office/drawing/2014/main" id="{D7DFB69E-B6EF-488F-8A7C-528FC167110F}"/>
              </a:ext>
            </a:extLst>
          </p:cNvPr>
          <p:cNvSpPr/>
          <p:nvPr/>
        </p:nvSpPr>
        <p:spPr>
          <a:xfrm>
            <a:off x="1080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1" name="四角形: 角を丸くする 790">
            <a:extLst>
              <a:ext uri="{FF2B5EF4-FFF2-40B4-BE49-F238E27FC236}">
                <a16:creationId xmlns:a16="http://schemas.microsoft.com/office/drawing/2014/main" id="{9D368077-1D9A-4340-A398-CEEDF684E6B0}"/>
              </a:ext>
            </a:extLst>
          </p:cNvPr>
          <p:cNvSpPr/>
          <p:nvPr/>
        </p:nvSpPr>
        <p:spPr>
          <a:xfrm>
            <a:off x="1026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3" name="四角形: 角を丸くする 792">
            <a:extLst>
              <a:ext uri="{FF2B5EF4-FFF2-40B4-BE49-F238E27FC236}">
                <a16:creationId xmlns:a16="http://schemas.microsoft.com/office/drawing/2014/main" id="{F9996100-7718-47B2-88A4-BC6E9276BCBD}"/>
              </a:ext>
            </a:extLst>
          </p:cNvPr>
          <p:cNvSpPr/>
          <p:nvPr/>
        </p:nvSpPr>
        <p:spPr>
          <a:xfrm>
            <a:off x="10804191" y="18565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4" name="四角形: 角を丸くする 793">
            <a:extLst>
              <a:ext uri="{FF2B5EF4-FFF2-40B4-BE49-F238E27FC236}">
                <a16:creationId xmlns:a16="http://schemas.microsoft.com/office/drawing/2014/main" id="{9F4E79F8-7F28-44F5-96FC-89E7425FF64A}"/>
              </a:ext>
            </a:extLst>
          </p:cNvPr>
          <p:cNvSpPr/>
          <p:nvPr/>
        </p:nvSpPr>
        <p:spPr>
          <a:xfrm>
            <a:off x="10894426" y="171145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5" name="四角形: 角を丸くする 794">
            <a:extLst>
              <a:ext uri="{FF2B5EF4-FFF2-40B4-BE49-F238E27FC236}">
                <a16:creationId xmlns:a16="http://schemas.microsoft.com/office/drawing/2014/main" id="{ABABAFC0-26FB-42CA-AE0D-0BF44DE50AAF}"/>
              </a:ext>
            </a:extLst>
          </p:cNvPr>
          <p:cNvSpPr/>
          <p:nvPr/>
        </p:nvSpPr>
        <p:spPr>
          <a:xfrm>
            <a:off x="1119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6" name="四角形: 角を丸くする 795">
            <a:extLst>
              <a:ext uri="{FF2B5EF4-FFF2-40B4-BE49-F238E27FC236}">
                <a16:creationId xmlns:a16="http://schemas.microsoft.com/office/drawing/2014/main" id="{A4D3A221-F8C9-444B-8BCA-BBAC55EADCA4}"/>
              </a:ext>
            </a:extLst>
          </p:cNvPr>
          <p:cNvSpPr/>
          <p:nvPr/>
        </p:nvSpPr>
        <p:spPr>
          <a:xfrm>
            <a:off x="1173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7" name="四角形: 角を丸くする 796">
            <a:extLst>
              <a:ext uri="{FF2B5EF4-FFF2-40B4-BE49-F238E27FC236}">
                <a16:creationId xmlns:a16="http://schemas.microsoft.com/office/drawing/2014/main" id="{7BFB60F5-FD33-48DE-8D7A-6795BE5DC130}"/>
              </a:ext>
            </a:extLst>
          </p:cNvPr>
          <p:cNvSpPr/>
          <p:nvPr/>
        </p:nvSpPr>
        <p:spPr>
          <a:xfrm>
            <a:off x="12177735" y="171145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8" name="四角形: 角を丸くする 797">
            <a:extLst>
              <a:ext uri="{FF2B5EF4-FFF2-40B4-BE49-F238E27FC236}">
                <a16:creationId xmlns:a16="http://schemas.microsoft.com/office/drawing/2014/main" id="{1AC64997-CB28-48F7-97D1-87280F9C502D}"/>
              </a:ext>
            </a:extLst>
          </p:cNvPr>
          <p:cNvSpPr/>
          <p:nvPr/>
        </p:nvSpPr>
        <p:spPr>
          <a:xfrm>
            <a:off x="12098629" y="18565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9" name="四角形: 角を丸くする 798">
            <a:extLst>
              <a:ext uri="{FF2B5EF4-FFF2-40B4-BE49-F238E27FC236}">
                <a16:creationId xmlns:a16="http://schemas.microsoft.com/office/drawing/2014/main" id="{D65DDF42-93E0-4489-948B-9B6855683FFD}"/>
              </a:ext>
            </a:extLst>
          </p:cNvPr>
          <p:cNvSpPr/>
          <p:nvPr/>
        </p:nvSpPr>
        <p:spPr>
          <a:xfrm>
            <a:off x="1137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0" name="四角形: 角を丸くする 799">
            <a:extLst>
              <a:ext uri="{FF2B5EF4-FFF2-40B4-BE49-F238E27FC236}">
                <a16:creationId xmlns:a16="http://schemas.microsoft.com/office/drawing/2014/main" id="{E85D46EE-54FD-470A-8D6B-4700482E92EF}"/>
              </a:ext>
            </a:extLst>
          </p:cNvPr>
          <p:cNvSpPr/>
          <p:nvPr/>
        </p:nvSpPr>
        <p:spPr>
          <a:xfrm>
            <a:off x="1155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1" name="四角形: 角を丸くする 800">
            <a:extLst>
              <a:ext uri="{FF2B5EF4-FFF2-40B4-BE49-F238E27FC236}">
                <a16:creationId xmlns:a16="http://schemas.microsoft.com/office/drawing/2014/main" id="{A0EF71BD-99E8-46DE-A418-BAF859560F57}"/>
              </a:ext>
            </a:extLst>
          </p:cNvPr>
          <p:cNvSpPr/>
          <p:nvPr/>
        </p:nvSpPr>
        <p:spPr>
          <a:xfrm>
            <a:off x="1191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2" name="四角形: 角を丸くする 801">
            <a:extLst>
              <a:ext uri="{FF2B5EF4-FFF2-40B4-BE49-F238E27FC236}">
                <a16:creationId xmlns:a16="http://schemas.microsoft.com/office/drawing/2014/main" id="{8B9AF882-7D03-44AF-9C98-670D9EA9C2BB}"/>
              </a:ext>
            </a:extLst>
          </p:cNvPr>
          <p:cNvSpPr/>
          <p:nvPr/>
        </p:nvSpPr>
        <p:spPr>
          <a:xfrm>
            <a:off x="1209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3" name="四角形: 角を丸くする 802">
            <a:extLst>
              <a:ext uri="{FF2B5EF4-FFF2-40B4-BE49-F238E27FC236}">
                <a16:creationId xmlns:a16="http://schemas.microsoft.com/office/drawing/2014/main" id="{063C9AFC-D6B1-472E-B7A9-A451DB552643}"/>
              </a:ext>
            </a:extLst>
          </p:cNvPr>
          <p:cNvSpPr/>
          <p:nvPr/>
        </p:nvSpPr>
        <p:spPr>
          <a:xfrm>
            <a:off x="990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4" name="四角形: 角を丸くする 803">
            <a:extLst>
              <a:ext uri="{FF2B5EF4-FFF2-40B4-BE49-F238E27FC236}">
                <a16:creationId xmlns:a16="http://schemas.microsoft.com/office/drawing/2014/main" id="{2AD618F7-F50D-4C34-97C2-F9B5DF9BA20F}"/>
              </a:ext>
            </a:extLst>
          </p:cNvPr>
          <p:cNvSpPr/>
          <p:nvPr/>
        </p:nvSpPr>
        <p:spPr>
          <a:xfrm>
            <a:off x="1044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5" name="四角形: 角を丸くする 804">
            <a:extLst>
              <a:ext uri="{FF2B5EF4-FFF2-40B4-BE49-F238E27FC236}">
                <a16:creationId xmlns:a16="http://schemas.microsoft.com/office/drawing/2014/main" id="{E0CCFA13-6B99-4237-814A-9C45CF05764B}"/>
              </a:ext>
            </a:extLst>
          </p:cNvPr>
          <p:cNvSpPr/>
          <p:nvPr/>
        </p:nvSpPr>
        <p:spPr>
          <a:xfrm>
            <a:off x="10264191" y="249127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6" name="四角形: 角を丸くする 805">
            <a:extLst>
              <a:ext uri="{FF2B5EF4-FFF2-40B4-BE49-F238E27FC236}">
                <a16:creationId xmlns:a16="http://schemas.microsoft.com/office/drawing/2014/main" id="{A3E0289B-F3E8-45EF-961A-9BB684125574}"/>
              </a:ext>
            </a:extLst>
          </p:cNvPr>
          <p:cNvSpPr/>
          <p:nvPr/>
        </p:nvSpPr>
        <p:spPr>
          <a:xfrm>
            <a:off x="10804191" y="249127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7" name="四角形: 角を丸くする 806">
            <a:extLst>
              <a:ext uri="{FF2B5EF4-FFF2-40B4-BE49-F238E27FC236}">
                <a16:creationId xmlns:a16="http://schemas.microsoft.com/office/drawing/2014/main" id="{3469920E-991C-41F5-9D02-84EFF8EF3D75}"/>
              </a:ext>
            </a:extLst>
          </p:cNvPr>
          <p:cNvSpPr/>
          <p:nvPr/>
        </p:nvSpPr>
        <p:spPr>
          <a:xfrm>
            <a:off x="10624191" y="249127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8" name="四角形: 角を丸くする 807">
            <a:extLst>
              <a:ext uri="{FF2B5EF4-FFF2-40B4-BE49-F238E27FC236}">
                <a16:creationId xmlns:a16="http://schemas.microsoft.com/office/drawing/2014/main" id="{0B96C807-1EFB-4AAB-9D13-381D9E1B589D}"/>
              </a:ext>
            </a:extLst>
          </p:cNvPr>
          <p:cNvSpPr/>
          <p:nvPr/>
        </p:nvSpPr>
        <p:spPr>
          <a:xfrm>
            <a:off x="10894426" y="23268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9" name="四角形: 角を丸くする 808">
            <a:extLst>
              <a:ext uri="{FF2B5EF4-FFF2-40B4-BE49-F238E27FC236}">
                <a16:creationId xmlns:a16="http://schemas.microsoft.com/office/drawing/2014/main" id="{17C8D69C-EEC2-40A2-8828-DA384F49420E}"/>
              </a:ext>
            </a:extLst>
          </p:cNvPr>
          <p:cNvSpPr/>
          <p:nvPr/>
        </p:nvSpPr>
        <p:spPr>
          <a:xfrm>
            <a:off x="10444191" y="249127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0" name="四角形: 角を丸くする 809">
            <a:extLst>
              <a:ext uri="{FF2B5EF4-FFF2-40B4-BE49-F238E27FC236}">
                <a16:creationId xmlns:a16="http://schemas.microsoft.com/office/drawing/2014/main" id="{6AFFB06D-A3AD-4027-BF08-42AF26C3D56D}"/>
              </a:ext>
            </a:extLst>
          </p:cNvPr>
          <p:cNvSpPr/>
          <p:nvPr/>
        </p:nvSpPr>
        <p:spPr>
          <a:xfrm>
            <a:off x="1008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1" name="四角形: 角を丸くする 810">
            <a:extLst>
              <a:ext uri="{FF2B5EF4-FFF2-40B4-BE49-F238E27FC236}">
                <a16:creationId xmlns:a16="http://schemas.microsoft.com/office/drawing/2014/main" id="{EC7F55F1-21B7-4414-A349-4B0F8D6D27BB}"/>
              </a:ext>
            </a:extLst>
          </p:cNvPr>
          <p:cNvSpPr/>
          <p:nvPr/>
        </p:nvSpPr>
        <p:spPr>
          <a:xfrm>
            <a:off x="1026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2" name="四角形: 角を丸くする 811">
            <a:extLst>
              <a:ext uri="{FF2B5EF4-FFF2-40B4-BE49-F238E27FC236}">
                <a16:creationId xmlns:a16="http://schemas.microsoft.com/office/drawing/2014/main" id="{BED0A2B1-F593-47F4-BB4C-0AA61DC81507}"/>
              </a:ext>
            </a:extLst>
          </p:cNvPr>
          <p:cNvSpPr/>
          <p:nvPr/>
        </p:nvSpPr>
        <p:spPr>
          <a:xfrm>
            <a:off x="1062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3" name="四角形: 角を丸くする 812">
            <a:extLst>
              <a:ext uri="{FF2B5EF4-FFF2-40B4-BE49-F238E27FC236}">
                <a16:creationId xmlns:a16="http://schemas.microsoft.com/office/drawing/2014/main" id="{C19E6561-118D-4608-A711-098F6FCC4EFD}"/>
              </a:ext>
            </a:extLst>
          </p:cNvPr>
          <p:cNvSpPr/>
          <p:nvPr/>
        </p:nvSpPr>
        <p:spPr>
          <a:xfrm>
            <a:off x="1080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1" name="四角形: 角を丸くする 820">
            <a:extLst>
              <a:ext uri="{FF2B5EF4-FFF2-40B4-BE49-F238E27FC236}">
                <a16:creationId xmlns:a16="http://schemas.microsoft.com/office/drawing/2014/main" id="{802BF9A1-1DD5-4E74-BF32-BFE3370E28FE}"/>
              </a:ext>
            </a:extLst>
          </p:cNvPr>
          <p:cNvSpPr/>
          <p:nvPr/>
        </p:nvSpPr>
        <p:spPr>
          <a:xfrm>
            <a:off x="990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2" name="四角形: 角を丸くする 821">
            <a:extLst>
              <a:ext uri="{FF2B5EF4-FFF2-40B4-BE49-F238E27FC236}">
                <a16:creationId xmlns:a16="http://schemas.microsoft.com/office/drawing/2014/main" id="{1D00FFD3-099C-4FEC-9FC5-AADD2D232EE3}"/>
              </a:ext>
            </a:extLst>
          </p:cNvPr>
          <p:cNvSpPr/>
          <p:nvPr/>
        </p:nvSpPr>
        <p:spPr>
          <a:xfrm>
            <a:off x="1008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3" name="四角形: 角を丸くする 822">
            <a:extLst>
              <a:ext uri="{FF2B5EF4-FFF2-40B4-BE49-F238E27FC236}">
                <a16:creationId xmlns:a16="http://schemas.microsoft.com/office/drawing/2014/main" id="{9D3162E6-0744-4108-9485-247857CF6F84}"/>
              </a:ext>
            </a:extLst>
          </p:cNvPr>
          <p:cNvSpPr/>
          <p:nvPr/>
        </p:nvSpPr>
        <p:spPr>
          <a:xfrm>
            <a:off x="1044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4" name="四角形: 角を丸くする 823">
            <a:extLst>
              <a:ext uri="{FF2B5EF4-FFF2-40B4-BE49-F238E27FC236}">
                <a16:creationId xmlns:a16="http://schemas.microsoft.com/office/drawing/2014/main" id="{D665BD56-7177-4BB3-B447-506F39FF1BD6}"/>
              </a:ext>
            </a:extLst>
          </p:cNvPr>
          <p:cNvSpPr/>
          <p:nvPr/>
        </p:nvSpPr>
        <p:spPr>
          <a:xfrm>
            <a:off x="1026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5" name="四角形: 角を丸くする 824">
            <a:extLst>
              <a:ext uri="{FF2B5EF4-FFF2-40B4-BE49-F238E27FC236}">
                <a16:creationId xmlns:a16="http://schemas.microsoft.com/office/drawing/2014/main" id="{0254AB49-20D6-40C3-8985-BA4E35101127}"/>
              </a:ext>
            </a:extLst>
          </p:cNvPr>
          <p:cNvSpPr/>
          <p:nvPr/>
        </p:nvSpPr>
        <p:spPr>
          <a:xfrm>
            <a:off x="1062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6" name="四角形: 角を丸くする 825">
            <a:extLst>
              <a:ext uri="{FF2B5EF4-FFF2-40B4-BE49-F238E27FC236}">
                <a16:creationId xmlns:a16="http://schemas.microsoft.com/office/drawing/2014/main" id="{9C6B2AC5-817C-4E71-B95B-3FB3E8E7D366}"/>
              </a:ext>
            </a:extLst>
          </p:cNvPr>
          <p:cNvSpPr/>
          <p:nvPr/>
        </p:nvSpPr>
        <p:spPr>
          <a:xfrm>
            <a:off x="1080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7" name="四角形: 角を丸くする 826">
            <a:extLst>
              <a:ext uri="{FF2B5EF4-FFF2-40B4-BE49-F238E27FC236}">
                <a16:creationId xmlns:a16="http://schemas.microsoft.com/office/drawing/2014/main" id="{246B265D-4F87-48CA-B28A-C8752503D9B7}"/>
              </a:ext>
            </a:extLst>
          </p:cNvPr>
          <p:cNvSpPr/>
          <p:nvPr/>
        </p:nvSpPr>
        <p:spPr>
          <a:xfrm>
            <a:off x="10804191" y="315152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8" name="四角形: 角を丸くする 827">
            <a:extLst>
              <a:ext uri="{FF2B5EF4-FFF2-40B4-BE49-F238E27FC236}">
                <a16:creationId xmlns:a16="http://schemas.microsoft.com/office/drawing/2014/main" id="{466143D5-8459-40F1-951B-2C487EBAE715}"/>
              </a:ext>
            </a:extLst>
          </p:cNvPr>
          <p:cNvSpPr/>
          <p:nvPr/>
        </p:nvSpPr>
        <p:spPr>
          <a:xfrm>
            <a:off x="10894426" y="300393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7" name="正方形/長方形 616">
            <a:extLst>
              <a:ext uri="{FF2B5EF4-FFF2-40B4-BE49-F238E27FC236}">
                <a16:creationId xmlns:a16="http://schemas.microsoft.com/office/drawing/2014/main" id="{2849E501-2FE8-4A70-B8E1-D9D40131970B}"/>
              </a:ext>
            </a:extLst>
          </p:cNvPr>
          <p:cNvSpPr/>
          <p:nvPr/>
        </p:nvSpPr>
        <p:spPr>
          <a:xfrm>
            <a:off x="9892780" y="5423618"/>
            <a:ext cx="1116532" cy="372392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税務処理</a:t>
            </a:r>
          </a:p>
        </p:txBody>
      </p:sp>
      <p:sp>
        <p:nvSpPr>
          <p:cNvPr id="837" name="四角形: 角を丸くする 836">
            <a:extLst>
              <a:ext uri="{FF2B5EF4-FFF2-40B4-BE49-F238E27FC236}">
                <a16:creationId xmlns:a16="http://schemas.microsoft.com/office/drawing/2014/main" id="{E1D20517-F2D7-405A-9FC5-1308C916C86F}"/>
              </a:ext>
            </a:extLst>
          </p:cNvPr>
          <p:cNvSpPr/>
          <p:nvPr/>
        </p:nvSpPr>
        <p:spPr>
          <a:xfrm>
            <a:off x="9908642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8" name="四角形: 角を丸くする 837">
            <a:extLst>
              <a:ext uri="{FF2B5EF4-FFF2-40B4-BE49-F238E27FC236}">
                <a16:creationId xmlns:a16="http://schemas.microsoft.com/office/drawing/2014/main" id="{E71DC51A-9800-40FB-9950-C6E2303F4BDA}"/>
              </a:ext>
            </a:extLst>
          </p:cNvPr>
          <p:cNvSpPr/>
          <p:nvPr/>
        </p:nvSpPr>
        <p:spPr>
          <a:xfrm>
            <a:off x="10088642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9" name="四角形: 角を丸くする 838">
            <a:extLst>
              <a:ext uri="{FF2B5EF4-FFF2-40B4-BE49-F238E27FC236}">
                <a16:creationId xmlns:a16="http://schemas.microsoft.com/office/drawing/2014/main" id="{F09CCDE1-CB31-4E89-A084-746F7F4009AB}"/>
              </a:ext>
            </a:extLst>
          </p:cNvPr>
          <p:cNvSpPr/>
          <p:nvPr/>
        </p:nvSpPr>
        <p:spPr>
          <a:xfrm>
            <a:off x="10268642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0" name="四角形: 角を丸くする 839">
            <a:extLst>
              <a:ext uri="{FF2B5EF4-FFF2-40B4-BE49-F238E27FC236}">
                <a16:creationId xmlns:a16="http://schemas.microsoft.com/office/drawing/2014/main" id="{7E7DFD37-1CF7-4549-99D2-0105B1CA26B4}"/>
              </a:ext>
            </a:extLst>
          </p:cNvPr>
          <p:cNvSpPr/>
          <p:nvPr/>
        </p:nvSpPr>
        <p:spPr>
          <a:xfrm>
            <a:off x="10448642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1" name="四角形: 角を丸くする 840">
            <a:extLst>
              <a:ext uri="{FF2B5EF4-FFF2-40B4-BE49-F238E27FC236}">
                <a16:creationId xmlns:a16="http://schemas.microsoft.com/office/drawing/2014/main" id="{7FBF74A0-04EA-4250-AD7D-32CE66901AC5}"/>
              </a:ext>
            </a:extLst>
          </p:cNvPr>
          <p:cNvSpPr/>
          <p:nvPr/>
        </p:nvSpPr>
        <p:spPr>
          <a:xfrm>
            <a:off x="1174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2" name="四角形: 角を丸くする 841">
            <a:extLst>
              <a:ext uri="{FF2B5EF4-FFF2-40B4-BE49-F238E27FC236}">
                <a16:creationId xmlns:a16="http://schemas.microsoft.com/office/drawing/2014/main" id="{65EBF339-C924-4AC3-BF99-8577FA220B42}"/>
              </a:ext>
            </a:extLst>
          </p:cNvPr>
          <p:cNvSpPr/>
          <p:nvPr/>
        </p:nvSpPr>
        <p:spPr>
          <a:xfrm>
            <a:off x="1192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3" name="四角形: 角を丸くする 842">
            <a:extLst>
              <a:ext uri="{FF2B5EF4-FFF2-40B4-BE49-F238E27FC236}">
                <a16:creationId xmlns:a16="http://schemas.microsoft.com/office/drawing/2014/main" id="{CD9A6F37-D140-48A7-8230-21FAC921D3B1}"/>
              </a:ext>
            </a:extLst>
          </p:cNvPr>
          <p:cNvSpPr/>
          <p:nvPr/>
        </p:nvSpPr>
        <p:spPr>
          <a:xfrm>
            <a:off x="1210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4" name="四角形: 角を丸くする 843">
            <a:extLst>
              <a:ext uri="{FF2B5EF4-FFF2-40B4-BE49-F238E27FC236}">
                <a16:creationId xmlns:a16="http://schemas.microsoft.com/office/drawing/2014/main" id="{9087362C-F8A0-41FA-BC52-8F3B7C838E96}"/>
              </a:ext>
            </a:extLst>
          </p:cNvPr>
          <p:cNvSpPr/>
          <p:nvPr/>
        </p:nvSpPr>
        <p:spPr>
          <a:xfrm>
            <a:off x="1120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6" name="四角形: 角を丸くする 845">
            <a:extLst>
              <a:ext uri="{FF2B5EF4-FFF2-40B4-BE49-F238E27FC236}">
                <a16:creationId xmlns:a16="http://schemas.microsoft.com/office/drawing/2014/main" id="{8EC949E8-27D0-4E3C-9429-5F7088716E16}"/>
              </a:ext>
            </a:extLst>
          </p:cNvPr>
          <p:cNvSpPr/>
          <p:nvPr/>
        </p:nvSpPr>
        <p:spPr>
          <a:xfrm>
            <a:off x="1138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8" name="四角形: 角を丸くする 847">
            <a:extLst>
              <a:ext uri="{FF2B5EF4-FFF2-40B4-BE49-F238E27FC236}">
                <a16:creationId xmlns:a16="http://schemas.microsoft.com/office/drawing/2014/main" id="{B100A12D-B642-4210-9CFE-4BFAC68AFACD}"/>
              </a:ext>
            </a:extLst>
          </p:cNvPr>
          <p:cNvSpPr/>
          <p:nvPr/>
        </p:nvSpPr>
        <p:spPr>
          <a:xfrm>
            <a:off x="1156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9" name="四角形: 角を丸くする 848">
            <a:extLst>
              <a:ext uri="{FF2B5EF4-FFF2-40B4-BE49-F238E27FC236}">
                <a16:creationId xmlns:a16="http://schemas.microsoft.com/office/drawing/2014/main" id="{0120FDFA-6E0D-4D8C-A87C-F1255DB3DC19}"/>
              </a:ext>
            </a:extLst>
          </p:cNvPr>
          <p:cNvSpPr/>
          <p:nvPr/>
        </p:nvSpPr>
        <p:spPr>
          <a:xfrm>
            <a:off x="9908642" y="412623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0" name="四角形: 角を丸くする 849">
            <a:extLst>
              <a:ext uri="{FF2B5EF4-FFF2-40B4-BE49-F238E27FC236}">
                <a16:creationId xmlns:a16="http://schemas.microsoft.com/office/drawing/2014/main" id="{55C9E542-6B00-4C49-AB91-7D65E33899A3}"/>
              </a:ext>
            </a:extLst>
          </p:cNvPr>
          <p:cNvSpPr/>
          <p:nvPr/>
        </p:nvSpPr>
        <p:spPr>
          <a:xfrm>
            <a:off x="10088642" y="412623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1" name="四角形: 角を丸くする 850">
            <a:extLst>
              <a:ext uri="{FF2B5EF4-FFF2-40B4-BE49-F238E27FC236}">
                <a16:creationId xmlns:a16="http://schemas.microsoft.com/office/drawing/2014/main" id="{F394320B-26B6-4901-B7EE-C6CCF2B85D8B}"/>
              </a:ext>
            </a:extLst>
          </p:cNvPr>
          <p:cNvSpPr/>
          <p:nvPr/>
        </p:nvSpPr>
        <p:spPr>
          <a:xfrm>
            <a:off x="10448642" y="412623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2" name="四角形: 角を丸くする 851">
            <a:extLst>
              <a:ext uri="{FF2B5EF4-FFF2-40B4-BE49-F238E27FC236}">
                <a16:creationId xmlns:a16="http://schemas.microsoft.com/office/drawing/2014/main" id="{A2F9F2E7-EEE5-4037-9455-0BF68DF4DF53}"/>
              </a:ext>
            </a:extLst>
          </p:cNvPr>
          <p:cNvSpPr/>
          <p:nvPr/>
        </p:nvSpPr>
        <p:spPr>
          <a:xfrm>
            <a:off x="10628642" y="412623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3" name="四角形: 角を丸くする 852">
            <a:extLst>
              <a:ext uri="{FF2B5EF4-FFF2-40B4-BE49-F238E27FC236}">
                <a16:creationId xmlns:a16="http://schemas.microsoft.com/office/drawing/2014/main" id="{AFE29B00-5DD3-4B90-BB8A-5495752BCA50}"/>
              </a:ext>
            </a:extLst>
          </p:cNvPr>
          <p:cNvSpPr/>
          <p:nvPr/>
        </p:nvSpPr>
        <p:spPr>
          <a:xfrm>
            <a:off x="10268642" y="412623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7" name="楕円 856">
            <a:extLst>
              <a:ext uri="{FF2B5EF4-FFF2-40B4-BE49-F238E27FC236}">
                <a16:creationId xmlns:a16="http://schemas.microsoft.com/office/drawing/2014/main" id="{331166BE-6C61-422B-822C-E75B06C889FC}"/>
              </a:ext>
            </a:extLst>
          </p:cNvPr>
          <p:cNvSpPr/>
          <p:nvPr/>
        </p:nvSpPr>
        <p:spPr>
          <a:xfrm>
            <a:off x="1166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9" name="楕円 858">
            <a:extLst>
              <a:ext uri="{FF2B5EF4-FFF2-40B4-BE49-F238E27FC236}">
                <a16:creationId xmlns:a16="http://schemas.microsoft.com/office/drawing/2014/main" id="{57364F16-9A8B-47FA-A1C0-B890D998E765}"/>
              </a:ext>
            </a:extLst>
          </p:cNvPr>
          <p:cNvSpPr/>
          <p:nvPr/>
        </p:nvSpPr>
        <p:spPr>
          <a:xfrm>
            <a:off x="1220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0" name="楕円 859">
            <a:extLst>
              <a:ext uri="{FF2B5EF4-FFF2-40B4-BE49-F238E27FC236}">
                <a16:creationId xmlns:a16="http://schemas.microsoft.com/office/drawing/2014/main" id="{16598D03-FA24-4B7A-914B-E67E9F72CC03}"/>
              </a:ext>
            </a:extLst>
          </p:cNvPr>
          <p:cNvSpPr/>
          <p:nvPr/>
        </p:nvSpPr>
        <p:spPr>
          <a:xfrm>
            <a:off x="1184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1" name="楕円 860">
            <a:extLst>
              <a:ext uri="{FF2B5EF4-FFF2-40B4-BE49-F238E27FC236}">
                <a16:creationId xmlns:a16="http://schemas.microsoft.com/office/drawing/2014/main" id="{EE97DB6C-8612-415B-8413-A47D67306BFA}"/>
              </a:ext>
            </a:extLst>
          </p:cNvPr>
          <p:cNvSpPr/>
          <p:nvPr/>
        </p:nvSpPr>
        <p:spPr>
          <a:xfrm>
            <a:off x="1112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2" name="楕円 861">
            <a:extLst>
              <a:ext uri="{FF2B5EF4-FFF2-40B4-BE49-F238E27FC236}">
                <a16:creationId xmlns:a16="http://schemas.microsoft.com/office/drawing/2014/main" id="{19B7CA2F-4EB3-4E58-865A-035EF4B7378C}"/>
              </a:ext>
            </a:extLst>
          </p:cNvPr>
          <p:cNvSpPr/>
          <p:nvPr/>
        </p:nvSpPr>
        <p:spPr>
          <a:xfrm>
            <a:off x="1130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3" name="楕円 862">
            <a:extLst>
              <a:ext uri="{FF2B5EF4-FFF2-40B4-BE49-F238E27FC236}">
                <a16:creationId xmlns:a16="http://schemas.microsoft.com/office/drawing/2014/main" id="{E2E9A426-F16F-4A2B-A8CC-DBA3BAAD3E4E}"/>
              </a:ext>
            </a:extLst>
          </p:cNvPr>
          <p:cNvSpPr/>
          <p:nvPr/>
        </p:nvSpPr>
        <p:spPr>
          <a:xfrm>
            <a:off x="1148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6" name="楕円 865">
            <a:extLst>
              <a:ext uri="{FF2B5EF4-FFF2-40B4-BE49-F238E27FC236}">
                <a16:creationId xmlns:a16="http://schemas.microsoft.com/office/drawing/2014/main" id="{08709503-81E7-4CD4-9B71-B957A27EBFF7}"/>
              </a:ext>
            </a:extLst>
          </p:cNvPr>
          <p:cNvSpPr/>
          <p:nvPr/>
        </p:nvSpPr>
        <p:spPr>
          <a:xfrm>
            <a:off x="1202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9" name="楕円 868">
            <a:extLst>
              <a:ext uri="{FF2B5EF4-FFF2-40B4-BE49-F238E27FC236}">
                <a16:creationId xmlns:a16="http://schemas.microsoft.com/office/drawing/2014/main" id="{DEE57B9D-D7CC-4B32-93CC-DE4EAE505C7A}"/>
              </a:ext>
            </a:extLst>
          </p:cNvPr>
          <p:cNvSpPr/>
          <p:nvPr/>
        </p:nvSpPr>
        <p:spPr>
          <a:xfrm>
            <a:off x="1130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0" name="楕円 869">
            <a:extLst>
              <a:ext uri="{FF2B5EF4-FFF2-40B4-BE49-F238E27FC236}">
                <a16:creationId xmlns:a16="http://schemas.microsoft.com/office/drawing/2014/main" id="{74A1FA6E-A2D0-4B7D-A764-F4222A160FA6}"/>
              </a:ext>
            </a:extLst>
          </p:cNvPr>
          <p:cNvSpPr/>
          <p:nvPr/>
        </p:nvSpPr>
        <p:spPr>
          <a:xfrm>
            <a:off x="11485843" y="496237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1" name="楕円 870">
            <a:extLst>
              <a:ext uri="{FF2B5EF4-FFF2-40B4-BE49-F238E27FC236}">
                <a16:creationId xmlns:a16="http://schemas.microsoft.com/office/drawing/2014/main" id="{9B704C48-0735-4FE1-A9E2-A294F99CF353}"/>
              </a:ext>
            </a:extLst>
          </p:cNvPr>
          <p:cNvSpPr/>
          <p:nvPr/>
        </p:nvSpPr>
        <p:spPr>
          <a:xfrm>
            <a:off x="11665843" y="496237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2" name="楕円 871">
            <a:extLst>
              <a:ext uri="{FF2B5EF4-FFF2-40B4-BE49-F238E27FC236}">
                <a16:creationId xmlns:a16="http://schemas.microsoft.com/office/drawing/2014/main" id="{D691BA5F-B103-43AC-8716-93448EAEFB33}"/>
              </a:ext>
            </a:extLst>
          </p:cNvPr>
          <p:cNvSpPr/>
          <p:nvPr/>
        </p:nvSpPr>
        <p:spPr>
          <a:xfrm>
            <a:off x="1148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5" name="楕円 874">
            <a:extLst>
              <a:ext uri="{FF2B5EF4-FFF2-40B4-BE49-F238E27FC236}">
                <a16:creationId xmlns:a16="http://schemas.microsoft.com/office/drawing/2014/main" id="{C53D73D4-4B0B-4FBB-BEB4-7904E9C66379}"/>
              </a:ext>
            </a:extLst>
          </p:cNvPr>
          <p:cNvSpPr/>
          <p:nvPr/>
        </p:nvSpPr>
        <p:spPr>
          <a:xfrm>
            <a:off x="1112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6" name="楕円 875">
            <a:extLst>
              <a:ext uri="{FF2B5EF4-FFF2-40B4-BE49-F238E27FC236}">
                <a16:creationId xmlns:a16="http://schemas.microsoft.com/office/drawing/2014/main" id="{761EC76D-D546-4EAD-A3A7-46CD51C71F46}"/>
              </a:ext>
            </a:extLst>
          </p:cNvPr>
          <p:cNvSpPr/>
          <p:nvPr/>
        </p:nvSpPr>
        <p:spPr>
          <a:xfrm>
            <a:off x="1202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8" name="楕円 877">
            <a:extLst>
              <a:ext uri="{FF2B5EF4-FFF2-40B4-BE49-F238E27FC236}">
                <a16:creationId xmlns:a16="http://schemas.microsoft.com/office/drawing/2014/main" id="{196B8282-5F4F-4398-9307-060D4D87D54F}"/>
              </a:ext>
            </a:extLst>
          </p:cNvPr>
          <p:cNvSpPr/>
          <p:nvPr/>
        </p:nvSpPr>
        <p:spPr>
          <a:xfrm>
            <a:off x="11125843" y="496237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9" name="楕円 878">
            <a:extLst>
              <a:ext uri="{FF2B5EF4-FFF2-40B4-BE49-F238E27FC236}">
                <a16:creationId xmlns:a16="http://schemas.microsoft.com/office/drawing/2014/main" id="{F9C7A7D3-D100-4EA7-9A87-3DB6A9997D5C}"/>
              </a:ext>
            </a:extLst>
          </p:cNvPr>
          <p:cNvSpPr/>
          <p:nvPr/>
        </p:nvSpPr>
        <p:spPr>
          <a:xfrm>
            <a:off x="1166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0" name="楕円 879">
            <a:extLst>
              <a:ext uri="{FF2B5EF4-FFF2-40B4-BE49-F238E27FC236}">
                <a16:creationId xmlns:a16="http://schemas.microsoft.com/office/drawing/2014/main" id="{F464DF92-91EF-4D11-9303-4937F1F09B83}"/>
              </a:ext>
            </a:extLst>
          </p:cNvPr>
          <p:cNvSpPr/>
          <p:nvPr/>
        </p:nvSpPr>
        <p:spPr>
          <a:xfrm>
            <a:off x="1220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1" name="楕円 880">
            <a:extLst>
              <a:ext uri="{FF2B5EF4-FFF2-40B4-BE49-F238E27FC236}">
                <a16:creationId xmlns:a16="http://schemas.microsoft.com/office/drawing/2014/main" id="{10198069-E497-4F00-AFD2-C32E8E907A0C}"/>
              </a:ext>
            </a:extLst>
          </p:cNvPr>
          <p:cNvSpPr/>
          <p:nvPr/>
        </p:nvSpPr>
        <p:spPr>
          <a:xfrm>
            <a:off x="1184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3" name="楕円 882">
            <a:extLst>
              <a:ext uri="{FF2B5EF4-FFF2-40B4-BE49-F238E27FC236}">
                <a16:creationId xmlns:a16="http://schemas.microsoft.com/office/drawing/2014/main" id="{AE318B80-732A-4C8E-8A1E-A2183C509E30}"/>
              </a:ext>
            </a:extLst>
          </p:cNvPr>
          <p:cNvSpPr/>
          <p:nvPr/>
        </p:nvSpPr>
        <p:spPr>
          <a:xfrm>
            <a:off x="11305843" y="496237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2" name="正方形/長方形 341">
            <a:extLst>
              <a:ext uri="{FF2B5EF4-FFF2-40B4-BE49-F238E27FC236}">
                <a16:creationId xmlns:a16="http://schemas.microsoft.com/office/drawing/2014/main" id="{3F36C2E4-A98C-447B-B21C-CA33C0A3F6EE}"/>
              </a:ext>
            </a:extLst>
          </p:cNvPr>
          <p:cNvSpPr/>
          <p:nvPr/>
        </p:nvSpPr>
        <p:spPr>
          <a:xfrm>
            <a:off x="11188924" y="2253508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固定資産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0" name="四角形: 角を丸くする 889">
            <a:extLst>
              <a:ext uri="{FF2B5EF4-FFF2-40B4-BE49-F238E27FC236}">
                <a16:creationId xmlns:a16="http://schemas.microsoft.com/office/drawing/2014/main" id="{A9AA783E-DF52-44AC-BAA6-B904E9671777}"/>
              </a:ext>
            </a:extLst>
          </p:cNvPr>
          <p:cNvSpPr/>
          <p:nvPr/>
        </p:nvSpPr>
        <p:spPr>
          <a:xfrm>
            <a:off x="11204786" y="225976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1" name="四角形: 角を丸くする 890">
            <a:extLst>
              <a:ext uri="{FF2B5EF4-FFF2-40B4-BE49-F238E27FC236}">
                <a16:creationId xmlns:a16="http://schemas.microsoft.com/office/drawing/2014/main" id="{EE0E2555-2991-44BA-AE2B-4000808632A9}"/>
              </a:ext>
            </a:extLst>
          </p:cNvPr>
          <p:cNvSpPr/>
          <p:nvPr/>
        </p:nvSpPr>
        <p:spPr>
          <a:xfrm>
            <a:off x="11384786" y="225976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2" name="四角形: 角を丸くする 891">
            <a:extLst>
              <a:ext uri="{FF2B5EF4-FFF2-40B4-BE49-F238E27FC236}">
                <a16:creationId xmlns:a16="http://schemas.microsoft.com/office/drawing/2014/main" id="{876FB796-53DA-4B2C-833C-16C7A0153EFF}"/>
              </a:ext>
            </a:extLst>
          </p:cNvPr>
          <p:cNvSpPr/>
          <p:nvPr/>
        </p:nvSpPr>
        <p:spPr>
          <a:xfrm>
            <a:off x="11564786" y="225976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3" name="四角形: 角を丸くする 892">
            <a:extLst>
              <a:ext uri="{FF2B5EF4-FFF2-40B4-BE49-F238E27FC236}">
                <a16:creationId xmlns:a16="http://schemas.microsoft.com/office/drawing/2014/main" id="{2C03E420-3077-4B4D-8E4F-65BF414FD464}"/>
              </a:ext>
            </a:extLst>
          </p:cNvPr>
          <p:cNvSpPr/>
          <p:nvPr/>
        </p:nvSpPr>
        <p:spPr>
          <a:xfrm>
            <a:off x="11744786" y="225976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5" name="四角形: 角を丸くする 894">
            <a:extLst>
              <a:ext uri="{FF2B5EF4-FFF2-40B4-BE49-F238E27FC236}">
                <a16:creationId xmlns:a16="http://schemas.microsoft.com/office/drawing/2014/main" id="{A27CB79E-DF6A-4171-ADE3-EA036BD1175D}"/>
              </a:ext>
            </a:extLst>
          </p:cNvPr>
          <p:cNvSpPr/>
          <p:nvPr/>
        </p:nvSpPr>
        <p:spPr>
          <a:xfrm>
            <a:off x="12177735" y="242177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6" name="四角形: 角を丸くする 895">
            <a:extLst>
              <a:ext uri="{FF2B5EF4-FFF2-40B4-BE49-F238E27FC236}">
                <a16:creationId xmlns:a16="http://schemas.microsoft.com/office/drawing/2014/main" id="{A68D7ADF-DE44-46E0-AFD7-AC3E0098D95E}"/>
              </a:ext>
            </a:extLst>
          </p:cNvPr>
          <p:cNvSpPr/>
          <p:nvPr/>
        </p:nvSpPr>
        <p:spPr>
          <a:xfrm>
            <a:off x="11924786" y="225976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7" name="四角形: 角を丸くする 896">
            <a:extLst>
              <a:ext uri="{FF2B5EF4-FFF2-40B4-BE49-F238E27FC236}">
                <a16:creationId xmlns:a16="http://schemas.microsoft.com/office/drawing/2014/main" id="{F0CA07B1-B1E1-44E6-B3D2-61470040FCEB}"/>
              </a:ext>
            </a:extLst>
          </p:cNvPr>
          <p:cNvSpPr/>
          <p:nvPr/>
        </p:nvSpPr>
        <p:spPr>
          <a:xfrm>
            <a:off x="12104786" y="225976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8" name="四角形: 角を丸くする 897">
            <a:extLst>
              <a:ext uri="{FF2B5EF4-FFF2-40B4-BE49-F238E27FC236}">
                <a16:creationId xmlns:a16="http://schemas.microsoft.com/office/drawing/2014/main" id="{B961F1CA-7A6F-4BF2-9B44-C223BB507CDF}"/>
              </a:ext>
            </a:extLst>
          </p:cNvPr>
          <p:cNvSpPr/>
          <p:nvPr/>
        </p:nvSpPr>
        <p:spPr>
          <a:xfrm>
            <a:off x="9944642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9" name="四角形: 角を丸くする 898">
            <a:extLst>
              <a:ext uri="{FF2B5EF4-FFF2-40B4-BE49-F238E27FC236}">
                <a16:creationId xmlns:a16="http://schemas.microsoft.com/office/drawing/2014/main" id="{560BAE49-2A92-4930-BA9B-6BEAFAA82EAD}"/>
              </a:ext>
            </a:extLst>
          </p:cNvPr>
          <p:cNvSpPr/>
          <p:nvPr/>
        </p:nvSpPr>
        <p:spPr>
          <a:xfrm>
            <a:off x="10124642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0" name="四角形: 角を丸くする 899">
            <a:extLst>
              <a:ext uri="{FF2B5EF4-FFF2-40B4-BE49-F238E27FC236}">
                <a16:creationId xmlns:a16="http://schemas.microsoft.com/office/drawing/2014/main" id="{63D056EB-1D96-43BC-96EF-C6424B96BE17}"/>
              </a:ext>
            </a:extLst>
          </p:cNvPr>
          <p:cNvSpPr/>
          <p:nvPr/>
        </p:nvSpPr>
        <p:spPr>
          <a:xfrm>
            <a:off x="9944642" y="821271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1" name="四角形: 角を丸くする 900">
            <a:extLst>
              <a:ext uri="{FF2B5EF4-FFF2-40B4-BE49-F238E27FC236}">
                <a16:creationId xmlns:a16="http://schemas.microsoft.com/office/drawing/2014/main" id="{448BE8F1-004F-4D89-AFAF-250F60AB0771}"/>
              </a:ext>
            </a:extLst>
          </p:cNvPr>
          <p:cNvSpPr/>
          <p:nvPr/>
        </p:nvSpPr>
        <p:spPr>
          <a:xfrm>
            <a:off x="10124642" y="821271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2" name="四角形: 角を丸くする 901">
            <a:extLst>
              <a:ext uri="{FF2B5EF4-FFF2-40B4-BE49-F238E27FC236}">
                <a16:creationId xmlns:a16="http://schemas.microsoft.com/office/drawing/2014/main" id="{4275BDB9-FC5A-42A8-BE76-063D5D45C6DA}"/>
              </a:ext>
            </a:extLst>
          </p:cNvPr>
          <p:cNvSpPr/>
          <p:nvPr/>
        </p:nvSpPr>
        <p:spPr>
          <a:xfrm>
            <a:off x="1172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3" name="四角形: 角を丸くする 902">
            <a:extLst>
              <a:ext uri="{FF2B5EF4-FFF2-40B4-BE49-F238E27FC236}">
                <a16:creationId xmlns:a16="http://schemas.microsoft.com/office/drawing/2014/main" id="{750831CF-7632-44B8-8ADF-51BC1065D645}"/>
              </a:ext>
            </a:extLst>
          </p:cNvPr>
          <p:cNvSpPr/>
          <p:nvPr/>
        </p:nvSpPr>
        <p:spPr>
          <a:xfrm>
            <a:off x="12213417" y="771584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4" name="四角形: 角を丸くする 903">
            <a:extLst>
              <a:ext uri="{FF2B5EF4-FFF2-40B4-BE49-F238E27FC236}">
                <a16:creationId xmlns:a16="http://schemas.microsoft.com/office/drawing/2014/main" id="{83A2D702-BCA0-4265-8E4B-B270383622D8}"/>
              </a:ext>
            </a:extLst>
          </p:cNvPr>
          <p:cNvSpPr/>
          <p:nvPr/>
        </p:nvSpPr>
        <p:spPr>
          <a:xfrm>
            <a:off x="1118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5" name="四角形: 角を丸くする 904">
            <a:extLst>
              <a:ext uri="{FF2B5EF4-FFF2-40B4-BE49-F238E27FC236}">
                <a16:creationId xmlns:a16="http://schemas.microsoft.com/office/drawing/2014/main" id="{DE78C2CD-74CD-418A-B638-679C50E05D9E}"/>
              </a:ext>
            </a:extLst>
          </p:cNvPr>
          <p:cNvSpPr/>
          <p:nvPr/>
        </p:nvSpPr>
        <p:spPr>
          <a:xfrm>
            <a:off x="1136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6" name="四角形: 角を丸くする 905">
            <a:extLst>
              <a:ext uri="{FF2B5EF4-FFF2-40B4-BE49-F238E27FC236}">
                <a16:creationId xmlns:a16="http://schemas.microsoft.com/office/drawing/2014/main" id="{C5F77A24-DFBC-43B5-9B18-A9B38C3B9B14}"/>
              </a:ext>
            </a:extLst>
          </p:cNvPr>
          <p:cNvSpPr/>
          <p:nvPr/>
        </p:nvSpPr>
        <p:spPr>
          <a:xfrm>
            <a:off x="1154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7" name="四角形: 角を丸くする 906">
            <a:extLst>
              <a:ext uri="{FF2B5EF4-FFF2-40B4-BE49-F238E27FC236}">
                <a16:creationId xmlns:a16="http://schemas.microsoft.com/office/drawing/2014/main" id="{4730BAE6-F0D9-478D-ACC8-FAD84D122C15}"/>
              </a:ext>
            </a:extLst>
          </p:cNvPr>
          <p:cNvSpPr/>
          <p:nvPr/>
        </p:nvSpPr>
        <p:spPr>
          <a:xfrm>
            <a:off x="12088923" y="784654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8" name="四角形: 角を丸くする 907">
            <a:extLst>
              <a:ext uri="{FF2B5EF4-FFF2-40B4-BE49-F238E27FC236}">
                <a16:creationId xmlns:a16="http://schemas.microsoft.com/office/drawing/2014/main" id="{B2E39898-C658-47BF-BF15-68594FBB2AD0}"/>
              </a:ext>
            </a:extLst>
          </p:cNvPr>
          <p:cNvSpPr/>
          <p:nvPr/>
        </p:nvSpPr>
        <p:spPr>
          <a:xfrm>
            <a:off x="11908923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9" name="四角形: 角を丸くする 908">
            <a:extLst>
              <a:ext uri="{FF2B5EF4-FFF2-40B4-BE49-F238E27FC236}">
                <a16:creationId xmlns:a16="http://schemas.microsoft.com/office/drawing/2014/main" id="{50C4CBB0-84B0-4A42-B954-73A2FF3C493A}"/>
              </a:ext>
            </a:extLst>
          </p:cNvPr>
          <p:cNvSpPr/>
          <p:nvPr/>
        </p:nvSpPr>
        <p:spPr>
          <a:xfrm>
            <a:off x="12088923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10" name="四角形: 角を丸くする 909">
            <a:extLst>
              <a:ext uri="{FF2B5EF4-FFF2-40B4-BE49-F238E27FC236}">
                <a16:creationId xmlns:a16="http://schemas.microsoft.com/office/drawing/2014/main" id="{5926E457-F677-4264-9B03-0F790EFA644F}"/>
              </a:ext>
            </a:extLst>
          </p:cNvPr>
          <p:cNvSpPr/>
          <p:nvPr/>
        </p:nvSpPr>
        <p:spPr>
          <a:xfrm>
            <a:off x="9944642" y="8829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11" name="四角形: 角を丸くする 910">
            <a:extLst>
              <a:ext uri="{FF2B5EF4-FFF2-40B4-BE49-F238E27FC236}">
                <a16:creationId xmlns:a16="http://schemas.microsoft.com/office/drawing/2014/main" id="{B182367A-D74D-45BB-895F-B7FE544D82C6}"/>
              </a:ext>
            </a:extLst>
          </p:cNvPr>
          <p:cNvSpPr/>
          <p:nvPr/>
        </p:nvSpPr>
        <p:spPr>
          <a:xfrm>
            <a:off x="10124642" y="8829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7" name="楕円 446">
            <a:extLst>
              <a:ext uri="{FF2B5EF4-FFF2-40B4-BE49-F238E27FC236}">
                <a16:creationId xmlns:a16="http://schemas.microsoft.com/office/drawing/2014/main" id="{75C80CAE-61B2-4666-BD1A-90F7373851E7}"/>
              </a:ext>
            </a:extLst>
          </p:cNvPr>
          <p:cNvSpPr/>
          <p:nvPr/>
        </p:nvSpPr>
        <p:spPr>
          <a:xfrm>
            <a:off x="145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8" name="楕円 447">
            <a:extLst>
              <a:ext uri="{FF2B5EF4-FFF2-40B4-BE49-F238E27FC236}">
                <a16:creationId xmlns:a16="http://schemas.microsoft.com/office/drawing/2014/main" id="{22084991-D451-48B7-A8A1-7B341B0E2AD9}"/>
              </a:ext>
            </a:extLst>
          </p:cNvPr>
          <p:cNvSpPr/>
          <p:nvPr/>
        </p:nvSpPr>
        <p:spPr>
          <a:xfrm>
            <a:off x="127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9" name="楕円 448">
            <a:extLst>
              <a:ext uri="{FF2B5EF4-FFF2-40B4-BE49-F238E27FC236}">
                <a16:creationId xmlns:a16="http://schemas.microsoft.com/office/drawing/2014/main" id="{0E74D635-17EE-4DC4-AA2E-A139A0123276}"/>
              </a:ext>
            </a:extLst>
          </p:cNvPr>
          <p:cNvSpPr/>
          <p:nvPr/>
        </p:nvSpPr>
        <p:spPr>
          <a:xfrm>
            <a:off x="163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0" name="楕円 449">
            <a:extLst>
              <a:ext uri="{FF2B5EF4-FFF2-40B4-BE49-F238E27FC236}">
                <a16:creationId xmlns:a16="http://schemas.microsoft.com/office/drawing/2014/main" id="{1F27E0B1-01D4-408F-8D64-0754FBEC4A19}"/>
              </a:ext>
            </a:extLst>
          </p:cNvPr>
          <p:cNvSpPr/>
          <p:nvPr/>
        </p:nvSpPr>
        <p:spPr>
          <a:xfrm>
            <a:off x="163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7" name="四角形: 角を丸くする 456">
            <a:extLst>
              <a:ext uri="{FF2B5EF4-FFF2-40B4-BE49-F238E27FC236}">
                <a16:creationId xmlns:a16="http://schemas.microsoft.com/office/drawing/2014/main" id="{AF33398C-2EEF-496B-B627-BDB92A75576C}"/>
              </a:ext>
            </a:extLst>
          </p:cNvPr>
          <p:cNvSpPr/>
          <p:nvPr/>
        </p:nvSpPr>
        <p:spPr>
          <a:xfrm>
            <a:off x="1926926" y="522384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54" name="正方形/長方形 253">
            <a:extLst>
              <a:ext uri="{FF2B5EF4-FFF2-40B4-BE49-F238E27FC236}">
                <a16:creationId xmlns:a16="http://schemas.microsoft.com/office/drawing/2014/main" id="{193D93CD-0681-44DB-B915-6D24309849B1}"/>
              </a:ext>
            </a:extLst>
          </p:cNvPr>
          <p:cNvSpPr/>
          <p:nvPr/>
        </p:nvSpPr>
        <p:spPr>
          <a:xfrm>
            <a:off x="915418" y="4678575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受注確定</a:t>
            </a:r>
          </a:p>
        </p:txBody>
      </p:sp>
      <p:sp>
        <p:nvSpPr>
          <p:cNvPr id="496" name="四角形: 角を丸くする 495">
            <a:extLst>
              <a:ext uri="{FF2B5EF4-FFF2-40B4-BE49-F238E27FC236}">
                <a16:creationId xmlns:a16="http://schemas.microsoft.com/office/drawing/2014/main" id="{14677EAF-2775-4DDC-913D-FB9C0DE99709}"/>
              </a:ext>
            </a:extLst>
          </p:cNvPr>
          <p:cNvSpPr/>
          <p:nvPr/>
        </p:nvSpPr>
        <p:spPr>
          <a:xfrm>
            <a:off x="90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9" name="四角形: 角を丸くする 498">
            <a:extLst>
              <a:ext uri="{FF2B5EF4-FFF2-40B4-BE49-F238E27FC236}">
                <a16:creationId xmlns:a16="http://schemas.microsoft.com/office/drawing/2014/main" id="{1CBEF556-C2C7-497D-8F8C-F305FCF87D74}"/>
              </a:ext>
            </a:extLst>
          </p:cNvPr>
          <p:cNvSpPr/>
          <p:nvPr/>
        </p:nvSpPr>
        <p:spPr>
          <a:xfrm>
            <a:off x="108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2" name="四角形: 角を丸くする 501">
            <a:extLst>
              <a:ext uri="{FF2B5EF4-FFF2-40B4-BE49-F238E27FC236}">
                <a16:creationId xmlns:a16="http://schemas.microsoft.com/office/drawing/2014/main" id="{4F5DA624-E9C2-4C20-83B0-C5FC1D1735FC}"/>
              </a:ext>
            </a:extLst>
          </p:cNvPr>
          <p:cNvSpPr/>
          <p:nvPr/>
        </p:nvSpPr>
        <p:spPr>
          <a:xfrm>
            <a:off x="126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11" name="四角形: 角を丸くする 510">
            <a:extLst>
              <a:ext uri="{FF2B5EF4-FFF2-40B4-BE49-F238E27FC236}">
                <a16:creationId xmlns:a16="http://schemas.microsoft.com/office/drawing/2014/main" id="{4FE8945B-9F7F-48DD-990A-3CA15135B075}"/>
              </a:ext>
            </a:extLst>
          </p:cNvPr>
          <p:cNvSpPr/>
          <p:nvPr/>
        </p:nvSpPr>
        <p:spPr>
          <a:xfrm>
            <a:off x="144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37" name="四角形: 角を丸くする 536">
            <a:extLst>
              <a:ext uri="{FF2B5EF4-FFF2-40B4-BE49-F238E27FC236}">
                <a16:creationId xmlns:a16="http://schemas.microsoft.com/office/drawing/2014/main" id="{251A608A-5D43-44DD-AEA3-9038910D19F2}"/>
              </a:ext>
            </a:extLst>
          </p:cNvPr>
          <p:cNvSpPr/>
          <p:nvPr/>
        </p:nvSpPr>
        <p:spPr>
          <a:xfrm>
            <a:off x="162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cxnSp>
        <p:nvCxnSpPr>
          <p:cNvPr id="460" name="直線矢印コネクタ 459">
            <a:extLst>
              <a:ext uri="{FF2B5EF4-FFF2-40B4-BE49-F238E27FC236}">
                <a16:creationId xmlns:a16="http://schemas.microsoft.com/office/drawing/2014/main" id="{BA648D02-9C29-4841-AF23-C42B386AB45C}"/>
              </a:ext>
            </a:extLst>
          </p:cNvPr>
          <p:cNvCxnSpPr>
            <a:cxnSpLocks/>
          </p:cNvCxnSpPr>
          <p:nvPr/>
        </p:nvCxnSpPr>
        <p:spPr>
          <a:xfrm flipH="1">
            <a:off x="1490236" y="5015425"/>
            <a:ext cx="0" cy="13849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直線矢印コネクタ 460">
            <a:extLst>
              <a:ext uri="{FF2B5EF4-FFF2-40B4-BE49-F238E27FC236}">
                <a16:creationId xmlns:a16="http://schemas.microsoft.com/office/drawing/2014/main" id="{537660F8-F99A-4CC8-AC73-190BC55E85FB}"/>
              </a:ext>
            </a:extLst>
          </p:cNvPr>
          <p:cNvCxnSpPr>
            <a:cxnSpLocks/>
          </p:cNvCxnSpPr>
          <p:nvPr/>
        </p:nvCxnSpPr>
        <p:spPr>
          <a:xfrm flipH="1">
            <a:off x="1504800" y="5956931"/>
            <a:ext cx="0" cy="13849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099EFE5-E354-4146-B803-0E446FB21A8E}"/>
              </a:ext>
            </a:extLst>
          </p:cNvPr>
          <p:cNvSpPr/>
          <p:nvPr/>
        </p:nvSpPr>
        <p:spPr>
          <a:xfrm>
            <a:off x="1541305" y="1868350"/>
            <a:ext cx="755495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 err="1"/>
              <a:t>Marketo</a:t>
            </a:r>
            <a:r>
              <a:rPr kumimoji="1" lang="ja-JP" altLang="en-US" sz="900" dirty="0"/>
              <a:t>他</a:t>
            </a:r>
          </a:p>
        </p:txBody>
      </p:sp>
      <p:sp>
        <p:nvSpPr>
          <p:cNvPr id="458" name="四角形: 角を丸くする 457">
            <a:extLst>
              <a:ext uri="{FF2B5EF4-FFF2-40B4-BE49-F238E27FC236}">
                <a16:creationId xmlns:a16="http://schemas.microsoft.com/office/drawing/2014/main" id="{2A4DE266-ACB9-440E-A06E-2A31BF4072F2}"/>
              </a:ext>
            </a:extLst>
          </p:cNvPr>
          <p:cNvSpPr/>
          <p:nvPr/>
        </p:nvSpPr>
        <p:spPr>
          <a:xfrm>
            <a:off x="1541305" y="2401318"/>
            <a:ext cx="755495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 err="1"/>
              <a:t>Marketo</a:t>
            </a:r>
            <a:r>
              <a:rPr kumimoji="1" lang="ja-JP" altLang="en-US" sz="900" dirty="0"/>
              <a:t>他</a:t>
            </a:r>
          </a:p>
        </p:txBody>
      </p:sp>
      <p:sp>
        <p:nvSpPr>
          <p:cNvPr id="484" name="四角形: 角を丸くする 483">
            <a:extLst>
              <a:ext uri="{FF2B5EF4-FFF2-40B4-BE49-F238E27FC236}">
                <a16:creationId xmlns:a16="http://schemas.microsoft.com/office/drawing/2014/main" id="{559E5E9B-7141-4C7C-8073-11087383D8F8}"/>
              </a:ext>
            </a:extLst>
          </p:cNvPr>
          <p:cNvSpPr/>
          <p:nvPr/>
        </p:nvSpPr>
        <p:spPr>
          <a:xfrm>
            <a:off x="7619054" y="1781315"/>
            <a:ext cx="567615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MES</a:t>
            </a:r>
            <a:endParaRPr kumimoji="1" lang="ja-JP" altLang="en-US" sz="900" dirty="0"/>
          </a:p>
        </p:txBody>
      </p:sp>
      <p:sp>
        <p:nvSpPr>
          <p:cNvPr id="610" name="四角形: 角を丸くする 609">
            <a:extLst>
              <a:ext uri="{FF2B5EF4-FFF2-40B4-BE49-F238E27FC236}">
                <a16:creationId xmlns:a16="http://schemas.microsoft.com/office/drawing/2014/main" id="{1988DAB3-BBEE-4792-BB5E-CC78FF98398D}"/>
              </a:ext>
            </a:extLst>
          </p:cNvPr>
          <p:cNvSpPr/>
          <p:nvPr/>
        </p:nvSpPr>
        <p:spPr>
          <a:xfrm>
            <a:off x="8937651" y="8992129"/>
            <a:ext cx="567615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900" dirty="0" err="1"/>
              <a:t>iVoc</a:t>
            </a:r>
            <a:endParaRPr kumimoji="1" lang="ja-JP" altLang="en-US" sz="900" dirty="0"/>
          </a:p>
        </p:txBody>
      </p:sp>
      <p:sp>
        <p:nvSpPr>
          <p:cNvPr id="611" name="正方形/長方形 610">
            <a:extLst>
              <a:ext uri="{FF2B5EF4-FFF2-40B4-BE49-F238E27FC236}">
                <a16:creationId xmlns:a16="http://schemas.microsoft.com/office/drawing/2014/main" id="{C1B25E91-CDA5-4B6A-B16A-6F02FE00A1C5}"/>
              </a:ext>
            </a:extLst>
          </p:cNvPr>
          <p:cNvSpPr/>
          <p:nvPr/>
        </p:nvSpPr>
        <p:spPr>
          <a:xfrm>
            <a:off x="11188924" y="6074142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連結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PSI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4" name="正方形/長方形 613">
            <a:extLst>
              <a:ext uri="{FF2B5EF4-FFF2-40B4-BE49-F238E27FC236}">
                <a16:creationId xmlns:a16="http://schemas.microsoft.com/office/drawing/2014/main" id="{ADA691A0-63F8-4907-A792-07BE0D08662C}"/>
              </a:ext>
            </a:extLst>
          </p:cNvPr>
          <p:cNvSpPr/>
          <p:nvPr/>
        </p:nvSpPr>
        <p:spPr>
          <a:xfrm>
            <a:off x="9895700" y="6061272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調達</a:t>
            </a:r>
          </a:p>
        </p:txBody>
      </p:sp>
      <p:sp>
        <p:nvSpPr>
          <p:cNvPr id="625" name="四角形: 角を丸くする 624">
            <a:extLst>
              <a:ext uri="{FF2B5EF4-FFF2-40B4-BE49-F238E27FC236}">
                <a16:creationId xmlns:a16="http://schemas.microsoft.com/office/drawing/2014/main" id="{A16D564B-9387-47F8-A40A-DFDF22A05DB7}"/>
              </a:ext>
            </a:extLst>
          </p:cNvPr>
          <p:cNvSpPr/>
          <p:nvPr/>
        </p:nvSpPr>
        <p:spPr>
          <a:xfrm>
            <a:off x="11201578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7" name="四角形: 角を丸くする 626">
            <a:extLst>
              <a:ext uri="{FF2B5EF4-FFF2-40B4-BE49-F238E27FC236}">
                <a16:creationId xmlns:a16="http://schemas.microsoft.com/office/drawing/2014/main" id="{67F65ADA-1BF1-4BCB-ADD3-83A5DF0216D4}"/>
              </a:ext>
            </a:extLst>
          </p:cNvPr>
          <p:cNvSpPr/>
          <p:nvPr/>
        </p:nvSpPr>
        <p:spPr>
          <a:xfrm>
            <a:off x="11381578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8" name="四角形: 角を丸くする 627">
            <a:extLst>
              <a:ext uri="{FF2B5EF4-FFF2-40B4-BE49-F238E27FC236}">
                <a16:creationId xmlns:a16="http://schemas.microsoft.com/office/drawing/2014/main" id="{52A95869-89C8-4686-9DA0-D5C2A1887990}"/>
              </a:ext>
            </a:extLst>
          </p:cNvPr>
          <p:cNvSpPr/>
          <p:nvPr/>
        </p:nvSpPr>
        <p:spPr>
          <a:xfrm>
            <a:off x="11561578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1" name="四角形: 角を丸くする 630">
            <a:extLst>
              <a:ext uri="{FF2B5EF4-FFF2-40B4-BE49-F238E27FC236}">
                <a16:creationId xmlns:a16="http://schemas.microsoft.com/office/drawing/2014/main" id="{BBA95E80-1A80-447A-8C80-ABCD8D61E1FA}"/>
              </a:ext>
            </a:extLst>
          </p:cNvPr>
          <p:cNvSpPr/>
          <p:nvPr/>
        </p:nvSpPr>
        <p:spPr>
          <a:xfrm>
            <a:off x="9907282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2" name="四角形: 角を丸くする 631">
            <a:extLst>
              <a:ext uri="{FF2B5EF4-FFF2-40B4-BE49-F238E27FC236}">
                <a16:creationId xmlns:a16="http://schemas.microsoft.com/office/drawing/2014/main" id="{9CFA1EC5-CF2E-4227-BE10-57951DD01D19}"/>
              </a:ext>
            </a:extLst>
          </p:cNvPr>
          <p:cNvSpPr/>
          <p:nvPr/>
        </p:nvSpPr>
        <p:spPr>
          <a:xfrm>
            <a:off x="10087282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6" name="四角形: 角を丸くする 635">
            <a:extLst>
              <a:ext uri="{FF2B5EF4-FFF2-40B4-BE49-F238E27FC236}">
                <a16:creationId xmlns:a16="http://schemas.microsoft.com/office/drawing/2014/main" id="{8389E373-A41B-440C-A31F-C7A7EF44A3EB}"/>
              </a:ext>
            </a:extLst>
          </p:cNvPr>
          <p:cNvSpPr/>
          <p:nvPr/>
        </p:nvSpPr>
        <p:spPr>
          <a:xfrm>
            <a:off x="10268642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7" name="四角形: 角を丸くする 636">
            <a:extLst>
              <a:ext uri="{FF2B5EF4-FFF2-40B4-BE49-F238E27FC236}">
                <a16:creationId xmlns:a16="http://schemas.microsoft.com/office/drawing/2014/main" id="{80B05C02-DB22-414C-B013-C253EC42F1DC}"/>
              </a:ext>
            </a:extLst>
          </p:cNvPr>
          <p:cNvSpPr/>
          <p:nvPr/>
        </p:nvSpPr>
        <p:spPr>
          <a:xfrm>
            <a:off x="11201578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8" name="四角形: 角を丸くする 637">
            <a:extLst>
              <a:ext uri="{FF2B5EF4-FFF2-40B4-BE49-F238E27FC236}">
                <a16:creationId xmlns:a16="http://schemas.microsoft.com/office/drawing/2014/main" id="{06784001-9508-479B-B580-91CAA314DD0C}"/>
              </a:ext>
            </a:extLst>
          </p:cNvPr>
          <p:cNvSpPr/>
          <p:nvPr/>
        </p:nvSpPr>
        <p:spPr>
          <a:xfrm>
            <a:off x="11381578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9" name="四角形: 角を丸くする 648">
            <a:extLst>
              <a:ext uri="{FF2B5EF4-FFF2-40B4-BE49-F238E27FC236}">
                <a16:creationId xmlns:a16="http://schemas.microsoft.com/office/drawing/2014/main" id="{F0BBED71-4957-4B1A-9317-11755D6AC239}"/>
              </a:ext>
            </a:extLst>
          </p:cNvPr>
          <p:cNvSpPr/>
          <p:nvPr/>
        </p:nvSpPr>
        <p:spPr>
          <a:xfrm>
            <a:off x="11561578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34" name="正方形/長方形 333">
            <a:extLst>
              <a:ext uri="{FF2B5EF4-FFF2-40B4-BE49-F238E27FC236}">
                <a16:creationId xmlns:a16="http://schemas.microsoft.com/office/drawing/2014/main" id="{F39792FB-75F2-4C42-A60C-075F85B38DE2}"/>
              </a:ext>
            </a:extLst>
          </p:cNvPr>
          <p:cNvSpPr/>
          <p:nvPr/>
        </p:nvSpPr>
        <p:spPr>
          <a:xfrm>
            <a:off x="11188924" y="2898105"/>
            <a:ext cx="1116532" cy="372392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財務資金管理</a:t>
            </a:r>
            <a:endParaRPr kumimoji="1" lang="ja-JP" altLang="en-US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36" name="正方形/長方形 335">
            <a:extLst>
              <a:ext uri="{FF2B5EF4-FFF2-40B4-BE49-F238E27FC236}">
                <a16:creationId xmlns:a16="http://schemas.microsoft.com/office/drawing/2014/main" id="{8626BB40-B599-4447-A4B1-952C58AD9CE7}"/>
              </a:ext>
            </a:extLst>
          </p:cNvPr>
          <p:cNvSpPr/>
          <p:nvPr/>
        </p:nvSpPr>
        <p:spPr>
          <a:xfrm>
            <a:off x="11188924" y="350762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キャッシュフロー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管理</a:t>
            </a:r>
          </a:p>
        </p:txBody>
      </p:sp>
      <p:sp>
        <p:nvSpPr>
          <p:cNvPr id="651" name="四角形: 角を丸くする 650">
            <a:extLst>
              <a:ext uri="{FF2B5EF4-FFF2-40B4-BE49-F238E27FC236}">
                <a16:creationId xmlns:a16="http://schemas.microsoft.com/office/drawing/2014/main" id="{5517752C-1C13-4913-A495-CA29E54A8601}"/>
              </a:ext>
            </a:extLst>
          </p:cNvPr>
          <p:cNvSpPr/>
          <p:nvPr/>
        </p:nvSpPr>
        <p:spPr>
          <a:xfrm>
            <a:off x="11201578" y="34551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2" name="四角形: 角を丸くする 651">
            <a:extLst>
              <a:ext uri="{FF2B5EF4-FFF2-40B4-BE49-F238E27FC236}">
                <a16:creationId xmlns:a16="http://schemas.microsoft.com/office/drawing/2014/main" id="{58B8E71D-0DC5-4886-9A15-7EEACBB25D66}"/>
              </a:ext>
            </a:extLst>
          </p:cNvPr>
          <p:cNvSpPr/>
          <p:nvPr/>
        </p:nvSpPr>
        <p:spPr>
          <a:xfrm>
            <a:off x="11381578" y="34551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3" name="四角形: 角を丸くする 652">
            <a:extLst>
              <a:ext uri="{FF2B5EF4-FFF2-40B4-BE49-F238E27FC236}">
                <a16:creationId xmlns:a16="http://schemas.microsoft.com/office/drawing/2014/main" id="{AE683BEB-A8CB-4686-BE1F-E1CE39B192E7}"/>
              </a:ext>
            </a:extLst>
          </p:cNvPr>
          <p:cNvSpPr/>
          <p:nvPr/>
        </p:nvSpPr>
        <p:spPr>
          <a:xfrm>
            <a:off x="11561578" y="34551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4" name="四角形: 角を丸くする 653">
            <a:extLst>
              <a:ext uri="{FF2B5EF4-FFF2-40B4-BE49-F238E27FC236}">
                <a16:creationId xmlns:a16="http://schemas.microsoft.com/office/drawing/2014/main" id="{927D1645-2DE8-425E-8F87-8EDEA2D696E8}"/>
              </a:ext>
            </a:extLst>
          </p:cNvPr>
          <p:cNvSpPr/>
          <p:nvPr/>
        </p:nvSpPr>
        <p:spPr>
          <a:xfrm>
            <a:off x="11741578" y="34551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5" name="四角形: 角を丸くする 654">
            <a:extLst>
              <a:ext uri="{FF2B5EF4-FFF2-40B4-BE49-F238E27FC236}">
                <a16:creationId xmlns:a16="http://schemas.microsoft.com/office/drawing/2014/main" id="{C2042C2D-7B0C-415C-8382-A6C71ACD08B8}"/>
              </a:ext>
            </a:extLst>
          </p:cNvPr>
          <p:cNvSpPr/>
          <p:nvPr/>
        </p:nvSpPr>
        <p:spPr>
          <a:xfrm>
            <a:off x="11921578" y="34551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60" name="四角形: 角を丸くする 659">
            <a:extLst>
              <a:ext uri="{FF2B5EF4-FFF2-40B4-BE49-F238E27FC236}">
                <a16:creationId xmlns:a16="http://schemas.microsoft.com/office/drawing/2014/main" id="{1B22712B-5D2F-4017-94C2-CD7F73A5CF2C}"/>
              </a:ext>
            </a:extLst>
          </p:cNvPr>
          <p:cNvSpPr/>
          <p:nvPr/>
        </p:nvSpPr>
        <p:spPr>
          <a:xfrm>
            <a:off x="11741578" y="609164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61" name="四角形: 角を丸くする 660">
            <a:extLst>
              <a:ext uri="{FF2B5EF4-FFF2-40B4-BE49-F238E27FC236}">
                <a16:creationId xmlns:a16="http://schemas.microsoft.com/office/drawing/2014/main" id="{AC3D181D-3E50-41F5-AE1D-5DDD92503A79}"/>
              </a:ext>
            </a:extLst>
          </p:cNvPr>
          <p:cNvSpPr/>
          <p:nvPr/>
        </p:nvSpPr>
        <p:spPr>
          <a:xfrm>
            <a:off x="11921578" y="609164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62" name="四角形: 角を丸くする 661">
            <a:extLst>
              <a:ext uri="{FF2B5EF4-FFF2-40B4-BE49-F238E27FC236}">
                <a16:creationId xmlns:a16="http://schemas.microsoft.com/office/drawing/2014/main" id="{A56F492A-1A86-4F2C-B68A-073A69A82BBA}"/>
              </a:ext>
            </a:extLst>
          </p:cNvPr>
          <p:cNvSpPr/>
          <p:nvPr/>
        </p:nvSpPr>
        <p:spPr>
          <a:xfrm>
            <a:off x="12101578" y="609164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7" name="四角形: 角を丸くする 566">
            <a:extLst>
              <a:ext uri="{FF2B5EF4-FFF2-40B4-BE49-F238E27FC236}">
                <a16:creationId xmlns:a16="http://schemas.microsoft.com/office/drawing/2014/main" id="{A46433F2-91AA-44C2-9380-18B0E1376081}"/>
              </a:ext>
            </a:extLst>
          </p:cNvPr>
          <p:cNvSpPr/>
          <p:nvPr/>
        </p:nvSpPr>
        <p:spPr>
          <a:xfrm>
            <a:off x="485775" y="624600"/>
            <a:ext cx="10163026" cy="504000"/>
          </a:xfrm>
          <a:prstGeom prst="roundRect">
            <a:avLst>
              <a:gd name="adj" fmla="val 11365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プロセスは、原則方針として極力シンプル化を志向　</a:t>
            </a:r>
            <a:r>
              <a:rPr kumimoji="1" lang="en-US" altLang="ja-JP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グレー字は</a:t>
            </a:r>
            <a:r>
              <a:rPr kumimoji="1" lang="en-US" altLang="ja-JP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earth</a:t>
            </a: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プロジェクトの範囲外</a:t>
            </a:r>
            <a:r>
              <a:rPr kumimoji="1" lang="en-US" altLang="ja-JP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    は変革要件を表し、　の密度が大きいプロセスは複数の改革を推進</a:t>
            </a:r>
            <a:endParaRPr kumimoji="1" lang="en-US" altLang="ja-JP" sz="14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68" name="楕円 667">
            <a:extLst>
              <a:ext uri="{FF2B5EF4-FFF2-40B4-BE49-F238E27FC236}">
                <a16:creationId xmlns:a16="http://schemas.microsoft.com/office/drawing/2014/main" id="{D751E67E-F3BB-46B3-9F6B-D2522551FAFF}"/>
              </a:ext>
            </a:extLst>
          </p:cNvPr>
          <p:cNvSpPr/>
          <p:nvPr/>
        </p:nvSpPr>
        <p:spPr>
          <a:xfrm>
            <a:off x="754320" y="912600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69" name="楕円 668">
            <a:extLst>
              <a:ext uri="{FF2B5EF4-FFF2-40B4-BE49-F238E27FC236}">
                <a16:creationId xmlns:a16="http://schemas.microsoft.com/office/drawing/2014/main" id="{4E7592DD-D157-407E-B5F1-3E6FA523777A}"/>
              </a:ext>
            </a:extLst>
          </p:cNvPr>
          <p:cNvSpPr/>
          <p:nvPr/>
        </p:nvSpPr>
        <p:spPr>
          <a:xfrm>
            <a:off x="2548800" y="912600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9" name="四角形: 角を丸くする 458">
            <a:extLst>
              <a:ext uri="{FF2B5EF4-FFF2-40B4-BE49-F238E27FC236}">
                <a16:creationId xmlns:a16="http://schemas.microsoft.com/office/drawing/2014/main" id="{44CC0255-520B-41E0-B005-1B72EA9A6A74}"/>
              </a:ext>
            </a:extLst>
          </p:cNvPr>
          <p:cNvSpPr/>
          <p:nvPr/>
        </p:nvSpPr>
        <p:spPr>
          <a:xfrm>
            <a:off x="5876460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2" name="四角形: 角を丸くする 461">
            <a:extLst>
              <a:ext uri="{FF2B5EF4-FFF2-40B4-BE49-F238E27FC236}">
                <a16:creationId xmlns:a16="http://schemas.microsoft.com/office/drawing/2014/main" id="{CA948C84-1E71-4AC7-BCBE-CCD68E9F634C}"/>
              </a:ext>
            </a:extLst>
          </p:cNvPr>
          <p:cNvSpPr/>
          <p:nvPr/>
        </p:nvSpPr>
        <p:spPr>
          <a:xfrm>
            <a:off x="6056460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4" name="四角形: 角を丸くする 463">
            <a:extLst>
              <a:ext uri="{FF2B5EF4-FFF2-40B4-BE49-F238E27FC236}">
                <a16:creationId xmlns:a16="http://schemas.microsoft.com/office/drawing/2014/main" id="{3128D0F0-B37A-4633-B255-D203C40F9C24}"/>
              </a:ext>
            </a:extLst>
          </p:cNvPr>
          <p:cNvSpPr/>
          <p:nvPr/>
        </p:nvSpPr>
        <p:spPr>
          <a:xfrm>
            <a:off x="6236460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8" name="四角形: 角を丸くする 467">
            <a:extLst>
              <a:ext uri="{FF2B5EF4-FFF2-40B4-BE49-F238E27FC236}">
                <a16:creationId xmlns:a16="http://schemas.microsoft.com/office/drawing/2014/main" id="{E2015FF8-A10E-4C7C-8A78-3A421AFE5075}"/>
              </a:ext>
            </a:extLst>
          </p:cNvPr>
          <p:cNvSpPr/>
          <p:nvPr/>
        </p:nvSpPr>
        <p:spPr>
          <a:xfrm>
            <a:off x="4588021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71" name="四角形: 角を丸くする 470">
            <a:extLst>
              <a:ext uri="{FF2B5EF4-FFF2-40B4-BE49-F238E27FC236}">
                <a16:creationId xmlns:a16="http://schemas.microsoft.com/office/drawing/2014/main" id="{FB5B67EE-F004-43EF-A979-FF0A2FB7F849}"/>
              </a:ext>
            </a:extLst>
          </p:cNvPr>
          <p:cNvSpPr/>
          <p:nvPr/>
        </p:nvSpPr>
        <p:spPr>
          <a:xfrm>
            <a:off x="4768021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72" name="四角形: 角を丸くする 471">
            <a:extLst>
              <a:ext uri="{FF2B5EF4-FFF2-40B4-BE49-F238E27FC236}">
                <a16:creationId xmlns:a16="http://schemas.microsoft.com/office/drawing/2014/main" id="{B050E552-8420-48E6-9819-7114931830D8}"/>
              </a:ext>
            </a:extLst>
          </p:cNvPr>
          <p:cNvSpPr/>
          <p:nvPr/>
        </p:nvSpPr>
        <p:spPr>
          <a:xfrm>
            <a:off x="10504800" y="5039591"/>
            <a:ext cx="545961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DIVA</a:t>
            </a:r>
            <a:endParaRPr kumimoji="1" lang="ja-JP" altLang="en-US" sz="900" dirty="0"/>
          </a:p>
        </p:txBody>
      </p:sp>
      <p:sp>
        <p:nvSpPr>
          <p:cNvPr id="473" name="四角形: 角を丸くする 472">
            <a:extLst>
              <a:ext uri="{FF2B5EF4-FFF2-40B4-BE49-F238E27FC236}">
                <a16:creationId xmlns:a16="http://schemas.microsoft.com/office/drawing/2014/main" id="{D7697D0C-16A2-4A9A-B6CF-01289CA9674C}"/>
              </a:ext>
            </a:extLst>
          </p:cNvPr>
          <p:cNvSpPr/>
          <p:nvPr/>
        </p:nvSpPr>
        <p:spPr>
          <a:xfrm>
            <a:off x="10144800" y="5663686"/>
            <a:ext cx="905961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 err="1"/>
              <a:t>eConsoli</a:t>
            </a:r>
            <a:r>
              <a:rPr kumimoji="1" lang="en-US" altLang="ja-JP" sz="900" dirty="0"/>
              <a:t> Tax</a:t>
            </a:r>
            <a:r>
              <a:rPr kumimoji="1" lang="ja-JP" altLang="en-US" sz="900" dirty="0"/>
              <a:t>他</a:t>
            </a:r>
          </a:p>
        </p:txBody>
      </p:sp>
      <p:sp>
        <p:nvSpPr>
          <p:cNvPr id="475" name="四角形: 角を丸くする 474">
            <a:extLst>
              <a:ext uri="{FF2B5EF4-FFF2-40B4-BE49-F238E27FC236}">
                <a16:creationId xmlns:a16="http://schemas.microsoft.com/office/drawing/2014/main" id="{DB0B527F-E5AC-495D-9199-C7ED2B73DCAC}"/>
              </a:ext>
            </a:extLst>
          </p:cNvPr>
          <p:cNvSpPr/>
          <p:nvPr/>
        </p:nvSpPr>
        <p:spPr>
          <a:xfrm>
            <a:off x="11700210" y="3152951"/>
            <a:ext cx="632553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 dirty="0"/>
              <a:t>ｷｬｯｼｭｾﾝﾀｰ他</a:t>
            </a:r>
          </a:p>
        </p:txBody>
      </p:sp>
      <p:sp>
        <p:nvSpPr>
          <p:cNvPr id="478" name="四角形: 角を丸くする 477">
            <a:extLst>
              <a:ext uri="{FF2B5EF4-FFF2-40B4-BE49-F238E27FC236}">
                <a16:creationId xmlns:a16="http://schemas.microsoft.com/office/drawing/2014/main" id="{9E8C7876-0FD4-4EEA-B928-A1A33AF2C25F}"/>
              </a:ext>
            </a:extLst>
          </p:cNvPr>
          <p:cNvSpPr/>
          <p:nvPr/>
        </p:nvSpPr>
        <p:spPr>
          <a:xfrm>
            <a:off x="11918629" y="18565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80" name="四角形: 角を丸くする 479">
            <a:extLst>
              <a:ext uri="{FF2B5EF4-FFF2-40B4-BE49-F238E27FC236}">
                <a16:creationId xmlns:a16="http://schemas.microsoft.com/office/drawing/2014/main" id="{2D391C95-B739-4B5D-ADFE-7A423BB7AEB4}"/>
              </a:ext>
            </a:extLst>
          </p:cNvPr>
          <p:cNvSpPr/>
          <p:nvPr/>
        </p:nvSpPr>
        <p:spPr>
          <a:xfrm>
            <a:off x="13450850" y="1714915"/>
            <a:ext cx="1157950" cy="481964"/>
          </a:xfrm>
          <a:prstGeom prst="roundRect">
            <a:avLst/>
          </a:prstGeom>
          <a:solidFill>
            <a:srgbClr val="FFFF99">
              <a:alpha val="50000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販売事務・</a:t>
            </a:r>
            <a:br>
              <a:rPr kumimoji="1" lang="en-US" altLang="ja-JP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料金計算</a:t>
            </a:r>
          </a:p>
        </p:txBody>
      </p:sp>
      <p:sp>
        <p:nvSpPr>
          <p:cNvPr id="481" name="四角形: 角を丸くする 480">
            <a:extLst>
              <a:ext uri="{FF2B5EF4-FFF2-40B4-BE49-F238E27FC236}">
                <a16:creationId xmlns:a16="http://schemas.microsoft.com/office/drawing/2014/main" id="{830810B2-D0B2-483B-97BD-B480F473C148}"/>
              </a:ext>
            </a:extLst>
          </p:cNvPr>
          <p:cNvSpPr/>
          <p:nvPr/>
        </p:nvSpPr>
        <p:spPr>
          <a:xfrm>
            <a:off x="13450850" y="2196879"/>
            <a:ext cx="1157950" cy="481964"/>
          </a:xfrm>
          <a:prstGeom prst="roundRect">
            <a:avLst/>
          </a:prstGeom>
          <a:solidFill>
            <a:srgbClr val="CCFF66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コールセンター</a:t>
            </a:r>
          </a:p>
        </p:txBody>
      </p:sp>
      <p:sp>
        <p:nvSpPr>
          <p:cNvPr id="482" name="四角形: 角を丸くする 481">
            <a:extLst>
              <a:ext uri="{FF2B5EF4-FFF2-40B4-BE49-F238E27FC236}">
                <a16:creationId xmlns:a16="http://schemas.microsoft.com/office/drawing/2014/main" id="{E9393E83-ACC8-40E6-BBC5-F6AC8EEB28E3}"/>
              </a:ext>
            </a:extLst>
          </p:cNvPr>
          <p:cNvSpPr/>
          <p:nvPr/>
        </p:nvSpPr>
        <p:spPr>
          <a:xfrm>
            <a:off x="13450850" y="2678843"/>
            <a:ext cx="1157950" cy="481964"/>
          </a:xfrm>
          <a:prstGeom prst="roundRect">
            <a:avLst/>
          </a:prstGeom>
          <a:solidFill>
            <a:srgbClr val="00B050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サービス</a:t>
            </a:r>
          </a:p>
        </p:txBody>
      </p:sp>
      <p:sp>
        <p:nvSpPr>
          <p:cNvPr id="486" name="四角形: 角を丸くする 485">
            <a:extLst>
              <a:ext uri="{FF2B5EF4-FFF2-40B4-BE49-F238E27FC236}">
                <a16:creationId xmlns:a16="http://schemas.microsoft.com/office/drawing/2014/main" id="{3705E813-8748-45D9-9CF0-8CBCE57DEB58}"/>
              </a:ext>
            </a:extLst>
          </p:cNvPr>
          <p:cNvSpPr/>
          <p:nvPr/>
        </p:nvSpPr>
        <p:spPr>
          <a:xfrm>
            <a:off x="13450850" y="750987"/>
            <a:ext cx="1157950" cy="481964"/>
          </a:xfrm>
          <a:prstGeom prst="roundRect">
            <a:avLst/>
          </a:prstGeom>
          <a:solidFill>
            <a:srgbClr val="FF9999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営業</a:t>
            </a:r>
          </a:p>
        </p:txBody>
      </p:sp>
      <p:sp>
        <p:nvSpPr>
          <p:cNvPr id="487" name="四角形: 角を丸くする 486">
            <a:extLst>
              <a:ext uri="{FF2B5EF4-FFF2-40B4-BE49-F238E27FC236}">
                <a16:creationId xmlns:a16="http://schemas.microsoft.com/office/drawing/2014/main" id="{6079EE37-B720-4A04-AE3E-C69373DCF058}"/>
              </a:ext>
            </a:extLst>
          </p:cNvPr>
          <p:cNvSpPr/>
          <p:nvPr/>
        </p:nvSpPr>
        <p:spPr>
          <a:xfrm>
            <a:off x="13450850" y="3160807"/>
            <a:ext cx="1157950" cy="481964"/>
          </a:xfrm>
          <a:prstGeom prst="roundRect">
            <a:avLst/>
          </a:prstGeom>
          <a:solidFill>
            <a:srgbClr val="CCCCFF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調達</a:t>
            </a:r>
          </a:p>
        </p:txBody>
      </p:sp>
      <p:sp>
        <p:nvSpPr>
          <p:cNvPr id="497" name="四角形: 角を丸くする 496">
            <a:extLst>
              <a:ext uri="{FF2B5EF4-FFF2-40B4-BE49-F238E27FC236}">
                <a16:creationId xmlns:a16="http://schemas.microsoft.com/office/drawing/2014/main" id="{39030C90-C7D0-4E87-B972-F1E2D6CD9564}"/>
              </a:ext>
            </a:extLst>
          </p:cNvPr>
          <p:cNvSpPr/>
          <p:nvPr/>
        </p:nvSpPr>
        <p:spPr>
          <a:xfrm>
            <a:off x="13450850" y="3642771"/>
            <a:ext cx="1157950" cy="481964"/>
          </a:xfrm>
          <a:prstGeom prst="roundRect">
            <a:avLst/>
          </a:prstGeom>
          <a:solidFill>
            <a:schemeClr val="accent3">
              <a:lumMod val="75000"/>
              <a:alpha val="49804"/>
            </a:scheme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需給・物流</a:t>
            </a:r>
          </a:p>
        </p:txBody>
      </p:sp>
      <p:sp>
        <p:nvSpPr>
          <p:cNvPr id="498" name="四角形: 角を丸くする 497">
            <a:extLst>
              <a:ext uri="{FF2B5EF4-FFF2-40B4-BE49-F238E27FC236}">
                <a16:creationId xmlns:a16="http://schemas.microsoft.com/office/drawing/2014/main" id="{C0F1B3D8-67EA-4223-9640-C4ADC0B07B08}"/>
              </a:ext>
            </a:extLst>
          </p:cNvPr>
          <p:cNvSpPr/>
          <p:nvPr/>
        </p:nvSpPr>
        <p:spPr>
          <a:xfrm>
            <a:off x="13450850" y="1232951"/>
            <a:ext cx="1157950" cy="481964"/>
          </a:xfrm>
          <a:prstGeom prst="roundRect">
            <a:avLst/>
          </a:prstGeom>
          <a:solidFill>
            <a:srgbClr val="FFCC66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ソリューション</a:t>
            </a:r>
          </a:p>
        </p:txBody>
      </p:sp>
      <p:sp>
        <p:nvSpPr>
          <p:cNvPr id="500" name="四角形: 角を丸くする 499">
            <a:extLst>
              <a:ext uri="{FF2B5EF4-FFF2-40B4-BE49-F238E27FC236}">
                <a16:creationId xmlns:a16="http://schemas.microsoft.com/office/drawing/2014/main" id="{4B154568-32CC-4FF7-99DB-7AD852F71BAC}"/>
              </a:ext>
            </a:extLst>
          </p:cNvPr>
          <p:cNvSpPr/>
          <p:nvPr/>
        </p:nvSpPr>
        <p:spPr>
          <a:xfrm>
            <a:off x="13450850" y="4124735"/>
            <a:ext cx="1157950" cy="481964"/>
          </a:xfrm>
          <a:prstGeom prst="roundRect">
            <a:avLst/>
          </a:prstGeom>
          <a:solidFill>
            <a:srgbClr val="EAEAEA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ファイナンス</a:t>
            </a:r>
          </a:p>
        </p:txBody>
      </p:sp>
      <p:sp>
        <p:nvSpPr>
          <p:cNvPr id="501" name="四角形: 角を丸くする 500">
            <a:extLst>
              <a:ext uri="{FF2B5EF4-FFF2-40B4-BE49-F238E27FC236}">
                <a16:creationId xmlns:a16="http://schemas.microsoft.com/office/drawing/2014/main" id="{8E2BDBD8-BBA5-415A-87B1-A92BA9AD5F3B}"/>
              </a:ext>
            </a:extLst>
          </p:cNvPr>
          <p:cNvSpPr/>
          <p:nvPr/>
        </p:nvSpPr>
        <p:spPr>
          <a:xfrm>
            <a:off x="1557776" y="4877296"/>
            <a:ext cx="468000" cy="3019304"/>
          </a:xfrm>
          <a:prstGeom prst="roundRect">
            <a:avLst/>
          </a:prstGeom>
          <a:solidFill>
            <a:srgbClr val="FFFF99">
              <a:alpha val="50000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販売</a:t>
            </a:r>
            <a:br>
              <a:rPr kumimoji="1" lang="en-US" altLang="ja-JP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事務</a:t>
            </a:r>
            <a:br>
              <a:rPr kumimoji="1" lang="en-US" altLang="ja-JP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・</a:t>
            </a:r>
            <a:br>
              <a:rPr kumimoji="1" lang="en-US" altLang="ja-JP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料金</a:t>
            </a:r>
            <a:br>
              <a:rPr kumimoji="1" lang="en-US" altLang="ja-JP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計算</a:t>
            </a:r>
          </a:p>
          <a:p>
            <a:pPr algn="ctr"/>
            <a:endParaRPr kumimoji="1" lang="ja-JP" altLang="en-US" sz="1200" b="1" dirty="0">
              <a:solidFill>
                <a:srgbClr val="000000"/>
              </a:solidFill>
            </a:endParaRPr>
          </a:p>
        </p:txBody>
      </p:sp>
      <p:sp>
        <p:nvSpPr>
          <p:cNvPr id="503" name="四角形: 角を丸くする 502">
            <a:extLst>
              <a:ext uri="{FF2B5EF4-FFF2-40B4-BE49-F238E27FC236}">
                <a16:creationId xmlns:a16="http://schemas.microsoft.com/office/drawing/2014/main" id="{F32D136B-6B44-4C30-8FFC-FC70CDD6B422}"/>
              </a:ext>
            </a:extLst>
          </p:cNvPr>
          <p:cNvSpPr/>
          <p:nvPr/>
        </p:nvSpPr>
        <p:spPr>
          <a:xfrm>
            <a:off x="1089776" y="3584411"/>
            <a:ext cx="468000" cy="3341302"/>
          </a:xfrm>
          <a:prstGeom prst="roundRect">
            <a:avLst/>
          </a:prstGeom>
          <a:solidFill>
            <a:srgbClr val="FF9999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営業</a:t>
            </a:r>
          </a:p>
        </p:txBody>
      </p:sp>
      <p:sp>
        <p:nvSpPr>
          <p:cNvPr id="516" name="四角形: 角を丸くする 515">
            <a:extLst>
              <a:ext uri="{FF2B5EF4-FFF2-40B4-BE49-F238E27FC236}">
                <a16:creationId xmlns:a16="http://schemas.microsoft.com/office/drawing/2014/main" id="{3BC1D22A-0515-47C5-A126-7C935F36AA92}"/>
              </a:ext>
            </a:extLst>
          </p:cNvPr>
          <p:cNvSpPr/>
          <p:nvPr/>
        </p:nvSpPr>
        <p:spPr>
          <a:xfrm>
            <a:off x="2196013" y="4062479"/>
            <a:ext cx="392518" cy="3338306"/>
          </a:xfrm>
          <a:prstGeom prst="roundRect">
            <a:avLst/>
          </a:prstGeom>
          <a:solidFill>
            <a:srgbClr val="FF9999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営業</a:t>
            </a:r>
          </a:p>
        </p:txBody>
      </p:sp>
      <p:sp>
        <p:nvSpPr>
          <p:cNvPr id="517" name="四角形: 角を丸くする 516">
            <a:extLst>
              <a:ext uri="{FF2B5EF4-FFF2-40B4-BE49-F238E27FC236}">
                <a16:creationId xmlns:a16="http://schemas.microsoft.com/office/drawing/2014/main" id="{327076CD-D48F-4744-9FEF-560E6E2550B6}"/>
              </a:ext>
            </a:extLst>
          </p:cNvPr>
          <p:cNvSpPr/>
          <p:nvPr/>
        </p:nvSpPr>
        <p:spPr>
          <a:xfrm>
            <a:off x="944128" y="8956097"/>
            <a:ext cx="1162798" cy="438798"/>
          </a:xfrm>
          <a:prstGeom prst="roundRect">
            <a:avLst/>
          </a:prstGeom>
          <a:solidFill>
            <a:srgbClr val="FF9999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営業</a:t>
            </a:r>
          </a:p>
        </p:txBody>
      </p:sp>
      <p:sp>
        <p:nvSpPr>
          <p:cNvPr id="518" name="四角形: 角を丸くする 517">
            <a:extLst>
              <a:ext uri="{FF2B5EF4-FFF2-40B4-BE49-F238E27FC236}">
                <a16:creationId xmlns:a16="http://schemas.microsoft.com/office/drawing/2014/main" id="{61160971-B55E-4283-927D-7C090236503C}"/>
              </a:ext>
            </a:extLst>
          </p:cNvPr>
          <p:cNvSpPr/>
          <p:nvPr/>
        </p:nvSpPr>
        <p:spPr>
          <a:xfrm>
            <a:off x="944128" y="7977839"/>
            <a:ext cx="1162798" cy="438798"/>
          </a:xfrm>
          <a:prstGeom prst="roundRect">
            <a:avLst/>
          </a:prstGeom>
          <a:solidFill>
            <a:srgbClr val="FF9999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営業</a:t>
            </a:r>
          </a:p>
        </p:txBody>
      </p:sp>
      <p:sp>
        <p:nvSpPr>
          <p:cNvPr id="519" name="四角形: 角を丸くする 518">
            <a:extLst>
              <a:ext uri="{FF2B5EF4-FFF2-40B4-BE49-F238E27FC236}">
                <a16:creationId xmlns:a16="http://schemas.microsoft.com/office/drawing/2014/main" id="{55EBE71B-E576-4A4B-94E8-59042B7AC5A3}"/>
              </a:ext>
            </a:extLst>
          </p:cNvPr>
          <p:cNvSpPr/>
          <p:nvPr/>
        </p:nvSpPr>
        <p:spPr>
          <a:xfrm>
            <a:off x="922694" y="8402223"/>
            <a:ext cx="1169139" cy="487818"/>
          </a:xfrm>
          <a:prstGeom prst="roundRect">
            <a:avLst/>
          </a:prstGeom>
          <a:solidFill>
            <a:srgbClr val="FFFF99">
              <a:alpha val="50000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販売事務・</a:t>
            </a:r>
            <a:br>
              <a:rPr kumimoji="1" lang="en-US" altLang="ja-JP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料金計算</a:t>
            </a:r>
          </a:p>
        </p:txBody>
      </p:sp>
      <p:sp>
        <p:nvSpPr>
          <p:cNvPr id="520" name="四角形: 角を丸くする 519">
            <a:extLst>
              <a:ext uri="{FF2B5EF4-FFF2-40B4-BE49-F238E27FC236}">
                <a16:creationId xmlns:a16="http://schemas.microsoft.com/office/drawing/2014/main" id="{6CB54752-4271-441C-9FE6-BC495C07652A}"/>
              </a:ext>
            </a:extLst>
          </p:cNvPr>
          <p:cNvSpPr/>
          <p:nvPr/>
        </p:nvSpPr>
        <p:spPr>
          <a:xfrm>
            <a:off x="1557776" y="4589296"/>
            <a:ext cx="468000" cy="288000"/>
          </a:xfrm>
          <a:prstGeom prst="roundRect">
            <a:avLst/>
          </a:prstGeom>
          <a:solidFill>
            <a:srgbClr val="00B050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サービス</a:t>
            </a:r>
          </a:p>
        </p:txBody>
      </p:sp>
      <p:sp>
        <p:nvSpPr>
          <p:cNvPr id="521" name="四角形: 角を丸くする 520">
            <a:extLst>
              <a:ext uri="{FF2B5EF4-FFF2-40B4-BE49-F238E27FC236}">
                <a16:creationId xmlns:a16="http://schemas.microsoft.com/office/drawing/2014/main" id="{11C222AA-6707-4C2A-9084-0BCD18AC2DF7}"/>
              </a:ext>
            </a:extLst>
          </p:cNvPr>
          <p:cNvSpPr/>
          <p:nvPr/>
        </p:nvSpPr>
        <p:spPr>
          <a:xfrm flipH="1">
            <a:off x="854546" y="6073815"/>
            <a:ext cx="235230" cy="851898"/>
          </a:xfrm>
          <a:prstGeom prst="roundRect">
            <a:avLst>
              <a:gd name="adj" fmla="val 5330"/>
            </a:avLst>
          </a:prstGeom>
          <a:solidFill>
            <a:srgbClr val="EAEAEA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ファイナンス</a:t>
            </a:r>
          </a:p>
        </p:txBody>
      </p:sp>
      <p:sp>
        <p:nvSpPr>
          <p:cNvPr id="522" name="四角形: 角を丸くする 521">
            <a:extLst>
              <a:ext uri="{FF2B5EF4-FFF2-40B4-BE49-F238E27FC236}">
                <a16:creationId xmlns:a16="http://schemas.microsoft.com/office/drawing/2014/main" id="{B2A731EA-75CC-43A9-8396-D263A0C5E3B3}"/>
              </a:ext>
            </a:extLst>
          </p:cNvPr>
          <p:cNvSpPr/>
          <p:nvPr/>
        </p:nvSpPr>
        <p:spPr>
          <a:xfrm flipH="1">
            <a:off x="915416" y="7486932"/>
            <a:ext cx="642360" cy="409668"/>
          </a:xfrm>
          <a:prstGeom prst="roundRect">
            <a:avLst>
              <a:gd name="adj" fmla="val 5330"/>
            </a:avLst>
          </a:prstGeom>
          <a:solidFill>
            <a:srgbClr val="EAEAEA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ファイ</a:t>
            </a:r>
            <a:br>
              <a:rPr kumimoji="1" lang="en-US" altLang="ja-JP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ナンス</a:t>
            </a:r>
          </a:p>
        </p:txBody>
      </p:sp>
      <p:sp>
        <p:nvSpPr>
          <p:cNvPr id="523" name="四角形: 角を丸くする 522">
            <a:extLst>
              <a:ext uri="{FF2B5EF4-FFF2-40B4-BE49-F238E27FC236}">
                <a16:creationId xmlns:a16="http://schemas.microsoft.com/office/drawing/2014/main" id="{A7F6107A-B20D-41CC-9FA0-265F47AD4F7A}"/>
              </a:ext>
            </a:extLst>
          </p:cNvPr>
          <p:cNvSpPr/>
          <p:nvPr/>
        </p:nvSpPr>
        <p:spPr>
          <a:xfrm>
            <a:off x="4301395" y="7213991"/>
            <a:ext cx="5203919" cy="459669"/>
          </a:xfrm>
          <a:prstGeom prst="roundRect">
            <a:avLst/>
          </a:prstGeom>
          <a:solidFill>
            <a:srgbClr val="FFCC66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200" b="1" dirty="0">
              <a:solidFill>
                <a:srgbClr val="000000"/>
              </a:solidFill>
            </a:endParaRPr>
          </a:p>
        </p:txBody>
      </p:sp>
      <p:sp>
        <p:nvSpPr>
          <p:cNvPr id="524" name="四角形: 角を丸くする 523">
            <a:extLst>
              <a:ext uri="{FF2B5EF4-FFF2-40B4-BE49-F238E27FC236}">
                <a16:creationId xmlns:a16="http://schemas.microsoft.com/office/drawing/2014/main" id="{809AE6D5-55D2-44ED-93A1-1CC7AD02E20C}"/>
              </a:ext>
            </a:extLst>
          </p:cNvPr>
          <p:cNvSpPr/>
          <p:nvPr/>
        </p:nvSpPr>
        <p:spPr>
          <a:xfrm>
            <a:off x="3093311" y="7673660"/>
            <a:ext cx="5062240" cy="459669"/>
          </a:xfrm>
          <a:prstGeom prst="roundRect">
            <a:avLst/>
          </a:prstGeom>
          <a:solidFill>
            <a:srgbClr val="FFCC66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200" b="1" dirty="0">
              <a:solidFill>
                <a:srgbClr val="000000"/>
              </a:solidFill>
            </a:endParaRPr>
          </a:p>
        </p:txBody>
      </p:sp>
      <p:sp>
        <p:nvSpPr>
          <p:cNvPr id="525" name="四角形: 角を丸くする 524">
            <a:extLst>
              <a:ext uri="{FF2B5EF4-FFF2-40B4-BE49-F238E27FC236}">
                <a16:creationId xmlns:a16="http://schemas.microsoft.com/office/drawing/2014/main" id="{DE1C9DC4-B898-446B-AC57-7B608546A099}"/>
              </a:ext>
            </a:extLst>
          </p:cNvPr>
          <p:cNvSpPr/>
          <p:nvPr/>
        </p:nvSpPr>
        <p:spPr>
          <a:xfrm>
            <a:off x="4577071" y="7505151"/>
            <a:ext cx="2168072" cy="29430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ソリューション</a:t>
            </a:r>
          </a:p>
        </p:txBody>
      </p:sp>
      <p:sp>
        <p:nvSpPr>
          <p:cNvPr id="526" name="四角形: 角を丸くする 525">
            <a:extLst>
              <a:ext uri="{FF2B5EF4-FFF2-40B4-BE49-F238E27FC236}">
                <a16:creationId xmlns:a16="http://schemas.microsoft.com/office/drawing/2014/main" id="{971B1E8E-9153-44BE-9CE3-A538545C5B52}"/>
              </a:ext>
            </a:extLst>
          </p:cNvPr>
          <p:cNvSpPr/>
          <p:nvPr/>
        </p:nvSpPr>
        <p:spPr>
          <a:xfrm>
            <a:off x="4388626" y="5394521"/>
            <a:ext cx="1034420" cy="254256"/>
          </a:xfrm>
          <a:prstGeom prst="roundRect">
            <a:avLst/>
          </a:prstGeom>
          <a:solidFill>
            <a:srgbClr val="CCFF66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コールセンター</a:t>
            </a:r>
          </a:p>
        </p:txBody>
      </p:sp>
      <p:sp>
        <p:nvSpPr>
          <p:cNvPr id="527" name="四角形: 角を丸くする 526">
            <a:extLst>
              <a:ext uri="{FF2B5EF4-FFF2-40B4-BE49-F238E27FC236}">
                <a16:creationId xmlns:a16="http://schemas.microsoft.com/office/drawing/2014/main" id="{D1792BA9-E507-4739-8189-D1434B09660A}"/>
              </a:ext>
            </a:extLst>
          </p:cNvPr>
          <p:cNvSpPr/>
          <p:nvPr/>
        </p:nvSpPr>
        <p:spPr>
          <a:xfrm>
            <a:off x="6990696" y="5360777"/>
            <a:ext cx="1034420" cy="459464"/>
          </a:xfrm>
          <a:prstGeom prst="roundRect">
            <a:avLst/>
          </a:prstGeom>
          <a:solidFill>
            <a:srgbClr val="CCFF66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コールセンター</a:t>
            </a:r>
          </a:p>
        </p:txBody>
      </p:sp>
      <p:sp>
        <p:nvSpPr>
          <p:cNvPr id="528" name="四角形: 角を丸くする 527">
            <a:extLst>
              <a:ext uri="{FF2B5EF4-FFF2-40B4-BE49-F238E27FC236}">
                <a16:creationId xmlns:a16="http://schemas.microsoft.com/office/drawing/2014/main" id="{4E107C44-7172-4284-B1DD-71100D2F7B1B}"/>
              </a:ext>
            </a:extLst>
          </p:cNvPr>
          <p:cNvSpPr/>
          <p:nvPr/>
        </p:nvSpPr>
        <p:spPr>
          <a:xfrm>
            <a:off x="3073452" y="6224973"/>
            <a:ext cx="1102380" cy="442030"/>
          </a:xfrm>
          <a:prstGeom prst="roundRect">
            <a:avLst/>
          </a:prstGeom>
          <a:solidFill>
            <a:srgbClr val="CCFF66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コールセンター</a:t>
            </a:r>
          </a:p>
        </p:txBody>
      </p:sp>
      <p:sp>
        <p:nvSpPr>
          <p:cNvPr id="529" name="四角形: 角を丸くする 528">
            <a:extLst>
              <a:ext uri="{FF2B5EF4-FFF2-40B4-BE49-F238E27FC236}">
                <a16:creationId xmlns:a16="http://schemas.microsoft.com/office/drawing/2014/main" id="{9CA265C5-9445-4ABE-9E75-BDD860212FDF}"/>
              </a:ext>
            </a:extLst>
          </p:cNvPr>
          <p:cNvSpPr/>
          <p:nvPr/>
        </p:nvSpPr>
        <p:spPr>
          <a:xfrm>
            <a:off x="4439164" y="5648776"/>
            <a:ext cx="2264312" cy="212995"/>
          </a:xfrm>
          <a:prstGeom prst="roundRect">
            <a:avLst/>
          </a:prstGeom>
          <a:solidFill>
            <a:srgbClr val="00B050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サービス</a:t>
            </a:r>
          </a:p>
        </p:txBody>
      </p:sp>
      <p:sp>
        <p:nvSpPr>
          <p:cNvPr id="530" name="四角形: 角を丸くする 529">
            <a:extLst>
              <a:ext uri="{FF2B5EF4-FFF2-40B4-BE49-F238E27FC236}">
                <a16:creationId xmlns:a16="http://schemas.microsoft.com/office/drawing/2014/main" id="{D26316F3-EB41-478D-8035-A7CF3063482D}"/>
              </a:ext>
            </a:extLst>
          </p:cNvPr>
          <p:cNvSpPr/>
          <p:nvPr/>
        </p:nvSpPr>
        <p:spPr>
          <a:xfrm>
            <a:off x="3064394" y="5886579"/>
            <a:ext cx="6440872" cy="339096"/>
          </a:xfrm>
          <a:prstGeom prst="roundRect">
            <a:avLst/>
          </a:prstGeom>
          <a:solidFill>
            <a:srgbClr val="00B050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サービス</a:t>
            </a:r>
          </a:p>
        </p:txBody>
      </p:sp>
      <p:sp>
        <p:nvSpPr>
          <p:cNvPr id="531" name="四角形: 角を丸くする 530">
            <a:extLst>
              <a:ext uri="{FF2B5EF4-FFF2-40B4-BE49-F238E27FC236}">
                <a16:creationId xmlns:a16="http://schemas.microsoft.com/office/drawing/2014/main" id="{453AAF3D-9B7B-4A90-8FB2-52BB8B5223E0}"/>
              </a:ext>
            </a:extLst>
          </p:cNvPr>
          <p:cNvSpPr/>
          <p:nvPr/>
        </p:nvSpPr>
        <p:spPr>
          <a:xfrm>
            <a:off x="4312064" y="4278401"/>
            <a:ext cx="5187780" cy="418895"/>
          </a:xfrm>
          <a:prstGeom prst="roundRect">
            <a:avLst/>
          </a:prstGeom>
          <a:solidFill>
            <a:srgbClr val="CCCCFF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調達</a:t>
            </a:r>
          </a:p>
        </p:txBody>
      </p:sp>
      <p:sp>
        <p:nvSpPr>
          <p:cNvPr id="532" name="四角形: 角を丸くする 531">
            <a:extLst>
              <a:ext uri="{FF2B5EF4-FFF2-40B4-BE49-F238E27FC236}">
                <a16:creationId xmlns:a16="http://schemas.microsoft.com/office/drawing/2014/main" id="{3669F8A3-3FD1-4674-B6BB-8A1232E7A309}"/>
              </a:ext>
            </a:extLst>
          </p:cNvPr>
          <p:cNvSpPr/>
          <p:nvPr/>
        </p:nvSpPr>
        <p:spPr>
          <a:xfrm>
            <a:off x="3038972" y="4697296"/>
            <a:ext cx="3865827" cy="369379"/>
          </a:xfrm>
          <a:prstGeom prst="roundRect">
            <a:avLst/>
          </a:prstGeom>
          <a:solidFill>
            <a:srgbClr val="CCCCFF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調達</a:t>
            </a:r>
          </a:p>
        </p:txBody>
      </p:sp>
      <p:sp>
        <p:nvSpPr>
          <p:cNvPr id="533" name="四角形: 角を丸くする 532">
            <a:extLst>
              <a:ext uri="{FF2B5EF4-FFF2-40B4-BE49-F238E27FC236}">
                <a16:creationId xmlns:a16="http://schemas.microsoft.com/office/drawing/2014/main" id="{8BBD2EF1-D5C5-4186-8657-D192A372B24C}"/>
              </a:ext>
            </a:extLst>
          </p:cNvPr>
          <p:cNvSpPr/>
          <p:nvPr/>
        </p:nvSpPr>
        <p:spPr>
          <a:xfrm>
            <a:off x="3064394" y="2746547"/>
            <a:ext cx="6435449" cy="1150360"/>
          </a:xfrm>
          <a:prstGeom prst="roundRect">
            <a:avLst/>
          </a:prstGeom>
          <a:solidFill>
            <a:schemeClr val="accent3">
              <a:lumMod val="75000"/>
              <a:alpha val="49804"/>
            </a:scheme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需給・物流</a:t>
            </a:r>
          </a:p>
        </p:txBody>
      </p:sp>
      <p:sp>
        <p:nvSpPr>
          <p:cNvPr id="534" name="四角形: 角を丸くする 533">
            <a:extLst>
              <a:ext uri="{FF2B5EF4-FFF2-40B4-BE49-F238E27FC236}">
                <a16:creationId xmlns:a16="http://schemas.microsoft.com/office/drawing/2014/main" id="{77C75C80-3259-49AB-95BE-D9ED97081088}"/>
              </a:ext>
            </a:extLst>
          </p:cNvPr>
          <p:cNvSpPr/>
          <p:nvPr/>
        </p:nvSpPr>
        <p:spPr>
          <a:xfrm>
            <a:off x="4339175" y="1507520"/>
            <a:ext cx="2513022" cy="397657"/>
          </a:xfrm>
          <a:prstGeom prst="roundRect">
            <a:avLst/>
          </a:prstGeom>
          <a:solidFill>
            <a:schemeClr val="accent3">
              <a:lumMod val="75000"/>
              <a:alpha val="49804"/>
            </a:scheme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需給・物流</a:t>
            </a:r>
          </a:p>
        </p:txBody>
      </p:sp>
      <p:sp>
        <p:nvSpPr>
          <p:cNvPr id="535" name="四角形: 角を丸くする 534">
            <a:extLst>
              <a:ext uri="{FF2B5EF4-FFF2-40B4-BE49-F238E27FC236}">
                <a16:creationId xmlns:a16="http://schemas.microsoft.com/office/drawing/2014/main" id="{882E20CB-360A-48F3-8925-F440AB434429}"/>
              </a:ext>
            </a:extLst>
          </p:cNvPr>
          <p:cNvSpPr/>
          <p:nvPr/>
        </p:nvSpPr>
        <p:spPr>
          <a:xfrm>
            <a:off x="5664394" y="6224973"/>
            <a:ext cx="1112066" cy="397657"/>
          </a:xfrm>
          <a:prstGeom prst="roundRect">
            <a:avLst/>
          </a:prstGeom>
          <a:solidFill>
            <a:srgbClr val="00B050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サービス</a:t>
            </a:r>
          </a:p>
        </p:txBody>
      </p:sp>
      <p:sp>
        <p:nvSpPr>
          <p:cNvPr id="536" name="四角形: 角を丸くする 535">
            <a:extLst>
              <a:ext uri="{FF2B5EF4-FFF2-40B4-BE49-F238E27FC236}">
                <a16:creationId xmlns:a16="http://schemas.microsoft.com/office/drawing/2014/main" id="{3D0F8581-BFDA-4076-8B01-B45EC010DDBE}"/>
              </a:ext>
            </a:extLst>
          </p:cNvPr>
          <p:cNvSpPr/>
          <p:nvPr/>
        </p:nvSpPr>
        <p:spPr>
          <a:xfrm>
            <a:off x="4388626" y="6224973"/>
            <a:ext cx="1034420" cy="397657"/>
          </a:xfrm>
          <a:prstGeom prst="roundRect">
            <a:avLst/>
          </a:prstGeom>
          <a:solidFill>
            <a:schemeClr val="accent3">
              <a:lumMod val="75000"/>
              <a:alpha val="49804"/>
            </a:scheme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需給・物流</a:t>
            </a:r>
          </a:p>
        </p:txBody>
      </p:sp>
      <p:sp>
        <p:nvSpPr>
          <p:cNvPr id="539" name="四角形: 角を丸くする 538">
            <a:extLst>
              <a:ext uri="{FF2B5EF4-FFF2-40B4-BE49-F238E27FC236}">
                <a16:creationId xmlns:a16="http://schemas.microsoft.com/office/drawing/2014/main" id="{79867402-2BEF-4AA8-9230-BB0F7D59E9D7}"/>
              </a:ext>
            </a:extLst>
          </p:cNvPr>
          <p:cNvSpPr/>
          <p:nvPr/>
        </p:nvSpPr>
        <p:spPr>
          <a:xfrm>
            <a:off x="3038972" y="1905177"/>
            <a:ext cx="6384749" cy="397657"/>
          </a:xfrm>
          <a:prstGeom prst="roundRect">
            <a:avLst/>
          </a:prstGeom>
          <a:solidFill>
            <a:schemeClr val="accent3">
              <a:lumMod val="75000"/>
              <a:alpha val="49804"/>
            </a:scheme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需給・物流</a:t>
            </a:r>
          </a:p>
        </p:txBody>
      </p:sp>
      <p:sp>
        <p:nvSpPr>
          <p:cNvPr id="541" name="四角形: 角を丸くする 540">
            <a:extLst>
              <a:ext uri="{FF2B5EF4-FFF2-40B4-BE49-F238E27FC236}">
                <a16:creationId xmlns:a16="http://schemas.microsoft.com/office/drawing/2014/main" id="{1AA0CC28-7C5A-4FC6-933D-20B621DD440E}"/>
              </a:ext>
            </a:extLst>
          </p:cNvPr>
          <p:cNvSpPr/>
          <p:nvPr/>
        </p:nvSpPr>
        <p:spPr>
          <a:xfrm>
            <a:off x="8276903" y="1507520"/>
            <a:ext cx="1146817" cy="397657"/>
          </a:xfrm>
          <a:prstGeom prst="roundRect">
            <a:avLst/>
          </a:prstGeom>
          <a:solidFill>
            <a:schemeClr val="accent3">
              <a:lumMod val="75000"/>
              <a:alpha val="49804"/>
            </a:scheme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需給・物流</a:t>
            </a:r>
          </a:p>
        </p:txBody>
      </p:sp>
      <p:sp>
        <p:nvSpPr>
          <p:cNvPr id="548" name="四角形: 角を丸くする 547">
            <a:extLst>
              <a:ext uri="{FF2B5EF4-FFF2-40B4-BE49-F238E27FC236}">
                <a16:creationId xmlns:a16="http://schemas.microsoft.com/office/drawing/2014/main" id="{1E0B1386-D9BB-477E-83E6-BBE1D9AA9CA1}"/>
              </a:ext>
            </a:extLst>
          </p:cNvPr>
          <p:cNvSpPr/>
          <p:nvPr/>
        </p:nvSpPr>
        <p:spPr>
          <a:xfrm>
            <a:off x="3612254" y="8726962"/>
            <a:ext cx="4506893" cy="420492"/>
          </a:xfrm>
          <a:prstGeom prst="roundRect">
            <a:avLst/>
          </a:prstGeom>
          <a:solidFill>
            <a:srgbClr val="CCFF66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コールセンター</a:t>
            </a:r>
          </a:p>
        </p:txBody>
      </p:sp>
      <p:sp>
        <p:nvSpPr>
          <p:cNvPr id="557" name="四角形: 角を丸くする 556">
            <a:extLst>
              <a:ext uri="{FF2B5EF4-FFF2-40B4-BE49-F238E27FC236}">
                <a16:creationId xmlns:a16="http://schemas.microsoft.com/office/drawing/2014/main" id="{98FDE729-21C2-4605-AA1D-24CD4C2F50F2}"/>
              </a:ext>
            </a:extLst>
          </p:cNvPr>
          <p:cNvSpPr/>
          <p:nvPr/>
        </p:nvSpPr>
        <p:spPr>
          <a:xfrm>
            <a:off x="3097192" y="8760600"/>
            <a:ext cx="504000" cy="720000"/>
          </a:xfrm>
          <a:prstGeom prst="roundRect">
            <a:avLst/>
          </a:prstGeom>
          <a:solidFill>
            <a:srgbClr val="FFFF99">
              <a:alpha val="50000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販売</a:t>
            </a:r>
            <a:br>
              <a:rPr kumimoji="1" lang="ja-JP" altLang="en-US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事務</a:t>
            </a:r>
            <a:br>
              <a:rPr kumimoji="1" lang="ja-JP" altLang="en-US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・</a:t>
            </a:r>
            <a:br>
              <a:rPr kumimoji="1" lang="ja-JP" altLang="en-US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料金</a:t>
            </a:r>
            <a:br>
              <a:rPr kumimoji="1" lang="ja-JP" altLang="en-US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計算</a:t>
            </a:r>
          </a:p>
        </p:txBody>
      </p:sp>
      <p:sp>
        <p:nvSpPr>
          <p:cNvPr id="563" name="四角形: 角を丸くする 562">
            <a:extLst>
              <a:ext uri="{FF2B5EF4-FFF2-40B4-BE49-F238E27FC236}">
                <a16:creationId xmlns:a16="http://schemas.microsoft.com/office/drawing/2014/main" id="{1C93BDB9-DCE9-4B9B-9F4A-7A9742086190}"/>
              </a:ext>
            </a:extLst>
          </p:cNvPr>
          <p:cNvSpPr/>
          <p:nvPr/>
        </p:nvSpPr>
        <p:spPr>
          <a:xfrm>
            <a:off x="11109503" y="4618220"/>
            <a:ext cx="324000" cy="648000"/>
          </a:xfrm>
          <a:prstGeom prst="roundRect">
            <a:avLst/>
          </a:prstGeom>
          <a:solidFill>
            <a:srgbClr val="FF9999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0" tIns="0" rIns="0" bIns="0" rtlCol="0" anchor="ctr"/>
          <a:lstStyle/>
          <a:p>
            <a:pPr algn="ctr"/>
            <a:r>
              <a:rPr kumimoji="1" lang="ja-JP" altLang="en-US" sz="800" b="1" dirty="0">
                <a:solidFill>
                  <a:srgbClr val="000000"/>
                </a:solidFill>
              </a:rPr>
              <a:t>営業</a:t>
            </a:r>
          </a:p>
        </p:txBody>
      </p:sp>
      <p:sp>
        <p:nvSpPr>
          <p:cNvPr id="568" name="四角形: 角を丸くする 567">
            <a:extLst>
              <a:ext uri="{FF2B5EF4-FFF2-40B4-BE49-F238E27FC236}">
                <a16:creationId xmlns:a16="http://schemas.microsoft.com/office/drawing/2014/main" id="{EA0340D8-3DE4-41E9-B4BA-98C11C66AC64}"/>
              </a:ext>
            </a:extLst>
          </p:cNvPr>
          <p:cNvSpPr/>
          <p:nvPr/>
        </p:nvSpPr>
        <p:spPr>
          <a:xfrm>
            <a:off x="11757504" y="4618220"/>
            <a:ext cx="324000" cy="648000"/>
          </a:xfrm>
          <a:prstGeom prst="roundRect">
            <a:avLst/>
          </a:prstGeom>
          <a:solidFill>
            <a:srgbClr val="00B050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0" tIns="0" rIns="0" bIns="0" rtlCol="0" anchor="ctr"/>
          <a:lstStyle/>
          <a:p>
            <a:pPr algn="ctr"/>
            <a:r>
              <a:rPr kumimoji="1" lang="ja-JP" altLang="en-US" sz="800" b="1" dirty="0">
                <a:solidFill>
                  <a:srgbClr val="000000"/>
                </a:solidFill>
              </a:rPr>
              <a:t>サービス</a:t>
            </a:r>
          </a:p>
        </p:txBody>
      </p:sp>
      <p:sp>
        <p:nvSpPr>
          <p:cNvPr id="569" name="四角形: 角を丸くする 568">
            <a:extLst>
              <a:ext uri="{FF2B5EF4-FFF2-40B4-BE49-F238E27FC236}">
                <a16:creationId xmlns:a16="http://schemas.microsoft.com/office/drawing/2014/main" id="{E2DF99C6-4DD1-4A84-B7EB-395CC7CD2A70}"/>
              </a:ext>
            </a:extLst>
          </p:cNvPr>
          <p:cNvSpPr/>
          <p:nvPr/>
        </p:nvSpPr>
        <p:spPr>
          <a:xfrm>
            <a:off x="11433504" y="4618220"/>
            <a:ext cx="324000" cy="648000"/>
          </a:xfrm>
          <a:prstGeom prst="roundRect">
            <a:avLst/>
          </a:prstGeom>
          <a:solidFill>
            <a:srgbClr val="FFCC66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0" tIns="0" rIns="0" bIns="0" rtlCol="0" anchor="ctr"/>
          <a:lstStyle/>
          <a:p>
            <a:pPr algn="ctr"/>
            <a:r>
              <a:rPr kumimoji="1" lang="ja-JP" altLang="en-US" sz="800" b="1" dirty="0">
                <a:solidFill>
                  <a:srgbClr val="000000"/>
                </a:solidFill>
              </a:rPr>
              <a:t>ソリューション</a:t>
            </a:r>
          </a:p>
        </p:txBody>
      </p:sp>
      <p:sp>
        <p:nvSpPr>
          <p:cNvPr id="570" name="四角形: 角を丸くする 569">
            <a:extLst>
              <a:ext uri="{FF2B5EF4-FFF2-40B4-BE49-F238E27FC236}">
                <a16:creationId xmlns:a16="http://schemas.microsoft.com/office/drawing/2014/main" id="{F6B2BE81-4D43-4DCF-96B1-58A6204A877F}"/>
              </a:ext>
            </a:extLst>
          </p:cNvPr>
          <p:cNvSpPr/>
          <p:nvPr/>
        </p:nvSpPr>
        <p:spPr>
          <a:xfrm>
            <a:off x="12081504" y="4618220"/>
            <a:ext cx="324000" cy="648000"/>
          </a:xfrm>
          <a:prstGeom prst="roundRect">
            <a:avLst/>
          </a:prstGeom>
          <a:solidFill>
            <a:srgbClr val="EAEAEA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0" tIns="0" rIns="0" bIns="0" rtlCol="0" anchor="ctr"/>
          <a:lstStyle/>
          <a:p>
            <a:pPr algn="ctr"/>
            <a:r>
              <a:rPr kumimoji="1" lang="ja-JP" altLang="en-US" sz="800" b="1" dirty="0">
                <a:solidFill>
                  <a:srgbClr val="000000"/>
                </a:solidFill>
              </a:rPr>
              <a:t>ファイナンス</a:t>
            </a:r>
          </a:p>
        </p:txBody>
      </p:sp>
      <p:sp>
        <p:nvSpPr>
          <p:cNvPr id="581" name="フリーフォーム: 図形 580">
            <a:extLst>
              <a:ext uri="{FF2B5EF4-FFF2-40B4-BE49-F238E27FC236}">
                <a16:creationId xmlns:a16="http://schemas.microsoft.com/office/drawing/2014/main" id="{1DC74816-7149-4C84-88AF-1B7C28658BFB}"/>
              </a:ext>
            </a:extLst>
          </p:cNvPr>
          <p:cNvSpPr/>
          <p:nvPr/>
        </p:nvSpPr>
        <p:spPr>
          <a:xfrm>
            <a:off x="8437275" y="9152548"/>
            <a:ext cx="2612837" cy="3165291"/>
          </a:xfrm>
          <a:custGeom>
            <a:avLst/>
            <a:gdLst>
              <a:gd name="connsiteX0" fmla="*/ 65476 w 2612837"/>
              <a:gd name="connsiteY0" fmla="*/ 0 h 3188445"/>
              <a:gd name="connsiteX1" fmla="*/ 2547361 w 2612837"/>
              <a:gd name="connsiteY1" fmla="*/ 0 h 3188445"/>
              <a:gd name="connsiteX2" fmla="*/ 2612837 w 2612837"/>
              <a:gd name="connsiteY2" fmla="*/ 65476 h 3188445"/>
              <a:gd name="connsiteX3" fmla="*/ 2612837 w 2612837"/>
              <a:gd name="connsiteY3" fmla="*/ 1162968 h 3188445"/>
              <a:gd name="connsiteX4" fmla="*/ 2547361 w 2612837"/>
              <a:gd name="connsiteY4" fmla="*/ 1228444 h 3188445"/>
              <a:gd name="connsiteX5" fmla="*/ 1339143 w 2612837"/>
              <a:gd name="connsiteY5" fmla="*/ 1228444 h 3188445"/>
              <a:gd name="connsiteX6" fmla="*/ 1339143 w 2612837"/>
              <a:gd name="connsiteY6" fmla="*/ 1960001 h 3188445"/>
              <a:gd name="connsiteX7" fmla="*/ 2547361 w 2612837"/>
              <a:gd name="connsiteY7" fmla="*/ 1960001 h 3188445"/>
              <a:gd name="connsiteX8" fmla="*/ 2612837 w 2612837"/>
              <a:gd name="connsiteY8" fmla="*/ 2025477 h 3188445"/>
              <a:gd name="connsiteX9" fmla="*/ 2612837 w 2612837"/>
              <a:gd name="connsiteY9" fmla="*/ 3122969 h 3188445"/>
              <a:gd name="connsiteX10" fmla="*/ 2547361 w 2612837"/>
              <a:gd name="connsiteY10" fmla="*/ 3188445 h 3188445"/>
              <a:gd name="connsiteX11" fmla="*/ 65476 w 2612837"/>
              <a:gd name="connsiteY11" fmla="*/ 3188445 h 3188445"/>
              <a:gd name="connsiteX12" fmla="*/ 0 w 2612837"/>
              <a:gd name="connsiteY12" fmla="*/ 3122969 h 3188445"/>
              <a:gd name="connsiteX13" fmla="*/ 0 w 2612837"/>
              <a:gd name="connsiteY13" fmla="*/ 2191283 h 3188445"/>
              <a:gd name="connsiteX14" fmla="*/ 0 w 2612837"/>
              <a:gd name="connsiteY14" fmla="*/ 2025477 h 3188445"/>
              <a:gd name="connsiteX15" fmla="*/ 0 w 2612837"/>
              <a:gd name="connsiteY15" fmla="*/ 1162968 h 3188445"/>
              <a:gd name="connsiteX16" fmla="*/ 0 w 2612837"/>
              <a:gd name="connsiteY16" fmla="*/ 1012674 h 3188445"/>
              <a:gd name="connsiteX17" fmla="*/ 0 w 2612837"/>
              <a:gd name="connsiteY17" fmla="*/ 65476 h 3188445"/>
              <a:gd name="connsiteX18" fmla="*/ 65476 w 2612837"/>
              <a:gd name="connsiteY18" fmla="*/ 0 h 3188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12837" h="3188445">
                <a:moveTo>
                  <a:pt x="65476" y="0"/>
                </a:moveTo>
                <a:lnTo>
                  <a:pt x="2547361" y="0"/>
                </a:lnTo>
                <a:cubicBezTo>
                  <a:pt x="2583522" y="0"/>
                  <a:pt x="2612837" y="29315"/>
                  <a:pt x="2612837" y="65476"/>
                </a:cubicBezTo>
                <a:lnTo>
                  <a:pt x="2612837" y="1162968"/>
                </a:lnTo>
                <a:cubicBezTo>
                  <a:pt x="2612837" y="1199129"/>
                  <a:pt x="2583522" y="1228444"/>
                  <a:pt x="2547361" y="1228444"/>
                </a:cubicBezTo>
                <a:lnTo>
                  <a:pt x="1339143" y="1228444"/>
                </a:lnTo>
                <a:lnTo>
                  <a:pt x="1339143" y="1960001"/>
                </a:lnTo>
                <a:lnTo>
                  <a:pt x="2547361" y="1960001"/>
                </a:lnTo>
                <a:cubicBezTo>
                  <a:pt x="2583522" y="1960001"/>
                  <a:pt x="2612837" y="1989316"/>
                  <a:pt x="2612837" y="2025477"/>
                </a:cubicBezTo>
                <a:lnTo>
                  <a:pt x="2612837" y="3122969"/>
                </a:lnTo>
                <a:cubicBezTo>
                  <a:pt x="2612837" y="3159130"/>
                  <a:pt x="2583522" y="3188445"/>
                  <a:pt x="2547361" y="3188445"/>
                </a:cubicBezTo>
                <a:lnTo>
                  <a:pt x="65476" y="3188445"/>
                </a:lnTo>
                <a:cubicBezTo>
                  <a:pt x="29315" y="3188445"/>
                  <a:pt x="0" y="3159130"/>
                  <a:pt x="0" y="3122969"/>
                </a:cubicBezTo>
                <a:lnTo>
                  <a:pt x="0" y="2191283"/>
                </a:lnTo>
                <a:lnTo>
                  <a:pt x="0" y="2025477"/>
                </a:lnTo>
                <a:lnTo>
                  <a:pt x="0" y="1162968"/>
                </a:lnTo>
                <a:lnTo>
                  <a:pt x="0" y="1012674"/>
                </a:lnTo>
                <a:lnTo>
                  <a:pt x="0" y="65476"/>
                </a:lnTo>
                <a:cubicBezTo>
                  <a:pt x="0" y="29315"/>
                  <a:pt x="29315" y="0"/>
                  <a:pt x="65476" y="0"/>
                </a:cubicBezTo>
                <a:close/>
              </a:path>
            </a:pathLst>
          </a:custGeom>
          <a:solidFill>
            <a:srgbClr val="EAEAEA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r>
              <a:rPr kumimoji="1" lang="ja-JP" altLang="en-US" sz="1200" b="1" dirty="0">
                <a:solidFill>
                  <a:srgbClr val="000000"/>
                </a:solidFill>
              </a:rPr>
              <a:t>　ファイナンス</a:t>
            </a:r>
          </a:p>
        </p:txBody>
      </p:sp>
      <p:sp>
        <p:nvSpPr>
          <p:cNvPr id="577" name="フリーフォーム: 図形 576">
            <a:extLst>
              <a:ext uri="{FF2B5EF4-FFF2-40B4-BE49-F238E27FC236}">
                <a16:creationId xmlns:a16="http://schemas.microsoft.com/office/drawing/2014/main" id="{4FC9A823-DDF2-4EE9-A8F7-CF855869B265}"/>
              </a:ext>
            </a:extLst>
          </p:cNvPr>
          <p:cNvSpPr/>
          <p:nvPr/>
        </p:nvSpPr>
        <p:spPr>
          <a:xfrm>
            <a:off x="9780579" y="5264399"/>
            <a:ext cx="2612837" cy="1319830"/>
          </a:xfrm>
          <a:custGeom>
            <a:avLst/>
            <a:gdLst>
              <a:gd name="connsiteX0" fmla="*/ 1371805 w 2612837"/>
              <a:gd name="connsiteY0" fmla="*/ 0 h 1319830"/>
              <a:gd name="connsiteX1" fmla="*/ 2580175 w 2612837"/>
              <a:gd name="connsiteY1" fmla="*/ 0 h 1319830"/>
              <a:gd name="connsiteX2" fmla="*/ 2612837 w 2612837"/>
              <a:gd name="connsiteY2" fmla="*/ 32662 h 1319830"/>
              <a:gd name="connsiteX3" fmla="*/ 2612837 w 2612837"/>
              <a:gd name="connsiteY3" fmla="*/ 580135 h 1319830"/>
              <a:gd name="connsiteX4" fmla="*/ 2603271 w 2612837"/>
              <a:gd name="connsiteY4" fmla="*/ 603231 h 1319830"/>
              <a:gd name="connsiteX5" fmla="*/ 2593224 w 2612837"/>
              <a:gd name="connsiteY5" fmla="*/ 607392 h 1319830"/>
              <a:gd name="connsiteX6" fmla="*/ 2601594 w 2612837"/>
              <a:gd name="connsiteY6" fmla="*/ 610859 h 1319830"/>
              <a:gd name="connsiteX7" fmla="*/ 2612837 w 2612837"/>
              <a:gd name="connsiteY7" fmla="*/ 638003 h 1319830"/>
              <a:gd name="connsiteX8" fmla="*/ 2612837 w 2612837"/>
              <a:gd name="connsiteY8" fmla="*/ 1281443 h 1319830"/>
              <a:gd name="connsiteX9" fmla="*/ 2574450 w 2612837"/>
              <a:gd name="connsiteY9" fmla="*/ 1319830 h 1319830"/>
              <a:gd name="connsiteX10" fmla="*/ 38387 w 2612837"/>
              <a:gd name="connsiteY10" fmla="*/ 1319830 h 1319830"/>
              <a:gd name="connsiteX11" fmla="*/ 0 w 2612837"/>
              <a:gd name="connsiteY11" fmla="*/ 1281443 h 1319830"/>
              <a:gd name="connsiteX12" fmla="*/ 0 w 2612837"/>
              <a:gd name="connsiteY12" fmla="*/ 638003 h 1319830"/>
              <a:gd name="connsiteX13" fmla="*/ 38387 w 2612837"/>
              <a:gd name="connsiteY13" fmla="*/ 599616 h 1319830"/>
              <a:gd name="connsiteX14" fmla="*/ 1347212 w 2612837"/>
              <a:gd name="connsiteY14" fmla="*/ 599616 h 1319830"/>
              <a:gd name="connsiteX15" fmla="*/ 1339143 w 2612837"/>
              <a:gd name="connsiteY15" fmla="*/ 580135 h 1319830"/>
              <a:gd name="connsiteX16" fmla="*/ 1339143 w 2612837"/>
              <a:gd name="connsiteY16" fmla="*/ 32662 h 1319830"/>
              <a:gd name="connsiteX17" fmla="*/ 1371805 w 2612837"/>
              <a:gd name="connsiteY17" fmla="*/ 0 h 131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612837" h="1319830">
                <a:moveTo>
                  <a:pt x="1371805" y="0"/>
                </a:moveTo>
                <a:lnTo>
                  <a:pt x="2580175" y="0"/>
                </a:lnTo>
                <a:cubicBezTo>
                  <a:pt x="2598214" y="0"/>
                  <a:pt x="2612837" y="14623"/>
                  <a:pt x="2612837" y="32662"/>
                </a:cubicBezTo>
                <a:lnTo>
                  <a:pt x="2612837" y="580135"/>
                </a:lnTo>
                <a:cubicBezTo>
                  <a:pt x="2612837" y="589155"/>
                  <a:pt x="2609181" y="597320"/>
                  <a:pt x="2603271" y="603231"/>
                </a:cubicBezTo>
                <a:lnTo>
                  <a:pt x="2593224" y="607392"/>
                </a:lnTo>
                <a:lnTo>
                  <a:pt x="2601594" y="610859"/>
                </a:lnTo>
                <a:cubicBezTo>
                  <a:pt x="2608540" y="617806"/>
                  <a:pt x="2612837" y="627403"/>
                  <a:pt x="2612837" y="638003"/>
                </a:cubicBezTo>
                <a:lnTo>
                  <a:pt x="2612837" y="1281443"/>
                </a:lnTo>
                <a:cubicBezTo>
                  <a:pt x="2612837" y="1302644"/>
                  <a:pt x="2595651" y="1319830"/>
                  <a:pt x="2574450" y="1319830"/>
                </a:cubicBezTo>
                <a:lnTo>
                  <a:pt x="38387" y="1319830"/>
                </a:lnTo>
                <a:cubicBezTo>
                  <a:pt x="17186" y="1319830"/>
                  <a:pt x="0" y="1302644"/>
                  <a:pt x="0" y="1281443"/>
                </a:cubicBezTo>
                <a:lnTo>
                  <a:pt x="0" y="638003"/>
                </a:lnTo>
                <a:cubicBezTo>
                  <a:pt x="0" y="616802"/>
                  <a:pt x="17186" y="599616"/>
                  <a:pt x="38387" y="599616"/>
                </a:cubicBezTo>
                <a:lnTo>
                  <a:pt x="1347212" y="599616"/>
                </a:lnTo>
                <a:lnTo>
                  <a:pt x="1339143" y="580135"/>
                </a:lnTo>
                <a:lnTo>
                  <a:pt x="1339143" y="32662"/>
                </a:lnTo>
                <a:cubicBezTo>
                  <a:pt x="1339143" y="14623"/>
                  <a:pt x="1353766" y="0"/>
                  <a:pt x="1371805" y="0"/>
                </a:cubicBezTo>
                <a:close/>
              </a:path>
            </a:pathLst>
          </a:custGeom>
          <a:solidFill>
            <a:srgbClr val="EAEAEA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kumimoji="1" lang="en-US" altLang="ja-JP" sz="1200" b="1" dirty="0">
              <a:solidFill>
                <a:srgbClr val="000000"/>
              </a:solidFill>
            </a:endParaRPr>
          </a:p>
          <a:p>
            <a:pPr algn="ctr"/>
            <a:endParaRPr kumimoji="1" lang="en-US" altLang="ja-JP" sz="1200" b="1" dirty="0">
              <a:solidFill>
                <a:srgbClr val="000000"/>
              </a:solidFill>
            </a:endParaRPr>
          </a:p>
          <a:p>
            <a:pPr algn="ctr"/>
            <a:endParaRPr kumimoji="1" lang="en-US" altLang="ja-JP" sz="1200" b="1" dirty="0">
              <a:solidFill>
                <a:srgbClr val="000000"/>
              </a:solidFill>
            </a:endParaRPr>
          </a:p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ファイナンス</a:t>
            </a:r>
          </a:p>
        </p:txBody>
      </p:sp>
      <p:sp>
        <p:nvSpPr>
          <p:cNvPr id="582" name="四角形: 角を丸くする 581">
            <a:extLst>
              <a:ext uri="{FF2B5EF4-FFF2-40B4-BE49-F238E27FC236}">
                <a16:creationId xmlns:a16="http://schemas.microsoft.com/office/drawing/2014/main" id="{9998E929-D54D-4D88-9F2F-365DDA93E526}"/>
              </a:ext>
            </a:extLst>
          </p:cNvPr>
          <p:cNvSpPr/>
          <p:nvPr/>
        </p:nvSpPr>
        <p:spPr>
          <a:xfrm>
            <a:off x="10898642" y="8716261"/>
            <a:ext cx="2448303" cy="1761339"/>
          </a:xfrm>
          <a:prstGeom prst="roundRect">
            <a:avLst/>
          </a:prstGeom>
          <a:solidFill>
            <a:srgbClr val="EAEAEA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ファイナンス</a:t>
            </a:r>
          </a:p>
        </p:txBody>
      </p:sp>
      <p:sp>
        <p:nvSpPr>
          <p:cNvPr id="583" name="楕円 582">
            <a:extLst>
              <a:ext uri="{FF2B5EF4-FFF2-40B4-BE49-F238E27FC236}">
                <a16:creationId xmlns:a16="http://schemas.microsoft.com/office/drawing/2014/main" id="{2F87F9E2-1398-41F6-AC61-7F9EFA6647F6}"/>
              </a:ext>
            </a:extLst>
          </p:cNvPr>
          <p:cNvSpPr/>
          <p:nvPr/>
        </p:nvSpPr>
        <p:spPr>
          <a:xfrm>
            <a:off x="6256800" y="36000"/>
            <a:ext cx="2376000" cy="587888"/>
          </a:xfrm>
          <a:prstGeom prst="ellipse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800" b="1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各領域の識別例</a:t>
            </a:r>
          </a:p>
        </p:txBody>
      </p:sp>
      <p:sp>
        <p:nvSpPr>
          <p:cNvPr id="584" name="正方形/長方形 583">
            <a:extLst>
              <a:ext uri="{FF2B5EF4-FFF2-40B4-BE49-F238E27FC236}">
                <a16:creationId xmlns:a16="http://schemas.microsoft.com/office/drawing/2014/main" id="{A85564CD-C5BF-4D9A-BCC1-FD367D0CC57B}"/>
              </a:ext>
            </a:extLst>
          </p:cNvPr>
          <p:cNvSpPr/>
          <p:nvPr/>
        </p:nvSpPr>
        <p:spPr>
          <a:xfrm>
            <a:off x="8741936" y="48600"/>
            <a:ext cx="1675636" cy="492285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800" b="1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DRAFT</a:t>
            </a:r>
            <a:endParaRPr kumimoji="1" lang="ja-JP" altLang="en-US" sz="12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0367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正方形/長方形 409">
            <a:extLst>
              <a:ext uri="{FF2B5EF4-FFF2-40B4-BE49-F238E27FC236}">
                <a16:creationId xmlns:a16="http://schemas.microsoft.com/office/drawing/2014/main" id="{7708F5A8-D6B2-403C-A9B9-03CF4D21F7DA}"/>
              </a:ext>
            </a:extLst>
          </p:cNvPr>
          <p:cNvSpPr/>
          <p:nvPr/>
        </p:nvSpPr>
        <p:spPr>
          <a:xfrm>
            <a:off x="9748649" y="1343638"/>
            <a:ext cx="2630874" cy="5327947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7" name="正方形/長方形 616">
            <a:extLst>
              <a:ext uri="{FF2B5EF4-FFF2-40B4-BE49-F238E27FC236}">
                <a16:creationId xmlns:a16="http://schemas.microsoft.com/office/drawing/2014/main" id="{2849E501-2FE8-4A70-B8E1-D9D40131970B}"/>
              </a:ext>
            </a:extLst>
          </p:cNvPr>
          <p:cNvSpPr/>
          <p:nvPr/>
        </p:nvSpPr>
        <p:spPr>
          <a:xfrm>
            <a:off x="11188924" y="350762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税務処理</a:t>
            </a:r>
          </a:p>
        </p:txBody>
      </p:sp>
      <p:sp>
        <p:nvSpPr>
          <p:cNvPr id="485" name="正方形/長方形 484">
            <a:extLst>
              <a:ext uri="{FF2B5EF4-FFF2-40B4-BE49-F238E27FC236}">
                <a16:creationId xmlns:a16="http://schemas.microsoft.com/office/drawing/2014/main" id="{FB55D401-76D1-4F18-9BF4-656D8D52B1B9}"/>
              </a:ext>
            </a:extLst>
          </p:cNvPr>
          <p:cNvSpPr/>
          <p:nvPr/>
        </p:nvSpPr>
        <p:spPr>
          <a:xfrm>
            <a:off x="9744701" y="6959618"/>
            <a:ext cx="2638771" cy="2592982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76" name="正方形/長方形 475">
            <a:extLst>
              <a:ext uri="{FF2B5EF4-FFF2-40B4-BE49-F238E27FC236}">
                <a16:creationId xmlns:a16="http://schemas.microsoft.com/office/drawing/2014/main" id="{69638EF8-3618-47F7-ABDA-7116F71F55D6}"/>
              </a:ext>
            </a:extLst>
          </p:cNvPr>
          <p:cNvSpPr/>
          <p:nvPr/>
        </p:nvSpPr>
        <p:spPr>
          <a:xfrm>
            <a:off x="2978043" y="6941806"/>
            <a:ext cx="6580771" cy="1313955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5" name="正方形/長方形 454">
            <a:extLst>
              <a:ext uri="{FF2B5EF4-FFF2-40B4-BE49-F238E27FC236}">
                <a16:creationId xmlns:a16="http://schemas.microsoft.com/office/drawing/2014/main" id="{A94B9980-DF48-475D-A6F3-91C8DE7C4387}"/>
              </a:ext>
            </a:extLst>
          </p:cNvPr>
          <p:cNvSpPr/>
          <p:nvPr/>
        </p:nvSpPr>
        <p:spPr>
          <a:xfrm>
            <a:off x="2978287" y="4192515"/>
            <a:ext cx="6580771" cy="887850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4" name="正方形/長方形 413">
            <a:extLst>
              <a:ext uri="{FF2B5EF4-FFF2-40B4-BE49-F238E27FC236}">
                <a16:creationId xmlns:a16="http://schemas.microsoft.com/office/drawing/2014/main" id="{BF5C6DB8-8249-44D3-8EBD-D97B40B7B575}"/>
              </a:ext>
            </a:extLst>
          </p:cNvPr>
          <p:cNvSpPr/>
          <p:nvPr/>
        </p:nvSpPr>
        <p:spPr>
          <a:xfrm>
            <a:off x="2978561" y="1350352"/>
            <a:ext cx="6580771" cy="1000753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08" name="正方形/長方形 407">
            <a:extLst>
              <a:ext uri="{FF2B5EF4-FFF2-40B4-BE49-F238E27FC236}">
                <a16:creationId xmlns:a16="http://schemas.microsoft.com/office/drawing/2014/main" id="{3794B18E-FD8F-4602-A795-C5727CEBB33C}"/>
              </a:ext>
            </a:extLst>
          </p:cNvPr>
          <p:cNvSpPr/>
          <p:nvPr/>
        </p:nvSpPr>
        <p:spPr>
          <a:xfrm>
            <a:off x="2978287" y="2636457"/>
            <a:ext cx="6580771" cy="1298824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61" name="正方形/長方形 360">
            <a:extLst>
              <a:ext uri="{FF2B5EF4-FFF2-40B4-BE49-F238E27FC236}">
                <a16:creationId xmlns:a16="http://schemas.microsoft.com/office/drawing/2014/main" id="{D99CC8B1-D9C1-4E79-95B6-6C60A79996B3}"/>
              </a:ext>
            </a:extLst>
          </p:cNvPr>
          <p:cNvSpPr/>
          <p:nvPr/>
        </p:nvSpPr>
        <p:spPr>
          <a:xfrm>
            <a:off x="424136" y="2949746"/>
            <a:ext cx="2304000" cy="6602853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622C50E-91BA-465E-86A1-FD1A992CBEDD}"/>
              </a:ext>
            </a:extLst>
          </p:cNvPr>
          <p:cNvSpPr/>
          <p:nvPr/>
        </p:nvSpPr>
        <p:spPr>
          <a:xfrm>
            <a:off x="424136" y="1322369"/>
            <a:ext cx="2304000" cy="1236417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5E318B0-6DCD-4311-AC09-E0D652C0EAEB}"/>
              </a:ext>
            </a:extLst>
          </p:cNvPr>
          <p:cNvSpPr/>
          <p:nvPr/>
        </p:nvSpPr>
        <p:spPr>
          <a:xfrm>
            <a:off x="928800" y="1560600"/>
            <a:ext cx="1117175" cy="372392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マーケティング</a:t>
            </a:r>
            <a:endParaRPr kumimoji="1" lang="en-US" altLang="ja-JP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78EE78C4-D73B-4DAB-9C1E-D9B47CBD0D16}"/>
              </a:ext>
            </a:extLst>
          </p:cNvPr>
          <p:cNvSpPr/>
          <p:nvPr/>
        </p:nvSpPr>
        <p:spPr>
          <a:xfrm>
            <a:off x="911074" y="2086928"/>
            <a:ext cx="1117175" cy="372392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マーケティング</a:t>
            </a:r>
            <a:endParaRPr kumimoji="1" lang="en-US" altLang="ja-JP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活動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A80E418-23F1-42DC-81ED-54B3A84FD98B}"/>
              </a:ext>
            </a:extLst>
          </p:cNvPr>
          <p:cNvSpPr/>
          <p:nvPr/>
        </p:nvSpPr>
        <p:spPr>
          <a:xfrm>
            <a:off x="496144" y="1198977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マーケティング</a:t>
            </a:r>
          </a:p>
        </p:txBody>
      </p:sp>
      <p:sp>
        <p:nvSpPr>
          <p:cNvPr id="245" name="正方形/長方形 244">
            <a:extLst>
              <a:ext uri="{FF2B5EF4-FFF2-40B4-BE49-F238E27FC236}">
                <a16:creationId xmlns:a16="http://schemas.microsoft.com/office/drawing/2014/main" id="{4142C371-3A2D-44D4-89DA-78303D5F765E}"/>
              </a:ext>
            </a:extLst>
          </p:cNvPr>
          <p:cNvSpPr/>
          <p:nvPr/>
        </p:nvSpPr>
        <p:spPr>
          <a:xfrm>
            <a:off x="929982" y="3224877"/>
            <a:ext cx="1116532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営業戦略策定</a:t>
            </a:r>
            <a:endParaRPr kumimoji="1" lang="ja-JP" altLang="en-US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46" name="正方形/長方形 245">
            <a:extLst>
              <a:ext uri="{FF2B5EF4-FFF2-40B4-BE49-F238E27FC236}">
                <a16:creationId xmlns:a16="http://schemas.microsoft.com/office/drawing/2014/main" id="{04C34B5B-F41D-45FC-85AF-30FEB0579F1F}"/>
              </a:ext>
            </a:extLst>
          </p:cNvPr>
          <p:cNvSpPr/>
          <p:nvPr/>
        </p:nvSpPr>
        <p:spPr>
          <a:xfrm>
            <a:off x="929982" y="3702479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アプローチ</a:t>
            </a:r>
          </a:p>
        </p:txBody>
      </p:sp>
      <p:sp>
        <p:nvSpPr>
          <p:cNvPr id="247" name="正方形/長方形 246">
            <a:extLst>
              <a:ext uri="{FF2B5EF4-FFF2-40B4-BE49-F238E27FC236}">
                <a16:creationId xmlns:a16="http://schemas.microsoft.com/office/drawing/2014/main" id="{C8833265-6098-4AB6-B73A-B68FC3419530}"/>
              </a:ext>
            </a:extLst>
          </p:cNvPr>
          <p:cNvSpPr/>
          <p:nvPr/>
        </p:nvSpPr>
        <p:spPr>
          <a:xfrm>
            <a:off x="929982" y="4180081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セリング</a:t>
            </a:r>
          </a:p>
        </p:txBody>
      </p:sp>
      <p:sp>
        <p:nvSpPr>
          <p:cNvPr id="252" name="正方形/長方形 251">
            <a:extLst>
              <a:ext uri="{FF2B5EF4-FFF2-40B4-BE49-F238E27FC236}">
                <a16:creationId xmlns:a16="http://schemas.microsoft.com/office/drawing/2014/main" id="{16D1B303-79FA-4857-B112-401E41F07752}"/>
              </a:ext>
            </a:extLst>
          </p:cNvPr>
          <p:cNvSpPr/>
          <p:nvPr/>
        </p:nvSpPr>
        <p:spPr>
          <a:xfrm>
            <a:off x="929982" y="5127179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契約書作成</a:t>
            </a:r>
          </a:p>
        </p:txBody>
      </p:sp>
      <p:sp>
        <p:nvSpPr>
          <p:cNvPr id="255" name="正方形/長方形 254">
            <a:extLst>
              <a:ext uri="{FF2B5EF4-FFF2-40B4-BE49-F238E27FC236}">
                <a16:creationId xmlns:a16="http://schemas.microsoft.com/office/drawing/2014/main" id="{9B8B5346-137B-4EC9-BA60-2DDF93C1247D}"/>
              </a:ext>
            </a:extLst>
          </p:cNvPr>
          <p:cNvSpPr/>
          <p:nvPr/>
        </p:nvSpPr>
        <p:spPr>
          <a:xfrm>
            <a:off x="2193775" y="4182497"/>
            <a:ext cx="353336" cy="17690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納期確認</a:t>
            </a:r>
          </a:p>
        </p:txBody>
      </p:sp>
      <p:sp>
        <p:nvSpPr>
          <p:cNvPr id="256" name="正方形/長方形 255">
            <a:extLst>
              <a:ext uri="{FF2B5EF4-FFF2-40B4-BE49-F238E27FC236}">
                <a16:creationId xmlns:a16="http://schemas.microsoft.com/office/drawing/2014/main" id="{49CCEA02-D963-409E-89BB-7E239A91454D}"/>
              </a:ext>
            </a:extLst>
          </p:cNvPr>
          <p:cNvSpPr/>
          <p:nvPr/>
        </p:nvSpPr>
        <p:spPr>
          <a:xfrm>
            <a:off x="929982" y="6090489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計上判定</a:t>
            </a:r>
          </a:p>
        </p:txBody>
      </p: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CD9989CA-FE64-44C9-82D6-4F6356358FB7}"/>
              </a:ext>
            </a:extLst>
          </p:cNvPr>
          <p:cNvSpPr/>
          <p:nvPr/>
        </p:nvSpPr>
        <p:spPr>
          <a:xfrm>
            <a:off x="929982" y="6568091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売上計上</a:t>
            </a: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8507AD7-4FC3-4C47-87A2-2750CC8C0B75}"/>
              </a:ext>
            </a:extLst>
          </p:cNvPr>
          <p:cNvSpPr/>
          <p:nvPr/>
        </p:nvSpPr>
        <p:spPr>
          <a:xfrm>
            <a:off x="929982" y="7045693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請求</a:t>
            </a:r>
          </a:p>
        </p:txBody>
      </p:sp>
      <p:sp>
        <p:nvSpPr>
          <p:cNvPr id="260" name="正方形/長方形 259">
            <a:extLst>
              <a:ext uri="{FF2B5EF4-FFF2-40B4-BE49-F238E27FC236}">
                <a16:creationId xmlns:a16="http://schemas.microsoft.com/office/drawing/2014/main" id="{CD1174F7-BD6C-49DA-8737-1BBCA99CC687}"/>
              </a:ext>
            </a:extLst>
          </p:cNvPr>
          <p:cNvSpPr/>
          <p:nvPr/>
        </p:nvSpPr>
        <p:spPr>
          <a:xfrm>
            <a:off x="929982" y="7523295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入金消込</a:t>
            </a: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43036-3349-41ED-945C-5988C3CB58B0}"/>
              </a:ext>
            </a:extLst>
          </p:cNvPr>
          <p:cNvSpPr/>
          <p:nvPr/>
        </p:nvSpPr>
        <p:spPr>
          <a:xfrm>
            <a:off x="2193775" y="6095522"/>
            <a:ext cx="353336" cy="12961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検収取得</a:t>
            </a:r>
          </a:p>
        </p:txBody>
      </p:sp>
      <p:sp>
        <p:nvSpPr>
          <p:cNvPr id="263" name="正方形/長方形 262">
            <a:extLst>
              <a:ext uri="{FF2B5EF4-FFF2-40B4-BE49-F238E27FC236}">
                <a16:creationId xmlns:a16="http://schemas.microsoft.com/office/drawing/2014/main" id="{47F0008C-266C-4C7B-85B1-5811EE6340B8}"/>
              </a:ext>
            </a:extLst>
          </p:cNvPr>
          <p:cNvSpPr/>
          <p:nvPr/>
        </p:nvSpPr>
        <p:spPr>
          <a:xfrm>
            <a:off x="929339" y="8000897"/>
            <a:ext cx="1117175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販売パートナー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管理</a:t>
            </a:r>
          </a:p>
        </p:txBody>
      </p:sp>
      <p:sp>
        <p:nvSpPr>
          <p:cNvPr id="265" name="正方形/長方形 264">
            <a:extLst>
              <a:ext uri="{FF2B5EF4-FFF2-40B4-BE49-F238E27FC236}">
                <a16:creationId xmlns:a16="http://schemas.microsoft.com/office/drawing/2014/main" id="{693487A4-24EB-4C49-8B57-99B34BDE75E7}"/>
              </a:ext>
            </a:extLst>
          </p:cNvPr>
          <p:cNvSpPr/>
          <p:nvPr/>
        </p:nvSpPr>
        <p:spPr>
          <a:xfrm>
            <a:off x="929982" y="5604781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契約締結</a:t>
            </a:r>
          </a:p>
        </p:txBody>
      </p:sp>
      <p:sp>
        <p:nvSpPr>
          <p:cNvPr id="267" name="正方形/長方形 266">
            <a:extLst>
              <a:ext uri="{FF2B5EF4-FFF2-40B4-BE49-F238E27FC236}">
                <a16:creationId xmlns:a16="http://schemas.microsoft.com/office/drawing/2014/main" id="{6E0DE610-02AA-4B55-BBC1-30462CB40DC9}"/>
              </a:ext>
            </a:extLst>
          </p:cNvPr>
          <p:cNvSpPr/>
          <p:nvPr/>
        </p:nvSpPr>
        <p:spPr>
          <a:xfrm>
            <a:off x="929339" y="8956097"/>
            <a:ext cx="1117175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お客様契約管理</a:t>
            </a:r>
          </a:p>
        </p:txBody>
      </p:sp>
      <p:sp>
        <p:nvSpPr>
          <p:cNvPr id="269" name="正方形/長方形 268">
            <a:extLst>
              <a:ext uri="{FF2B5EF4-FFF2-40B4-BE49-F238E27FC236}">
                <a16:creationId xmlns:a16="http://schemas.microsoft.com/office/drawing/2014/main" id="{5818DD29-B567-43D4-A15E-ACAEB0F78B33}"/>
              </a:ext>
            </a:extLst>
          </p:cNvPr>
          <p:cNvSpPr/>
          <p:nvPr/>
        </p:nvSpPr>
        <p:spPr>
          <a:xfrm>
            <a:off x="929339" y="8478499"/>
            <a:ext cx="1117175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業務委託料・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報奨金計算</a:t>
            </a:r>
          </a:p>
        </p:txBody>
      </p:sp>
      <p:sp>
        <p:nvSpPr>
          <p:cNvPr id="270" name="正方形/長方形 269">
            <a:extLst>
              <a:ext uri="{FF2B5EF4-FFF2-40B4-BE49-F238E27FC236}">
                <a16:creationId xmlns:a16="http://schemas.microsoft.com/office/drawing/2014/main" id="{7914E20C-8775-43EA-AB92-9A5EECE3289C}"/>
              </a:ext>
            </a:extLst>
          </p:cNvPr>
          <p:cNvSpPr/>
          <p:nvPr/>
        </p:nvSpPr>
        <p:spPr>
          <a:xfrm>
            <a:off x="3093311" y="7214589"/>
            <a:ext cx="1116532" cy="372392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</a:p>
        </p:txBody>
      </p:sp>
      <p:sp>
        <p:nvSpPr>
          <p:cNvPr id="271" name="正方形/長方形 270">
            <a:extLst>
              <a:ext uri="{FF2B5EF4-FFF2-40B4-BE49-F238E27FC236}">
                <a16:creationId xmlns:a16="http://schemas.microsoft.com/office/drawing/2014/main" id="{6775AFC5-4561-4BFF-AB8D-25705F91ED96}"/>
              </a:ext>
            </a:extLst>
          </p:cNvPr>
          <p:cNvSpPr/>
          <p:nvPr/>
        </p:nvSpPr>
        <p:spPr>
          <a:xfrm>
            <a:off x="4391064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検討</a:t>
            </a:r>
          </a:p>
        </p:txBody>
      </p:sp>
      <p:sp>
        <p:nvSpPr>
          <p:cNvPr id="272" name="正方形/長方形 271">
            <a:extLst>
              <a:ext uri="{FF2B5EF4-FFF2-40B4-BE49-F238E27FC236}">
                <a16:creationId xmlns:a16="http://schemas.microsoft.com/office/drawing/2014/main" id="{A3409514-589A-43BF-9895-6DE27C4B5F6C}"/>
              </a:ext>
            </a:extLst>
          </p:cNvPr>
          <p:cNvSpPr/>
          <p:nvPr/>
        </p:nvSpPr>
        <p:spPr>
          <a:xfrm>
            <a:off x="5688817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提案→提供</a:t>
            </a:r>
          </a:p>
        </p:txBody>
      </p: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C8B91C6C-2888-4EBF-BFE1-2B53694E5B75}"/>
              </a:ext>
            </a:extLst>
          </p:cNvPr>
          <p:cNvSpPr/>
          <p:nvPr/>
        </p:nvSpPr>
        <p:spPr>
          <a:xfrm>
            <a:off x="4391064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料金計算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サービス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8E01FFCE-7328-47C9-B02E-1EBA26992F6F}"/>
              </a:ext>
            </a:extLst>
          </p:cNvPr>
          <p:cNvSpPr/>
          <p:nvPr/>
        </p:nvSpPr>
        <p:spPr>
          <a:xfrm>
            <a:off x="6986570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品質管理</a:t>
            </a: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22AEF766-2477-4A7D-8EE6-6EDE42DD54CC}"/>
              </a:ext>
            </a:extLst>
          </p:cNvPr>
          <p:cNvSpPr/>
          <p:nvPr/>
        </p:nvSpPr>
        <p:spPr>
          <a:xfrm>
            <a:off x="5688817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案件管理</a:t>
            </a: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AA720D15-ACCA-48C4-BBA3-A49FC85A0158}"/>
              </a:ext>
            </a:extLst>
          </p:cNvPr>
          <p:cNvSpPr/>
          <p:nvPr/>
        </p:nvSpPr>
        <p:spPr>
          <a:xfrm>
            <a:off x="6986570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アサイン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計画策定</a:t>
            </a: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6AD8AEBB-A6CE-4FC4-9EEB-7247437DAE34}"/>
              </a:ext>
            </a:extLst>
          </p:cNvPr>
          <p:cNvSpPr/>
          <p:nvPr/>
        </p:nvSpPr>
        <p:spPr>
          <a:xfrm>
            <a:off x="3093311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業務委託料計算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サービス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1C3EBBC6-830E-4CAC-BA82-F8CAAA214A89}"/>
              </a:ext>
            </a:extLst>
          </p:cNvPr>
          <p:cNvSpPr/>
          <p:nvPr/>
        </p:nvSpPr>
        <p:spPr>
          <a:xfrm>
            <a:off x="8284324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スキル情報管理</a:t>
            </a:r>
          </a:p>
        </p:txBody>
      </p:sp>
      <p:sp>
        <p:nvSpPr>
          <p:cNvPr id="293" name="正方形/長方形 292">
            <a:extLst>
              <a:ext uri="{FF2B5EF4-FFF2-40B4-BE49-F238E27FC236}">
                <a16:creationId xmlns:a16="http://schemas.microsoft.com/office/drawing/2014/main" id="{7E292C32-B7A9-4627-A618-50331EF7E4B8}"/>
              </a:ext>
            </a:extLst>
          </p:cNvPr>
          <p:cNvSpPr/>
          <p:nvPr/>
        </p:nvSpPr>
        <p:spPr>
          <a:xfrm>
            <a:off x="3097437" y="283524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物流計画策定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4" name="正方形/長方形 293">
            <a:extLst>
              <a:ext uri="{FF2B5EF4-FFF2-40B4-BE49-F238E27FC236}">
                <a16:creationId xmlns:a16="http://schemas.microsoft.com/office/drawing/2014/main" id="{6C4616A4-045D-4D9C-BBD4-AA9E181AE19B}"/>
              </a:ext>
            </a:extLst>
          </p:cNvPr>
          <p:cNvSpPr/>
          <p:nvPr/>
        </p:nvSpPr>
        <p:spPr>
          <a:xfrm>
            <a:off x="4395190" y="3583977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物流作業実績管理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5" name="正方形/長方形 294">
            <a:extLst>
              <a:ext uri="{FF2B5EF4-FFF2-40B4-BE49-F238E27FC236}">
                <a16:creationId xmlns:a16="http://schemas.microsoft.com/office/drawing/2014/main" id="{7B6FAB41-F459-4B8A-A291-E41339AE9519}"/>
              </a:ext>
            </a:extLst>
          </p:cNvPr>
          <p:cNvSpPr/>
          <p:nvPr/>
        </p:nvSpPr>
        <p:spPr>
          <a:xfrm>
            <a:off x="4395190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在庫受払</a:t>
            </a:r>
          </a:p>
        </p:txBody>
      </p:sp>
      <p:sp>
        <p:nvSpPr>
          <p:cNvPr id="296" name="正方形/長方形 295">
            <a:extLst>
              <a:ext uri="{FF2B5EF4-FFF2-40B4-BE49-F238E27FC236}">
                <a16:creationId xmlns:a16="http://schemas.microsoft.com/office/drawing/2014/main" id="{1D1E8474-571D-4BAB-85F3-4A26BB53F210}"/>
              </a:ext>
            </a:extLst>
          </p:cNvPr>
          <p:cNvSpPr/>
          <p:nvPr/>
        </p:nvSpPr>
        <p:spPr>
          <a:xfrm>
            <a:off x="3097437" y="3583977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自社品納期確認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7" name="正方形/長方形 296">
            <a:extLst>
              <a:ext uri="{FF2B5EF4-FFF2-40B4-BE49-F238E27FC236}">
                <a16:creationId xmlns:a16="http://schemas.microsoft.com/office/drawing/2014/main" id="{7CAC2172-5411-452B-AD4A-4A641D01FF59}"/>
              </a:ext>
            </a:extLst>
          </p:cNvPr>
          <p:cNvSpPr/>
          <p:nvPr/>
        </p:nvSpPr>
        <p:spPr>
          <a:xfrm>
            <a:off x="3097437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在庫引当</a:t>
            </a:r>
          </a:p>
        </p:txBody>
      </p:sp>
      <p:sp>
        <p:nvSpPr>
          <p:cNvPr id="298" name="正方形/長方形 297">
            <a:extLst>
              <a:ext uri="{FF2B5EF4-FFF2-40B4-BE49-F238E27FC236}">
                <a16:creationId xmlns:a16="http://schemas.microsoft.com/office/drawing/2014/main" id="{4F019EBC-BE8B-4DEF-9797-EEA18585FF8D}"/>
              </a:ext>
            </a:extLst>
          </p:cNvPr>
          <p:cNvSpPr/>
          <p:nvPr/>
        </p:nvSpPr>
        <p:spPr>
          <a:xfrm>
            <a:off x="5692943" y="2835245"/>
            <a:ext cx="1117175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需要・供給計画管理</a:t>
            </a:r>
          </a:p>
        </p:txBody>
      </p:sp>
      <p:sp>
        <p:nvSpPr>
          <p:cNvPr id="299" name="正方形/長方形 298">
            <a:extLst>
              <a:ext uri="{FF2B5EF4-FFF2-40B4-BE49-F238E27FC236}">
                <a16:creationId xmlns:a16="http://schemas.microsoft.com/office/drawing/2014/main" id="{5F3017E7-C6F5-4CE8-B5FB-D3983029FD1D}"/>
              </a:ext>
            </a:extLst>
          </p:cNvPr>
          <p:cNvSpPr/>
          <p:nvPr/>
        </p:nvSpPr>
        <p:spPr>
          <a:xfrm>
            <a:off x="5692943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棚卸</a:t>
            </a:r>
          </a:p>
        </p:txBody>
      </p:sp>
      <p:sp>
        <p:nvSpPr>
          <p:cNvPr id="300" name="正方形/長方形 299">
            <a:extLst>
              <a:ext uri="{FF2B5EF4-FFF2-40B4-BE49-F238E27FC236}">
                <a16:creationId xmlns:a16="http://schemas.microsoft.com/office/drawing/2014/main" id="{9B208576-6756-43CB-A740-5069C41D4EC8}"/>
              </a:ext>
            </a:extLst>
          </p:cNvPr>
          <p:cNvSpPr/>
          <p:nvPr/>
        </p:nvSpPr>
        <p:spPr>
          <a:xfrm>
            <a:off x="8306546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通関</a:t>
            </a:r>
          </a:p>
        </p:txBody>
      </p:sp>
      <p:sp>
        <p:nvSpPr>
          <p:cNvPr id="302" name="正方形/長方形 301">
            <a:extLst>
              <a:ext uri="{FF2B5EF4-FFF2-40B4-BE49-F238E27FC236}">
                <a16:creationId xmlns:a16="http://schemas.microsoft.com/office/drawing/2014/main" id="{36E1CF24-CE35-41E0-94AD-9C5577FBDD69}"/>
              </a:ext>
            </a:extLst>
          </p:cNvPr>
          <p:cNvSpPr/>
          <p:nvPr/>
        </p:nvSpPr>
        <p:spPr>
          <a:xfrm>
            <a:off x="6990696" y="283524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需要予測</a:t>
            </a:r>
          </a:p>
        </p:txBody>
      </p:sp>
      <p:sp>
        <p:nvSpPr>
          <p:cNvPr id="303" name="正方形/長方形 302">
            <a:extLst>
              <a:ext uri="{FF2B5EF4-FFF2-40B4-BE49-F238E27FC236}">
                <a16:creationId xmlns:a16="http://schemas.microsoft.com/office/drawing/2014/main" id="{92164146-CC72-46C7-9E67-283188FC2DA9}"/>
              </a:ext>
            </a:extLst>
          </p:cNvPr>
          <p:cNvSpPr/>
          <p:nvPr/>
        </p:nvSpPr>
        <p:spPr>
          <a:xfrm>
            <a:off x="6990696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流通加工</a:t>
            </a:r>
          </a:p>
        </p:txBody>
      </p:sp>
      <p:sp>
        <p:nvSpPr>
          <p:cNvPr id="304" name="正方形/長方形 303">
            <a:extLst>
              <a:ext uri="{FF2B5EF4-FFF2-40B4-BE49-F238E27FC236}">
                <a16:creationId xmlns:a16="http://schemas.microsoft.com/office/drawing/2014/main" id="{A8CCDF32-074C-49EE-AF21-38D19EB3D319}"/>
              </a:ext>
            </a:extLst>
          </p:cNvPr>
          <p:cNvSpPr/>
          <p:nvPr/>
        </p:nvSpPr>
        <p:spPr>
          <a:xfrm>
            <a:off x="8313222" y="3583977"/>
            <a:ext cx="1110499" cy="3039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販売終了・供給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サポート終了管理</a:t>
            </a:r>
          </a:p>
        </p:txBody>
      </p:sp>
      <p:sp>
        <p:nvSpPr>
          <p:cNvPr id="305" name="正方形/長方形 304">
            <a:extLst>
              <a:ext uri="{FF2B5EF4-FFF2-40B4-BE49-F238E27FC236}">
                <a16:creationId xmlns:a16="http://schemas.microsoft.com/office/drawing/2014/main" id="{6F942BAF-D299-42F6-8F5F-E1505A8E8EC5}"/>
              </a:ext>
            </a:extLst>
          </p:cNvPr>
          <p:cNvSpPr/>
          <p:nvPr/>
        </p:nvSpPr>
        <p:spPr>
          <a:xfrm>
            <a:off x="4408021" y="283524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輸配送計画策定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06" name="正方形/長方形 305">
            <a:extLst>
              <a:ext uri="{FF2B5EF4-FFF2-40B4-BE49-F238E27FC236}">
                <a16:creationId xmlns:a16="http://schemas.microsoft.com/office/drawing/2014/main" id="{BF482CC3-2D17-4373-B087-F0C2FEB5A6FA}"/>
              </a:ext>
            </a:extLst>
          </p:cNvPr>
          <p:cNvSpPr/>
          <p:nvPr/>
        </p:nvSpPr>
        <p:spPr>
          <a:xfrm>
            <a:off x="5692943" y="3583977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余剰在庫管理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08" name="正方形/長方形 307">
            <a:extLst>
              <a:ext uri="{FF2B5EF4-FFF2-40B4-BE49-F238E27FC236}">
                <a16:creationId xmlns:a16="http://schemas.microsoft.com/office/drawing/2014/main" id="{72B45CC0-D649-4A23-A422-DDE5DFC760F3}"/>
              </a:ext>
            </a:extLst>
          </p:cNvPr>
          <p:cNvSpPr/>
          <p:nvPr/>
        </p:nvSpPr>
        <p:spPr>
          <a:xfrm>
            <a:off x="6990696" y="3587353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業務委託管理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物流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09" name="正方形/長方形 308">
            <a:extLst>
              <a:ext uri="{FF2B5EF4-FFF2-40B4-BE49-F238E27FC236}">
                <a16:creationId xmlns:a16="http://schemas.microsoft.com/office/drawing/2014/main" id="{0D621126-43D5-4BDA-8785-D822FCE937EA}"/>
              </a:ext>
            </a:extLst>
          </p:cNvPr>
          <p:cNvSpPr/>
          <p:nvPr/>
        </p:nvSpPr>
        <p:spPr>
          <a:xfrm>
            <a:off x="3097437" y="1580125"/>
            <a:ext cx="1116532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生産戦略策定</a:t>
            </a:r>
          </a:p>
        </p:txBody>
      </p:sp>
      <p:sp>
        <p:nvSpPr>
          <p:cNvPr id="310" name="正方形/長方形 309">
            <a:extLst>
              <a:ext uri="{FF2B5EF4-FFF2-40B4-BE49-F238E27FC236}">
                <a16:creationId xmlns:a16="http://schemas.microsoft.com/office/drawing/2014/main" id="{C7A77A55-B687-40EC-8425-CBE2C2CFB4CF}"/>
              </a:ext>
            </a:extLst>
          </p:cNvPr>
          <p:cNvSpPr/>
          <p:nvPr/>
        </p:nvSpPr>
        <p:spPr>
          <a:xfrm>
            <a:off x="4395190" y="158012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生産量計画策定</a:t>
            </a:r>
          </a:p>
        </p:txBody>
      </p:sp>
      <p:sp>
        <p:nvSpPr>
          <p:cNvPr id="311" name="正方形/長方形 310">
            <a:extLst>
              <a:ext uri="{FF2B5EF4-FFF2-40B4-BE49-F238E27FC236}">
                <a16:creationId xmlns:a16="http://schemas.microsoft.com/office/drawing/2014/main" id="{2C28333E-5F37-45A0-863B-2BBB9763F35B}"/>
              </a:ext>
            </a:extLst>
          </p:cNvPr>
          <p:cNvSpPr/>
          <p:nvPr/>
        </p:nvSpPr>
        <p:spPr>
          <a:xfrm>
            <a:off x="8300368" y="158012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工場出荷</a:t>
            </a:r>
          </a:p>
        </p:txBody>
      </p:sp>
      <p:sp>
        <p:nvSpPr>
          <p:cNvPr id="312" name="正方形/長方形 311">
            <a:extLst>
              <a:ext uri="{FF2B5EF4-FFF2-40B4-BE49-F238E27FC236}">
                <a16:creationId xmlns:a16="http://schemas.microsoft.com/office/drawing/2014/main" id="{90A42073-F544-4290-BB44-A1EFAE1D3EC4}"/>
              </a:ext>
            </a:extLst>
          </p:cNvPr>
          <p:cNvSpPr/>
          <p:nvPr/>
        </p:nvSpPr>
        <p:spPr>
          <a:xfrm>
            <a:off x="6990696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在庫受払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・棚卸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部材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13" name="正方形/長方形 312">
            <a:extLst>
              <a:ext uri="{FF2B5EF4-FFF2-40B4-BE49-F238E27FC236}">
                <a16:creationId xmlns:a16="http://schemas.microsoft.com/office/drawing/2014/main" id="{C3B69469-D881-429D-906E-9F4BFECFDE5B}"/>
              </a:ext>
            </a:extLst>
          </p:cNvPr>
          <p:cNvSpPr/>
          <p:nvPr/>
        </p:nvSpPr>
        <p:spPr>
          <a:xfrm>
            <a:off x="5692943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部材発注受入</a:t>
            </a:r>
          </a:p>
        </p:txBody>
      </p:sp>
      <p:sp>
        <p:nvSpPr>
          <p:cNvPr id="314" name="正方形/長方形 313">
            <a:extLst>
              <a:ext uri="{FF2B5EF4-FFF2-40B4-BE49-F238E27FC236}">
                <a16:creationId xmlns:a16="http://schemas.microsoft.com/office/drawing/2014/main" id="{AE176925-80A7-4FBB-A7FC-292B37B8CCBA}"/>
              </a:ext>
            </a:extLst>
          </p:cNvPr>
          <p:cNvSpPr/>
          <p:nvPr/>
        </p:nvSpPr>
        <p:spPr>
          <a:xfrm>
            <a:off x="7002615" y="1580125"/>
            <a:ext cx="1116532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製造</a:t>
            </a:r>
          </a:p>
        </p:txBody>
      </p:sp>
      <p:sp>
        <p:nvSpPr>
          <p:cNvPr id="315" name="正方形/長方形 314">
            <a:extLst>
              <a:ext uri="{FF2B5EF4-FFF2-40B4-BE49-F238E27FC236}">
                <a16:creationId xmlns:a16="http://schemas.microsoft.com/office/drawing/2014/main" id="{C5AD231E-D66B-4DDE-8B6E-7E45DD112B33}"/>
              </a:ext>
            </a:extLst>
          </p:cNvPr>
          <p:cNvSpPr/>
          <p:nvPr/>
        </p:nvSpPr>
        <p:spPr>
          <a:xfrm>
            <a:off x="5664396" y="157588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生産依頼受付</a:t>
            </a:r>
          </a:p>
        </p:txBody>
      </p:sp>
      <p:sp>
        <p:nvSpPr>
          <p:cNvPr id="317" name="正方形/長方形 316">
            <a:extLst>
              <a:ext uri="{FF2B5EF4-FFF2-40B4-BE49-F238E27FC236}">
                <a16:creationId xmlns:a16="http://schemas.microsoft.com/office/drawing/2014/main" id="{7408933C-9C3B-4F9B-B28D-EE524535384B}"/>
              </a:ext>
            </a:extLst>
          </p:cNvPr>
          <p:cNvSpPr/>
          <p:nvPr/>
        </p:nvSpPr>
        <p:spPr>
          <a:xfrm>
            <a:off x="3097437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所要量計算</a:t>
            </a:r>
          </a:p>
        </p:txBody>
      </p:sp>
      <p:sp>
        <p:nvSpPr>
          <p:cNvPr id="318" name="正方形/長方形 317">
            <a:extLst>
              <a:ext uri="{FF2B5EF4-FFF2-40B4-BE49-F238E27FC236}">
                <a16:creationId xmlns:a16="http://schemas.microsoft.com/office/drawing/2014/main" id="{FD6A7C3B-F653-453C-9C26-09A327F67DE4}"/>
              </a:ext>
            </a:extLst>
          </p:cNvPr>
          <p:cNvSpPr/>
          <p:nvPr/>
        </p:nvSpPr>
        <p:spPr>
          <a:xfrm>
            <a:off x="4395190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部材発注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0" name="正方形/長方形 319">
            <a:extLst>
              <a:ext uri="{FF2B5EF4-FFF2-40B4-BE49-F238E27FC236}">
                <a16:creationId xmlns:a16="http://schemas.microsoft.com/office/drawing/2014/main" id="{4F8B2C3F-274A-4431-B315-EEB1D32046D3}"/>
              </a:ext>
            </a:extLst>
          </p:cNvPr>
          <p:cNvSpPr/>
          <p:nvPr/>
        </p:nvSpPr>
        <p:spPr>
          <a:xfrm>
            <a:off x="8313222" y="1923732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リサイクル判定</a:t>
            </a:r>
          </a:p>
        </p:txBody>
      </p:sp>
      <p:sp>
        <p:nvSpPr>
          <p:cNvPr id="322" name="正方形/長方形 321">
            <a:extLst>
              <a:ext uri="{FF2B5EF4-FFF2-40B4-BE49-F238E27FC236}">
                <a16:creationId xmlns:a16="http://schemas.microsoft.com/office/drawing/2014/main" id="{9F2189B4-474D-41B9-9C8D-01E795843CAD}"/>
              </a:ext>
            </a:extLst>
          </p:cNvPr>
          <p:cNvSpPr/>
          <p:nvPr/>
        </p:nvSpPr>
        <p:spPr>
          <a:xfrm>
            <a:off x="3097437" y="473807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他社仕入見積依頼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3" name="正方形/長方形 322">
            <a:extLst>
              <a:ext uri="{FF2B5EF4-FFF2-40B4-BE49-F238E27FC236}">
                <a16:creationId xmlns:a16="http://schemas.microsoft.com/office/drawing/2014/main" id="{B7513EF2-1249-411C-9C38-44B4F8C7801F}"/>
              </a:ext>
            </a:extLst>
          </p:cNvPr>
          <p:cNvSpPr/>
          <p:nvPr/>
        </p:nvSpPr>
        <p:spPr>
          <a:xfrm>
            <a:off x="4395190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発注</a:t>
            </a:r>
          </a:p>
        </p:txBody>
      </p:sp>
      <p:sp>
        <p:nvSpPr>
          <p:cNvPr id="324" name="正方形/長方形 323">
            <a:extLst>
              <a:ext uri="{FF2B5EF4-FFF2-40B4-BE49-F238E27FC236}">
                <a16:creationId xmlns:a16="http://schemas.microsoft.com/office/drawing/2014/main" id="{5DE23D31-F82E-4FA5-AE17-0D58D243AAF9}"/>
              </a:ext>
            </a:extLst>
          </p:cNvPr>
          <p:cNvSpPr/>
          <p:nvPr/>
        </p:nvSpPr>
        <p:spPr>
          <a:xfrm>
            <a:off x="8306546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仕入先情報登録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5" name="正方形/長方形 324">
            <a:extLst>
              <a:ext uri="{FF2B5EF4-FFF2-40B4-BE49-F238E27FC236}">
                <a16:creationId xmlns:a16="http://schemas.microsoft.com/office/drawing/2014/main" id="{1B018FE0-0F91-4FEB-A35C-2342A81CBE80}"/>
              </a:ext>
            </a:extLst>
          </p:cNvPr>
          <p:cNvSpPr/>
          <p:nvPr/>
        </p:nvSpPr>
        <p:spPr>
          <a:xfrm>
            <a:off x="5692943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発注受入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6" name="正方形/長方形 325">
            <a:extLst>
              <a:ext uri="{FF2B5EF4-FFF2-40B4-BE49-F238E27FC236}">
                <a16:creationId xmlns:a16="http://schemas.microsoft.com/office/drawing/2014/main" id="{78A9C4FB-31F0-42EB-9ED3-41980E1AB019}"/>
              </a:ext>
            </a:extLst>
          </p:cNvPr>
          <p:cNvSpPr/>
          <p:nvPr/>
        </p:nvSpPr>
        <p:spPr>
          <a:xfrm>
            <a:off x="3097437" y="4365650"/>
            <a:ext cx="1116532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購買戦略</a:t>
            </a:r>
            <a:endParaRPr kumimoji="1" lang="ja-JP" altLang="en-US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7" name="正方形/長方形 326">
            <a:extLst>
              <a:ext uri="{FF2B5EF4-FFF2-40B4-BE49-F238E27FC236}">
                <a16:creationId xmlns:a16="http://schemas.microsoft.com/office/drawing/2014/main" id="{03ACFA73-21D7-4D7B-8E17-8536DD4070EF}"/>
              </a:ext>
            </a:extLst>
          </p:cNvPr>
          <p:cNvSpPr/>
          <p:nvPr/>
        </p:nvSpPr>
        <p:spPr>
          <a:xfrm>
            <a:off x="5692943" y="473807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他社仕入品</a:t>
            </a:r>
            <a:b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8" name="正方形/長方形 327">
            <a:extLst>
              <a:ext uri="{FF2B5EF4-FFF2-40B4-BE49-F238E27FC236}">
                <a16:creationId xmlns:a16="http://schemas.microsoft.com/office/drawing/2014/main" id="{E8117317-23A8-49C1-B244-AE69E805F7E9}"/>
              </a:ext>
            </a:extLst>
          </p:cNvPr>
          <p:cNvSpPr/>
          <p:nvPr/>
        </p:nvSpPr>
        <p:spPr>
          <a:xfrm>
            <a:off x="4395190" y="473807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他社仕入品</a:t>
            </a:r>
            <a:b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納期確認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9" name="正方形/長方形 328">
            <a:extLst>
              <a:ext uri="{FF2B5EF4-FFF2-40B4-BE49-F238E27FC236}">
                <a16:creationId xmlns:a16="http://schemas.microsoft.com/office/drawing/2014/main" id="{1D68951D-D9C2-4FE8-97E0-352D89765483}"/>
              </a:ext>
            </a:extLst>
          </p:cNvPr>
          <p:cNvSpPr/>
          <p:nvPr/>
        </p:nvSpPr>
        <p:spPr>
          <a:xfrm>
            <a:off x="6990696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仕入先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選定</a:t>
            </a:r>
          </a:p>
        </p:txBody>
      </p:sp>
      <p:sp>
        <p:nvSpPr>
          <p:cNvPr id="331" name="正方形/長方形 330">
            <a:extLst>
              <a:ext uri="{FF2B5EF4-FFF2-40B4-BE49-F238E27FC236}">
                <a16:creationId xmlns:a16="http://schemas.microsoft.com/office/drawing/2014/main" id="{4B73C979-BD43-4B15-B8B5-6F0BD685E3A5}"/>
              </a:ext>
            </a:extLst>
          </p:cNvPr>
          <p:cNvSpPr/>
          <p:nvPr/>
        </p:nvSpPr>
        <p:spPr>
          <a:xfrm>
            <a:off x="11188924" y="160595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財務管理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32" name="正方形/長方形 331">
            <a:extLst>
              <a:ext uri="{FF2B5EF4-FFF2-40B4-BE49-F238E27FC236}">
                <a16:creationId xmlns:a16="http://schemas.microsoft.com/office/drawing/2014/main" id="{060A4B0C-4B52-4386-8F4A-AC09F52824F9}"/>
              </a:ext>
            </a:extLst>
          </p:cNvPr>
          <p:cNvSpPr/>
          <p:nvPr/>
        </p:nvSpPr>
        <p:spPr>
          <a:xfrm>
            <a:off x="9892780" y="1615256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支払・出金管理</a:t>
            </a:r>
          </a:p>
        </p:txBody>
      </p:sp>
      <p:sp>
        <p:nvSpPr>
          <p:cNvPr id="333" name="正方形/長方形 332">
            <a:extLst>
              <a:ext uri="{FF2B5EF4-FFF2-40B4-BE49-F238E27FC236}">
                <a16:creationId xmlns:a16="http://schemas.microsoft.com/office/drawing/2014/main" id="{FFA8352E-9F32-4536-9AFF-78E4743DE8D9}"/>
              </a:ext>
            </a:extLst>
          </p:cNvPr>
          <p:cNvSpPr/>
          <p:nvPr/>
        </p:nvSpPr>
        <p:spPr>
          <a:xfrm>
            <a:off x="9892780" y="2253508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回収・入金管理</a:t>
            </a:r>
          </a:p>
        </p:txBody>
      </p:sp>
      <p:sp>
        <p:nvSpPr>
          <p:cNvPr id="334" name="正方形/長方形 333">
            <a:extLst>
              <a:ext uri="{FF2B5EF4-FFF2-40B4-BE49-F238E27FC236}">
                <a16:creationId xmlns:a16="http://schemas.microsoft.com/office/drawing/2014/main" id="{F39792FB-75F2-4C42-A60C-075F85B38DE2}"/>
              </a:ext>
            </a:extLst>
          </p:cNvPr>
          <p:cNvSpPr/>
          <p:nvPr/>
        </p:nvSpPr>
        <p:spPr>
          <a:xfrm>
            <a:off x="11188924" y="2254023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財務資金管理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36" name="正方形/長方形 335">
            <a:extLst>
              <a:ext uri="{FF2B5EF4-FFF2-40B4-BE49-F238E27FC236}">
                <a16:creationId xmlns:a16="http://schemas.microsoft.com/office/drawing/2014/main" id="{8626BB40-B599-4447-A4B1-952C58AD9CE7}"/>
              </a:ext>
            </a:extLst>
          </p:cNvPr>
          <p:cNvSpPr/>
          <p:nvPr/>
        </p:nvSpPr>
        <p:spPr>
          <a:xfrm>
            <a:off x="11188924" y="2863538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キャッシュフロー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管理</a:t>
            </a:r>
          </a:p>
        </p:txBody>
      </p:sp>
      <p:sp>
        <p:nvSpPr>
          <p:cNvPr id="339" name="正方形/長方形 338">
            <a:extLst>
              <a:ext uri="{FF2B5EF4-FFF2-40B4-BE49-F238E27FC236}">
                <a16:creationId xmlns:a16="http://schemas.microsoft.com/office/drawing/2014/main" id="{1D2E89F6-BC50-4FD0-ACAA-DB978C6FAD47}"/>
              </a:ext>
            </a:extLst>
          </p:cNvPr>
          <p:cNvSpPr/>
          <p:nvPr/>
        </p:nvSpPr>
        <p:spPr>
          <a:xfrm>
            <a:off x="9892780" y="350762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原価計算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プロジェクトを含む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1" name="正方形/長方形 340">
            <a:extLst>
              <a:ext uri="{FF2B5EF4-FFF2-40B4-BE49-F238E27FC236}">
                <a16:creationId xmlns:a16="http://schemas.microsoft.com/office/drawing/2014/main" id="{3B3E004F-AB21-499E-BFCB-32900D327FB1}"/>
              </a:ext>
            </a:extLst>
          </p:cNvPr>
          <p:cNvSpPr/>
          <p:nvPr/>
        </p:nvSpPr>
        <p:spPr>
          <a:xfrm>
            <a:off x="11175387" y="759120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情報システム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保守運用</a:t>
            </a:r>
          </a:p>
        </p:txBody>
      </p:sp>
      <p:sp>
        <p:nvSpPr>
          <p:cNvPr id="342" name="正方形/長方形 341">
            <a:extLst>
              <a:ext uri="{FF2B5EF4-FFF2-40B4-BE49-F238E27FC236}">
                <a16:creationId xmlns:a16="http://schemas.microsoft.com/office/drawing/2014/main" id="{3F36C2E4-A98C-447B-B21C-CA33C0A3F6EE}"/>
              </a:ext>
            </a:extLst>
          </p:cNvPr>
          <p:cNvSpPr/>
          <p:nvPr/>
        </p:nvSpPr>
        <p:spPr>
          <a:xfrm>
            <a:off x="9892780" y="542237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固定資産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4" name="正方形/長方形 343">
            <a:extLst>
              <a:ext uri="{FF2B5EF4-FFF2-40B4-BE49-F238E27FC236}">
                <a16:creationId xmlns:a16="http://schemas.microsoft.com/office/drawing/2014/main" id="{99FB5FE6-EC71-4ACC-897F-46F2F2AEDBAB}"/>
              </a:ext>
            </a:extLst>
          </p:cNvPr>
          <p:cNvSpPr/>
          <p:nvPr/>
        </p:nvSpPr>
        <p:spPr>
          <a:xfrm>
            <a:off x="9933580" y="759120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品目情報登録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5" name="正方形/長方形 344">
            <a:extLst>
              <a:ext uri="{FF2B5EF4-FFF2-40B4-BE49-F238E27FC236}">
                <a16:creationId xmlns:a16="http://schemas.microsoft.com/office/drawing/2014/main" id="{9E55249D-61B3-4F95-AED3-FD8EE234082F}"/>
              </a:ext>
            </a:extLst>
          </p:cNvPr>
          <p:cNvSpPr/>
          <p:nvPr/>
        </p:nvSpPr>
        <p:spPr>
          <a:xfrm>
            <a:off x="9933580" y="820440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価格情報登録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6" name="正方形/長方形 345">
            <a:extLst>
              <a:ext uri="{FF2B5EF4-FFF2-40B4-BE49-F238E27FC236}">
                <a16:creationId xmlns:a16="http://schemas.microsoft.com/office/drawing/2014/main" id="{00631EEA-1E71-4007-84AF-2707CB4043D8}"/>
              </a:ext>
            </a:extLst>
          </p:cNvPr>
          <p:cNvSpPr/>
          <p:nvPr/>
        </p:nvSpPr>
        <p:spPr>
          <a:xfrm>
            <a:off x="9933580" y="8817596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市場・取引先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情報登録</a:t>
            </a:r>
          </a:p>
        </p:txBody>
      </p:sp>
      <p:sp>
        <p:nvSpPr>
          <p:cNvPr id="347" name="正方形/長方形 346">
            <a:extLst>
              <a:ext uri="{FF2B5EF4-FFF2-40B4-BE49-F238E27FC236}">
                <a16:creationId xmlns:a16="http://schemas.microsoft.com/office/drawing/2014/main" id="{750DD6E8-D1CF-453F-98F5-66E23E03A0BC}"/>
              </a:ext>
            </a:extLst>
          </p:cNvPr>
          <p:cNvSpPr/>
          <p:nvPr/>
        </p:nvSpPr>
        <p:spPr>
          <a:xfrm>
            <a:off x="11188924" y="4777998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事業別・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案件別損益管理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0DD286E5-FC99-4C2D-8104-C2B0ED1D5FD7}"/>
              </a:ext>
            </a:extLst>
          </p:cNvPr>
          <p:cNvCxnSpPr>
            <a:stCxn id="2" idx="2"/>
            <a:endCxn id="233" idx="0"/>
          </p:cNvCxnSpPr>
          <p:nvPr/>
        </p:nvCxnSpPr>
        <p:spPr>
          <a:xfrm flipH="1">
            <a:off x="1469662" y="1932992"/>
            <a:ext cx="17726" cy="15393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直線矢印コネクタ 357">
            <a:extLst>
              <a:ext uri="{FF2B5EF4-FFF2-40B4-BE49-F238E27FC236}">
                <a16:creationId xmlns:a16="http://schemas.microsoft.com/office/drawing/2014/main" id="{29C837B0-9B95-455F-B8BD-D6542A790633}"/>
              </a:ext>
            </a:extLst>
          </p:cNvPr>
          <p:cNvCxnSpPr>
            <a:cxnSpLocks/>
            <a:stCxn id="245" idx="2"/>
            <a:endCxn id="246" idx="0"/>
          </p:cNvCxnSpPr>
          <p:nvPr/>
        </p:nvCxnSpPr>
        <p:spPr>
          <a:xfrm>
            <a:off x="1488248" y="3584877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四角形: 角を丸くする 363">
            <a:extLst>
              <a:ext uri="{FF2B5EF4-FFF2-40B4-BE49-F238E27FC236}">
                <a16:creationId xmlns:a16="http://schemas.microsoft.com/office/drawing/2014/main" id="{97D7DE0D-F8D7-4A76-9A07-97B37E24101B}"/>
              </a:ext>
            </a:extLst>
          </p:cNvPr>
          <p:cNvSpPr/>
          <p:nvPr/>
        </p:nvSpPr>
        <p:spPr>
          <a:xfrm>
            <a:off x="496144" y="2783153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営業・営業支援</a:t>
            </a:r>
          </a:p>
        </p:txBody>
      </p:sp>
      <p:cxnSp>
        <p:nvCxnSpPr>
          <p:cNvPr id="367" name="直線矢印コネクタ 366">
            <a:extLst>
              <a:ext uri="{FF2B5EF4-FFF2-40B4-BE49-F238E27FC236}">
                <a16:creationId xmlns:a16="http://schemas.microsoft.com/office/drawing/2014/main" id="{AC8DE76C-133C-4EA8-8FCE-C5D4E7F350AA}"/>
              </a:ext>
            </a:extLst>
          </p:cNvPr>
          <p:cNvCxnSpPr>
            <a:cxnSpLocks/>
            <a:stCxn id="247" idx="2"/>
            <a:endCxn id="254" idx="0"/>
          </p:cNvCxnSpPr>
          <p:nvPr/>
        </p:nvCxnSpPr>
        <p:spPr>
          <a:xfrm flipH="1">
            <a:off x="1473684" y="4540081"/>
            <a:ext cx="0" cy="13849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直線矢印コネクタ 369">
            <a:extLst>
              <a:ext uri="{FF2B5EF4-FFF2-40B4-BE49-F238E27FC236}">
                <a16:creationId xmlns:a16="http://schemas.microsoft.com/office/drawing/2014/main" id="{6C6DBE94-F14A-4777-B0BE-8499730E0D77}"/>
              </a:ext>
            </a:extLst>
          </p:cNvPr>
          <p:cNvCxnSpPr>
            <a:cxnSpLocks/>
            <a:stCxn id="252" idx="2"/>
            <a:endCxn id="265" idx="0"/>
          </p:cNvCxnSpPr>
          <p:nvPr/>
        </p:nvCxnSpPr>
        <p:spPr>
          <a:xfrm>
            <a:off x="1488248" y="5487179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直線矢印コネクタ 379">
            <a:extLst>
              <a:ext uri="{FF2B5EF4-FFF2-40B4-BE49-F238E27FC236}">
                <a16:creationId xmlns:a16="http://schemas.microsoft.com/office/drawing/2014/main" id="{2D1C71DE-D58D-425E-AC8C-7199C3CFD3D3}"/>
              </a:ext>
            </a:extLst>
          </p:cNvPr>
          <p:cNvCxnSpPr>
            <a:cxnSpLocks/>
            <a:stCxn id="256" idx="2"/>
            <a:endCxn id="257" idx="0"/>
          </p:cNvCxnSpPr>
          <p:nvPr/>
        </p:nvCxnSpPr>
        <p:spPr>
          <a:xfrm>
            <a:off x="1488248" y="6450489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直線矢印コネクタ 382">
            <a:extLst>
              <a:ext uri="{FF2B5EF4-FFF2-40B4-BE49-F238E27FC236}">
                <a16:creationId xmlns:a16="http://schemas.microsoft.com/office/drawing/2014/main" id="{D0A1B61A-36D8-44A6-B1A3-7AD11C9394A7}"/>
              </a:ext>
            </a:extLst>
          </p:cNvPr>
          <p:cNvCxnSpPr>
            <a:cxnSpLocks/>
            <a:stCxn id="257" idx="2"/>
            <a:endCxn id="259" idx="0"/>
          </p:cNvCxnSpPr>
          <p:nvPr/>
        </p:nvCxnSpPr>
        <p:spPr>
          <a:xfrm>
            <a:off x="1488248" y="6928091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直線矢印コネクタ 385">
            <a:extLst>
              <a:ext uri="{FF2B5EF4-FFF2-40B4-BE49-F238E27FC236}">
                <a16:creationId xmlns:a16="http://schemas.microsoft.com/office/drawing/2014/main" id="{98B638E0-5132-4876-89A2-4CD358D0CF02}"/>
              </a:ext>
            </a:extLst>
          </p:cNvPr>
          <p:cNvCxnSpPr>
            <a:cxnSpLocks/>
            <a:stCxn id="259" idx="2"/>
            <a:endCxn id="260" idx="0"/>
          </p:cNvCxnSpPr>
          <p:nvPr/>
        </p:nvCxnSpPr>
        <p:spPr>
          <a:xfrm>
            <a:off x="1488248" y="7405693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四角形: 角を丸くする 408">
            <a:extLst>
              <a:ext uri="{FF2B5EF4-FFF2-40B4-BE49-F238E27FC236}">
                <a16:creationId xmlns:a16="http://schemas.microsoft.com/office/drawing/2014/main" id="{47E4C974-4F94-4262-9878-E07940B45141}"/>
              </a:ext>
            </a:extLst>
          </p:cNvPr>
          <p:cNvSpPr/>
          <p:nvPr/>
        </p:nvSpPr>
        <p:spPr>
          <a:xfrm>
            <a:off x="3464588" y="2495121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需給・物流</a:t>
            </a:r>
          </a:p>
        </p:txBody>
      </p:sp>
      <p:sp>
        <p:nvSpPr>
          <p:cNvPr id="411" name="四角形: 角を丸くする 410">
            <a:extLst>
              <a:ext uri="{FF2B5EF4-FFF2-40B4-BE49-F238E27FC236}">
                <a16:creationId xmlns:a16="http://schemas.microsoft.com/office/drawing/2014/main" id="{2E194C17-7773-406B-BA38-F4DC4CD81418}"/>
              </a:ext>
            </a:extLst>
          </p:cNvPr>
          <p:cNvSpPr/>
          <p:nvPr/>
        </p:nvSpPr>
        <p:spPr>
          <a:xfrm>
            <a:off x="9984086" y="127098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財務管理・管理会計</a:t>
            </a:r>
          </a:p>
        </p:txBody>
      </p:sp>
      <p:sp>
        <p:nvSpPr>
          <p:cNvPr id="423" name="四角形: 角を丸くする 422">
            <a:extLst>
              <a:ext uri="{FF2B5EF4-FFF2-40B4-BE49-F238E27FC236}">
                <a16:creationId xmlns:a16="http://schemas.microsoft.com/office/drawing/2014/main" id="{22306C78-EE42-4081-B334-6282FBD52B5C}"/>
              </a:ext>
            </a:extLst>
          </p:cNvPr>
          <p:cNvSpPr/>
          <p:nvPr/>
        </p:nvSpPr>
        <p:spPr>
          <a:xfrm>
            <a:off x="3464588" y="1198977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製造</a:t>
            </a:r>
          </a:p>
        </p:txBody>
      </p:sp>
      <p:sp>
        <p:nvSpPr>
          <p:cNvPr id="474" name="四角形: 角を丸くする 473">
            <a:extLst>
              <a:ext uri="{FF2B5EF4-FFF2-40B4-BE49-F238E27FC236}">
                <a16:creationId xmlns:a16="http://schemas.microsoft.com/office/drawing/2014/main" id="{86C666E7-E8BE-476D-9A10-71529D4C0229}"/>
              </a:ext>
            </a:extLst>
          </p:cNvPr>
          <p:cNvSpPr/>
          <p:nvPr/>
        </p:nvSpPr>
        <p:spPr>
          <a:xfrm>
            <a:off x="3464588" y="4079297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購買</a:t>
            </a:r>
          </a:p>
        </p:txBody>
      </p:sp>
      <p:sp>
        <p:nvSpPr>
          <p:cNvPr id="477" name="四角形: 角を丸くする 476">
            <a:extLst>
              <a:ext uri="{FF2B5EF4-FFF2-40B4-BE49-F238E27FC236}">
                <a16:creationId xmlns:a16="http://schemas.microsoft.com/office/drawing/2014/main" id="{1293F002-CB1B-4718-8C97-21A491290768}"/>
              </a:ext>
            </a:extLst>
          </p:cNvPr>
          <p:cNvSpPr/>
          <p:nvPr/>
        </p:nvSpPr>
        <p:spPr>
          <a:xfrm>
            <a:off x="3464588" y="6815601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ソリューション・サービス</a:t>
            </a:r>
          </a:p>
        </p:txBody>
      </p:sp>
      <p:sp>
        <p:nvSpPr>
          <p:cNvPr id="488" name="四角形: 角を丸くする 487">
            <a:extLst>
              <a:ext uri="{FF2B5EF4-FFF2-40B4-BE49-F238E27FC236}">
                <a16:creationId xmlns:a16="http://schemas.microsoft.com/office/drawing/2014/main" id="{D2AE6AB6-116F-419A-870C-ABA1E79B827A}"/>
              </a:ext>
            </a:extLst>
          </p:cNvPr>
          <p:cNvSpPr/>
          <p:nvPr/>
        </p:nvSpPr>
        <p:spPr>
          <a:xfrm>
            <a:off x="9984086" y="6815601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ビジネス・サポート</a:t>
            </a:r>
          </a:p>
        </p:txBody>
      </p:sp>
      <p:cxnSp>
        <p:nvCxnSpPr>
          <p:cNvPr id="505" name="直線矢印コネクタ 504">
            <a:extLst>
              <a:ext uri="{FF2B5EF4-FFF2-40B4-BE49-F238E27FC236}">
                <a16:creationId xmlns:a16="http://schemas.microsoft.com/office/drawing/2014/main" id="{F83B5EE1-3245-4F52-8BA2-33ACE13EDDF6}"/>
              </a:ext>
            </a:extLst>
          </p:cNvPr>
          <p:cNvCxnSpPr>
            <a:cxnSpLocks/>
            <a:stCxn id="309" idx="3"/>
            <a:endCxn id="310" idx="1"/>
          </p:cNvCxnSpPr>
          <p:nvPr/>
        </p:nvCxnSpPr>
        <p:spPr>
          <a:xfrm>
            <a:off x="4213969" y="1724944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直線矢印コネクタ 511">
            <a:extLst>
              <a:ext uri="{FF2B5EF4-FFF2-40B4-BE49-F238E27FC236}">
                <a16:creationId xmlns:a16="http://schemas.microsoft.com/office/drawing/2014/main" id="{9D0E6B93-F6F9-4BF0-9D6D-65FE5CE41D0A}"/>
              </a:ext>
            </a:extLst>
          </p:cNvPr>
          <p:cNvCxnSpPr>
            <a:cxnSpLocks/>
            <a:stCxn id="310" idx="3"/>
            <a:endCxn id="315" idx="1"/>
          </p:cNvCxnSpPr>
          <p:nvPr/>
        </p:nvCxnSpPr>
        <p:spPr>
          <a:xfrm flipV="1">
            <a:off x="5511722" y="1720704"/>
            <a:ext cx="152674" cy="424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直線矢印コネクタ 512">
            <a:extLst>
              <a:ext uri="{FF2B5EF4-FFF2-40B4-BE49-F238E27FC236}">
                <a16:creationId xmlns:a16="http://schemas.microsoft.com/office/drawing/2014/main" id="{EAEF5535-7D80-4032-8ECD-8EB4D5A56763}"/>
              </a:ext>
            </a:extLst>
          </p:cNvPr>
          <p:cNvCxnSpPr>
            <a:cxnSpLocks/>
            <a:stCxn id="314" idx="3"/>
            <a:endCxn id="311" idx="1"/>
          </p:cNvCxnSpPr>
          <p:nvPr/>
        </p:nvCxnSpPr>
        <p:spPr>
          <a:xfrm>
            <a:off x="8119147" y="1724944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直線矢印コネクタ 513">
            <a:extLst>
              <a:ext uri="{FF2B5EF4-FFF2-40B4-BE49-F238E27FC236}">
                <a16:creationId xmlns:a16="http://schemas.microsoft.com/office/drawing/2014/main" id="{2959C29F-4386-45D2-B5D3-0142BD8602B2}"/>
              </a:ext>
            </a:extLst>
          </p:cNvPr>
          <p:cNvCxnSpPr>
            <a:cxnSpLocks/>
            <a:stCxn id="270" idx="3"/>
            <a:endCxn id="271" idx="1"/>
          </p:cNvCxnSpPr>
          <p:nvPr/>
        </p:nvCxnSpPr>
        <p:spPr>
          <a:xfrm>
            <a:off x="4209843" y="7400785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直線矢印コネクタ 514">
            <a:extLst>
              <a:ext uri="{FF2B5EF4-FFF2-40B4-BE49-F238E27FC236}">
                <a16:creationId xmlns:a16="http://schemas.microsoft.com/office/drawing/2014/main" id="{84DF0F1E-A30D-4430-B0A1-162D5347566A}"/>
              </a:ext>
            </a:extLst>
          </p:cNvPr>
          <p:cNvCxnSpPr>
            <a:cxnSpLocks/>
            <a:stCxn id="271" idx="3"/>
            <a:endCxn id="272" idx="1"/>
          </p:cNvCxnSpPr>
          <p:nvPr/>
        </p:nvCxnSpPr>
        <p:spPr>
          <a:xfrm>
            <a:off x="5507596" y="7400785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直線矢印コネクタ 564">
            <a:extLst>
              <a:ext uri="{FF2B5EF4-FFF2-40B4-BE49-F238E27FC236}">
                <a16:creationId xmlns:a16="http://schemas.microsoft.com/office/drawing/2014/main" id="{54A88606-A953-4A9E-A0FC-BF5EC7EB705C}"/>
              </a:ext>
            </a:extLst>
          </p:cNvPr>
          <p:cNvCxnSpPr>
            <a:cxnSpLocks/>
            <a:stCxn id="318" idx="3"/>
            <a:endCxn id="313" idx="1"/>
          </p:cNvCxnSpPr>
          <p:nvPr/>
        </p:nvCxnSpPr>
        <p:spPr>
          <a:xfrm>
            <a:off x="5511722" y="2088800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7" name="四角形: 角を丸くする 706">
            <a:extLst>
              <a:ext uri="{FF2B5EF4-FFF2-40B4-BE49-F238E27FC236}">
                <a16:creationId xmlns:a16="http://schemas.microsoft.com/office/drawing/2014/main" id="{7DCDCE38-AD06-423B-B315-8F8EC4B7B3EE}"/>
              </a:ext>
            </a:extLst>
          </p:cNvPr>
          <p:cNvSpPr/>
          <p:nvPr/>
        </p:nvSpPr>
        <p:spPr>
          <a:xfrm>
            <a:off x="9984086" y="702248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情報システム</a:t>
            </a:r>
            <a:r>
              <a:rPr kumimoji="1" lang="en-US" altLang="ja-JP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/</a:t>
            </a:r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業務改革</a:t>
            </a:r>
            <a:endParaRPr kumimoji="1" lang="en-US" altLang="ja-JP" sz="1400" b="1" dirty="0">
              <a:solidFill>
                <a:schemeClr val="bg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6" name="正方形/長方形 505">
            <a:extLst>
              <a:ext uri="{FF2B5EF4-FFF2-40B4-BE49-F238E27FC236}">
                <a16:creationId xmlns:a16="http://schemas.microsoft.com/office/drawing/2014/main" id="{DF228DE6-C7F8-4C44-B045-30260486E886}"/>
              </a:ext>
            </a:extLst>
          </p:cNvPr>
          <p:cNvSpPr/>
          <p:nvPr/>
        </p:nvSpPr>
        <p:spPr>
          <a:xfrm>
            <a:off x="2978043" y="5357630"/>
            <a:ext cx="6580771" cy="1313955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7" name="四角形: 角を丸くする 506">
            <a:extLst>
              <a:ext uri="{FF2B5EF4-FFF2-40B4-BE49-F238E27FC236}">
                <a16:creationId xmlns:a16="http://schemas.microsoft.com/office/drawing/2014/main" id="{3A7A01D5-4460-48D5-B956-C9F2EC21A87F}"/>
              </a:ext>
            </a:extLst>
          </p:cNvPr>
          <p:cNvSpPr/>
          <p:nvPr/>
        </p:nvSpPr>
        <p:spPr>
          <a:xfrm>
            <a:off x="3464588" y="523142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</a:p>
        </p:txBody>
      </p:sp>
      <p:sp>
        <p:nvSpPr>
          <p:cNvPr id="508" name="正方形/長方形 507">
            <a:extLst>
              <a:ext uri="{FF2B5EF4-FFF2-40B4-BE49-F238E27FC236}">
                <a16:creationId xmlns:a16="http://schemas.microsoft.com/office/drawing/2014/main" id="{B973957C-DA83-4FC1-B9EA-394800645380}"/>
              </a:ext>
            </a:extLst>
          </p:cNvPr>
          <p:cNvSpPr/>
          <p:nvPr/>
        </p:nvSpPr>
        <p:spPr>
          <a:xfrm>
            <a:off x="2978043" y="8569917"/>
            <a:ext cx="6580771" cy="981988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9" name="四角形: 角を丸くする 508">
            <a:extLst>
              <a:ext uri="{FF2B5EF4-FFF2-40B4-BE49-F238E27FC236}">
                <a16:creationId xmlns:a16="http://schemas.microsoft.com/office/drawing/2014/main" id="{117F9CA5-9F4B-452C-817D-95085D3CC790}"/>
              </a:ext>
            </a:extLst>
          </p:cNvPr>
          <p:cNvSpPr/>
          <p:nvPr/>
        </p:nvSpPr>
        <p:spPr>
          <a:xfrm>
            <a:off x="3464588" y="847178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顧客管理</a:t>
            </a: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1617B97C-4A1B-4383-A419-B9573C69AE66}"/>
              </a:ext>
            </a:extLst>
          </p:cNvPr>
          <p:cNvSpPr/>
          <p:nvPr/>
        </p:nvSpPr>
        <p:spPr>
          <a:xfrm>
            <a:off x="3097193" y="8796632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顧客情報登録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36" name="正方形/長方形 235">
            <a:extLst>
              <a:ext uri="{FF2B5EF4-FFF2-40B4-BE49-F238E27FC236}">
                <a16:creationId xmlns:a16="http://schemas.microsoft.com/office/drawing/2014/main" id="{62E5355E-6D4E-4FE7-AB37-3965D18880B8}"/>
              </a:ext>
            </a:extLst>
          </p:cNvPr>
          <p:cNvSpPr/>
          <p:nvPr/>
        </p:nvSpPr>
        <p:spPr>
          <a:xfrm>
            <a:off x="4394946" y="8799570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クレーム・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問合せ対応</a:t>
            </a:r>
          </a:p>
        </p:txBody>
      </p:sp>
      <p:sp>
        <p:nvSpPr>
          <p:cNvPr id="237" name="正方形/長方形 236">
            <a:extLst>
              <a:ext uri="{FF2B5EF4-FFF2-40B4-BE49-F238E27FC236}">
                <a16:creationId xmlns:a16="http://schemas.microsoft.com/office/drawing/2014/main" id="{E90CA838-03C6-440D-A557-BC4AFB0165E3}"/>
              </a:ext>
            </a:extLst>
          </p:cNvPr>
          <p:cNvSpPr/>
          <p:nvPr/>
        </p:nvSpPr>
        <p:spPr>
          <a:xfrm>
            <a:off x="5654411" y="8785213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お客様問合せ対応</a:t>
            </a:r>
          </a:p>
        </p:txBody>
      </p:sp>
      <p:sp>
        <p:nvSpPr>
          <p:cNvPr id="239" name="正方形/長方形 238">
            <a:extLst>
              <a:ext uri="{FF2B5EF4-FFF2-40B4-BE49-F238E27FC236}">
                <a16:creationId xmlns:a16="http://schemas.microsoft.com/office/drawing/2014/main" id="{D8B02DAB-8EAB-4FBF-A617-97B13F70064D}"/>
              </a:ext>
            </a:extLst>
          </p:cNvPr>
          <p:cNvSpPr/>
          <p:nvPr/>
        </p:nvSpPr>
        <p:spPr>
          <a:xfrm>
            <a:off x="3097193" y="9179185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信用状況管理</a:t>
            </a:r>
          </a:p>
        </p:txBody>
      </p:sp>
      <p:sp>
        <p:nvSpPr>
          <p:cNvPr id="240" name="正方形/長方形 239">
            <a:extLst>
              <a:ext uri="{FF2B5EF4-FFF2-40B4-BE49-F238E27FC236}">
                <a16:creationId xmlns:a16="http://schemas.microsoft.com/office/drawing/2014/main" id="{5075D01B-5E70-404A-9F64-C56BC07A880B}"/>
              </a:ext>
            </a:extLst>
          </p:cNvPr>
          <p:cNvSpPr/>
          <p:nvPr/>
        </p:nvSpPr>
        <p:spPr>
          <a:xfrm>
            <a:off x="6990452" y="8799570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お客様接点情報配信</a:t>
            </a:r>
          </a:p>
        </p:txBody>
      </p:sp>
      <p:sp>
        <p:nvSpPr>
          <p:cNvPr id="241" name="正方形/長方形 240">
            <a:extLst>
              <a:ext uri="{FF2B5EF4-FFF2-40B4-BE49-F238E27FC236}">
                <a16:creationId xmlns:a16="http://schemas.microsoft.com/office/drawing/2014/main" id="{0A251DE0-3B0B-4A58-96A8-6F5C51D17914}"/>
              </a:ext>
            </a:extLst>
          </p:cNvPr>
          <p:cNvSpPr/>
          <p:nvPr/>
        </p:nvSpPr>
        <p:spPr>
          <a:xfrm>
            <a:off x="8306302" y="8799570"/>
            <a:ext cx="1034421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お客様満足度分析</a:t>
            </a: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90F04673-3924-4063-8C98-A6ED993AEF45}"/>
              </a:ext>
            </a:extLst>
          </p:cNvPr>
          <p:cNvSpPr/>
          <p:nvPr/>
        </p:nvSpPr>
        <p:spPr>
          <a:xfrm>
            <a:off x="3097193" y="5554184"/>
            <a:ext cx="1034421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  <a:br>
              <a:rPr kumimoji="1" lang="en-US" altLang="ja-JP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874D7244-14FB-4173-BB2C-D30D50B45ED7}"/>
              </a:ext>
            </a:extLst>
          </p:cNvPr>
          <p:cNvSpPr/>
          <p:nvPr/>
        </p:nvSpPr>
        <p:spPr>
          <a:xfrm>
            <a:off x="5692699" y="5554184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作業実施</a:t>
            </a: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850DD6DE-3A50-4E3E-96CA-A7F03AA12048}"/>
              </a:ext>
            </a:extLst>
          </p:cNvPr>
          <p:cNvSpPr/>
          <p:nvPr/>
        </p:nvSpPr>
        <p:spPr>
          <a:xfrm>
            <a:off x="4394946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料金計算</a:t>
            </a:r>
            <a:b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機械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01D28D58-BF1C-4E7E-ABFC-3AE1132ACA87}"/>
              </a:ext>
            </a:extLst>
          </p:cNvPr>
          <p:cNvSpPr/>
          <p:nvPr/>
        </p:nvSpPr>
        <p:spPr>
          <a:xfrm>
            <a:off x="4394946" y="63178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消耗品自動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配送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4" name="正方形/長方形 283">
            <a:extLst>
              <a:ext uri="{FF2B5EF4-FFF2-40B4-BE49-F238E27FC236}">
                <a16:creationId xmlns:a16="http://schemas.microsoft.com/office/drawing/2014/main" id="{73104199-C2B6-4549-83E5-BA8179114042}"/>
              </a:ext>
            </a:extLst>
          </p:cNvPr>
          <p:cNvSpPr/>
          <p:nvPr/>
        </p:nvSpPr>
        <p:spPr>
          <a:xfrm>
            <a:off x="5692699" y="63178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業務委託料計算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64EB003E-9CA0-4B12-A5B2-AA28483C8173}"/>
              </a:ext>
            </a:extLst>
          </p:cNvPr>
          <p:cNvSpPr/>
          <p:nvPr/>
        </p:nvSpPr>
        <p:spPr>
          <a:xfrm>
            <a:off x="3097193" y="63178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消耗品配送方式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策定</a:t>
            </a:r>
          </a:p>
        </p:txBody>
      </p:sp>
      <p:sp>
        <p:nvSpPr>
          <p:cNvPr id="286" name="正方形/長方形 285">
            <a:extLst>
              <a:ext uri="{FF2B5EF4-FFF2-40B4-BE49-F238E27FC236}">
                <a16:creationId xmlns:a16="http://schemas.microsoft.com/office/drawing/2014/main" id="{76E3EBF1-E8C4-4EFA-99A2-0BEF3969D231}"/>
              </a:ext>
            </a:extLst>
          </p:cNvPr>
          <p:cNvSpPr/>
          <p:nvPr/>
        </p:nvSpPr>
        <p:spPr>
          <a:xfrm>
            <a:off x="4394946" y="5554184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訪問計画策定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7" name="正方形/長方形 286">
            <a:extLst>
              <a:ext uri="{FF2B5EF4-FFF2-40B4-BE49-F238E27FC236}">
                <a16:creationId xmlns:a16="http://schemas.microsoft.com/office/drawing/2014/main" id="{291A8EC9-595C-416D-B48F-503EDA313BF0}"/>
              </a:ext>
            </a:extLst>
          </p:cNvPr>
          <p:cNvSpPr/>
          <p:nvPr/>
        </p:nvSpPr>
        <p:spPr>
          <a:xfrm>
            <a:off x="5692699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機械通知対応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8" name="正方形/長方形 287">
            <a:extLst>
              <a:ext uri="{FF2B5EF4-FFF2-40B4-BE49-F238E27FC236}">
                <a16:creationId xmlns:a16="http://schemas.microsoft.com/office/drawing/2014/main" id="{B9987344-817E-40EE-A234-EFD2DB38570E}"/>
              </a:ext>
            </a:extLst>
          </p:cNvPr>
          <p:cNvSpPr/>
          <p:nvPr/>
        </p:nvSpPr>
        <p:spPr>
          <a:xfrm>
            <a:off x="3097193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メーター情報収集</a:t>
            </a:r>
          </a:p>
        </p:txBody>
      </p:sp>
      <p:sp>
        <p:nvSpPr>
          <p:cNvPr id="289" name="正方形/長方形 288">
            <a:extLst>
              <a:ext uri="{FF2B5EF4-FFF2-40B4-BE49-F238E27FC236}">
                <a16:creationId xmlns:a16="http://schemas.microsoft.com/office/drawing/2014/main" id="{8C7383CE-FB5F-40A9-A454-6EF24C994AC6}"/>
              </a:ext>
            </a:extLst>
          </p:cNvPr>
          <p:cNvSpPr/>
          <p:nvPr/>
        </p:nvSpPr>
        <p:spPr>
          <a:xfrm>
            <a:off x="6990452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機械情報管理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0" name="正方形/長方形 289">
            <a:extLst>
              <a:ext uri="{FF2B5EF4-FFF2-40B4-BE49-F238E27FC236}">
                <a16:creationId xmlns:a16="http://schemas.microsoft.com/office/drawing/2014/main" id="{B32320EA-89B5-4903-88FC-4CA3CC3C035F}"/>
              </a:ext>
            </a:extLst>
          </p:cNvPr>
          <p:cNvSpPr/>
          <p:nvPr/>
        </p:nvSpPr>
        <p:spPr>
          <a:xfrm>
            <a:off x="8318707" y="59304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品質管理</a:t>
            </a:r>
          </a:p>
        </p:txBody>
      </p:sp>
      <p:sp>
        <p:nvSpPr>
          <p:cNvPr id="291" name="正方形/長方形 290">
            <a:extLst>
              <a:ext uri="{FF2B5EF4-FFF2-40B4-BE49-F238E27FC236}">
                <a16:creationId xmlns:a16="http://schemas.microsoft.com/office/drawing/2014/main" id="{BE2F99A5-8D86-482A-B9BB-CEF04E850154}"/>
              </a:ext>
            </a:extLst>
          </p:cNvPr>
          <p:cNvSpPr/>
          <p:nvPr/>
        </p:nvSpPr>
        <p:spPr>
          <a:xfrm>
            <a:off x="6990452" y="5554184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ナレッジ対応</a:t>
            </a:r>
          </a:p>
        </p:txBody>
      </p:sp>
      <p:cxnSp>
        <p:nvCxnSpPr>
          <p:cNvPr id="510" name="直線矢印コネクタ 509">
            <a:extLst>
              <a:ext uri="{FF2B5EF4-FFF2-40B4-BE49-F238E27FC236}">
                <a16:creationId xmlns:a16="http://schemas.microsoft.com/office/drawing/2014/main" id="{9A4FDC17-8C33-4D40-A52C-0D1CDF00A04A}"/>
              </a:ext>
            </a:extLst>
          </p:cNvPr>
          <p:cNvCxnSpPr>
            <a:cxnSpLocks/>
            <a:stCxn id="246" idx="2"/>
            <a:endCxn id="247" idx="0"/>
          </p:cNvCxnSpPr>
          <p:nvPr/>
        </p:nvCxnSpPr>
        <p:spPr>
          <a:xfrm>
            <a:off x="1488248" y="4062479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6" name="正方形/長方形 405">
            <a:extLst>
              <a:ext uri="{FF2B5EF4-FFF2-40B4-BE49-F238E27FC236}">
                <a16:creationId xmlns:a16="http://schemas.microsoft.com/office/drawing/2014/main" id="{53C0132C-6F1B-48E5-A283-B4D2CA6B1F33}"/>
              </a:ext>
            </a:extLst>
          </p:cNvPr>
          <p:cNvSpPr/>
          <p:nvPr/>
        </p:nvSpPr>
        <p:spPr>
          <a:xfrm>
            <a:off x="9892780" y="4166346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一般会計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単体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2" name="正方形/長方形 411">
            <a:extLst>
              <a:ext uri="{FF2B5EF4-FFF2-40B4-BE49-F238E27FC236}">
                <a16:creationId xmlns:a16="http://schemas.microsoft.com/office/drawing/2014/main" id="{87B6C99D-71B0-4CBB-92BF-F8BA2B5F2559}"/>
              </a:ext>
            </a:extLst>
          </p:cNvPr>
          <p:cNvSpPr/>
          <p:nvPr/>
        </p:nvSpPr>
        <p:spPr>
          <a:xfrm>
            <a:off x="9892780" y="4774303"/>
            <a:ext cx="1116532" cy="372392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一般会計</a:t>
            </a:r>
            <a:r>
              <a:rPr kumimoji="1" lang="en-US" altLang="zh-TW" sz="100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連結</a:t>
            </a:r>
            <a:r>
              <a:rPr kumimoji="1" lang="en-US" altLang="zh-TW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3" name="正方形/長方形 412">
            <a:extLst>
              <a:ext uri="{FF2B5EF4-FFF2-40B4-BE49-F238E27FC236}">
                <a16:creationId xmlns:a16="http://schemas.microsoft.com/office/drawing/2014/main" id="{B46AE3FC-D764-4946-9CC3-2C16C1AECB5A}"/>
              </a:ext>
            </a:extLst>
          </p:cNvPr>
          <p:cNvSpPr/>
          <p:nvPr/>
        </p:nvSpPr>
        <p:spPr>
          <a:xfrm>
            <a:off x="9892780" y="287668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売上・棚卸資産</a:t>
            </a:r>
          </a:p>
        </p:txBody>
      </p:sp>
      <p:sp>
        <p:nvSpPr>
          <p:cNvPr id="465" name="正方形/長方形 464">
            <a:extLst>
              <a:ext uri="{FF2B5EF4-FFF2-40B4-BE49-F238E27FC236}">
                <a16:creationId xmlns:a16="http://schemas.microsoft.com/office/drawing/2014/main" id="{E5D57477-5161-4CF8-80E6-EBB648795ABA}"/>
              </a:ext>
            </a:extLst>
          </p:cNvPr>
          <p:cNvSpPr/>
          <p:nvPr/>
        </p:nvSpPr>
        <p:spPr>
          <a:xfrm>
            <a:off x="11188924" y="4154938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計画・立案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管理会計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4" name="正方形/長方形 503">
            <a:extLst>
              <a:ext uri="{FF2B5EF4-FFF2-40B4-BE49-F238E27FC236}">
                <a16:creationId xmlns:a16="http://schemas.microsoft.com/office/drawing/2014/main" id="{7B82E3B4-2D90-425E-9882-865894D07837}"/>
              </a:ext>
            </a:extLst>
          </p:cNvPr>
          <p:cNvSpPr/>
          <p:nvPr/>
        </p:nvSpPr>
        <p:spPr>
          <a:xfrm>
            <a:off x="11188924" y="541472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業績・見通予測管理</a:t>
            </a:r>
          </a:p>
        </p:txBody>
      </p:sp>
      <p:cxnSp>
        <p:nvCxnSpPr>
          <p:cNvPr id="552" name="直線矢印コネクタ 551">
            <a:extLst>
              <a:ext uri="{FF2B5EF4-FFF2-40B4-BE49-F238E27FC236}">
                <a16:creationId xmlns:a16="http://schemas.microsoft.com/office/drawing/2014/main" id="{315F52CE-00D5-4D51-A698-4079B178F4D1}"/>
              </a:ext>
            </a:extLst>
          </p:cNvPr>
          <p:cNvCxnSpPr>
            <a:cxnSpLocks/>
            <a:stCxn id="315" idx="3"/>
            <a:endCxn id="314" idx="1"/>
          </p:cNvCxnSpPr>
          <p:nvPr/>
        </p:nvCxnSpPr>
        <p:spPr>
          <a:xfrm>
            <a:off x="6780928" y="1720704"/>
            <a:ext cx="221687" cy="424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0" name="楕円 629">
            <a:extLst>
              <a:ext uri="{FF2B5EF4-FFF2-40B4-BE49-F238E27FC236}">
                <a16:creationId xmlns:a16="http://schemas.microsoft.com/office/drawing/2014/main" id="{E9EFB2CC-3EA2-43E0-B202-DA941AD5F547}"/>
              </a:ext>
            </a:extLst>
          </p:cNvPr>
          <p:cNvSpPr/>
          <p:nvPr/>
        </p:nvSpPr>
        <p:spPr>
          <a:xfrm>
            <a:off x="109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3" name="正方形/長方形 742">
            <a:extLst>
              <a:ext uri="{FF2B5EF4-FFF2-40B4-BE49-F238E27FC236}">
                <a16:creationId xmlns:a16="http://schemas.microsoft.com/office/drawing/2014/main" id="{DCC34A0F-0640-4B20-A761-BC81228C2AED}"/>
              </a:ext>
            </a:extLst>
          </p:cNvPr>
          <p:cNvSpPr/>
          <p:nvPr/>
        </p:nvSpPr>
        <p:spPr>
          <a:xfrm>
            <a:off x="-3392288" y="3864664"/>
            <a:ext cx="3240000" cy="936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タイムリーな情報提供による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向上：⑨⑪⑫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情報共有・集約による需要予測の精度向上・業務の迅速化：③⑫</a:t>
            </a: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標準化・自動化による業務削減・業務品質向上：㉞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04" name="正方形/長方形 403">
            <a:extLst>
              <a:ext uri="{FF2B5EF4-FFF2-40B4-BE49-F238E27FC236}">
                <a16:creationId xmlns:a16="http://schemas.microsoft.com/office/drawing/2014/main" id="{D5444E08-DA5F-43FD-9588-F3688C5310DE}"/>
              </a:ext>
            </a:extLst>
          </p:cNvPr>
          <p:cNvSpPr/>
          <p:nvPr/>
        </p:nvSpPr>
        <p:spPr>
          <a:xfrm>
            <a:off x="-3392288" y="7105016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~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提供までは、ソリューションの強化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パートナーを活用したソリューションの販売強化：②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料金計算、アサインは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向上及び効率化</a:t>
            </a:r>
          </a:p>
        </p:txBody>
      </p:sp>
      <p:sp>
        <p:nvSpPr>
          <p:cNvPr id="420" name="正方形/長方形 419">
            <a:extLst>
              <a:ext uri="{FF2B5EF4-FFF2-40B4-BE49-F238E27FC236}">
                <a16:creationId xmlns:a16="http://schemas.microsoft.com/office/drawing/2014/main" id="{7E0385DC-395A-40B7-BC23-59DA1458DFC4}"/>
              </a:ext>
            </a:extLst>
          </p:cNvPr>
          <p:cNvSpPr/>
          <p:nvPr/>
        </p:nvSpPr>
        <p:spPr>
          <a:xfrm>
            <a:off x="-3392288" y="8113048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情報共有による問い合わせ対応の効率化、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1" name="正方形/長方形 420">
            <a:extLst>
              <a:ext uri="{FF2B5EF4-FFF2-40B4-BE49-F238E27FC236}">
                <a16:creationId xmlns:a16="http://schemas.microsoft.com/office/drawing/2014/main" id="{30D6393C-430C-4C17-A8BB-BACD010E217D}"/>
              </a:ext>
            </a:extLst>
          </p:cNvPr>
          <p:cNvSpPr/>
          <p:nvPr/>
        </p:nvSpPr>
        <p:spPr>
          <a:xfrm>
            <a:off x="-3392288" y="6096824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作業の効率化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消耗品などの需給管理の高度化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情報共有による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の向上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特約店作業の品質担保：①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1" name="正方形/長方形 750">
            <a:extLst>
              <a:ext uri="{FF2B5EF4-FFF2-40B4-BE49-F238E27FC236}">
                <a16:creationId xmlns:a16="http://schemas.microsoft.com/office/drawing/2014/main" id="{870EE602-8734-43DD-8122-664CCE764A07}"/>
              </a:ext>
            </a:extLst>
          </p:cNvPr>
          <p:cNvSpPr/>
          <p:nvPr/>
        </p:nvSpPr>
        <p:spPr>
          <a:xfrm>
            <a:off x="-3391928" y="1488288"/>
            <a:ext cx="3240000" cy="1133393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【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戦略策定～セリング・納期確認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】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（営業活動系）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代販チャネルへの情報共有・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AI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による販売促進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タイムリーな情報提供による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【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契約書作成～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】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（販売事務系）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自動化・情報共有・ルールの見直しによる業務効率化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5" name="正方形/長方形 424">
            <a:extLst>
              <a:ext uri="{FF2B5EF4-FFF2-40B4-BE49-F238E27FC236}">
                <a16:creationId xmlns:a16="http://schemas.microsoft.com/office/drawing/2014/main" id="{3F444CE7-0375-44A6-9DF6-6931620233B2}"/>
              </a:ext>
            </a:extLst>
          </p:cNvPr>
          <p:cNvSpPr/>
          <p:nvPr/>
        </p:nvSpPr>
        <p:spPr>
          <a:xfrm>
            <a:off x="-3392288" y="5088688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自動化による業務効率化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2" name="正方形/長方形 751">
            <a:extLst>
              <a:ext uri="{FF2B5EF4-FFF2-40B4-BE49-F238E27FC236}">
                <a16:creationId xmlns:a16="http://schemas.microsoft.com/office/drawing/2014/main" id="{D6C12468-4506-4786-8D7E-944C140C0D55}"/>
              </a:ext>
            </a:extLst>
          </p:cNvPr>
          <p:cNvSpPr/>
          <p:nvPr/>
        </p:nvSpPr>
        <p:spPr>
          <a:xfrm>
            <a:off x="-3392288" y="2856520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需要情報共有による生産計画の向上：⑫</a:t>
            </a: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戦略的在庫保有により需給機能を生産側へ統合：⑬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56" name="タイトル 7">
            <a:extLst>
              <a:ext uri="{FF2B5EF4-FFF2-40B4-BE49-F238E27FC236}">
                <a16:creationId xmlns:a16="http://schemas.microsoft.com/office/drawing/2014/main" id="{6D304BF6-0A04-4972-A428-753B70EA285B}"/>
              </a:ext>
            </a:extLst>
          </p:cNvPr>
          <p:cNvSpPr txBox="1">
            <a:spLocks/>
          </p:cNvSpPr>
          <p:nvPr/>
        </p:nvSpPr>
        <p:spPr>
          <a:xfrm>
            <a:off x="628467" y="135475"/>
            <a:ext cx="8938159" cy="562000"/>
          </a:xfrm>
          <a:prstGeom prst="rect">
            <a:avLst/>
          </a:prstGeom>
        </p:spPr>
        <p:txBody>
          <a:bodyPr vert="horz" lIns="0" tIns="0" rIns="0" bIns="14400" rtlCol="0" anchor="ctr" anchorCtr="0">
            <a:noAutofit/>
          </a:bodyPr>
          <a:lstStyle>
            <a:lvl1pPr algn="l" defTabSz="6649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1" sz="3103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中地図</a:t>
            </a:r>
          </a:p>
        </p:txBody>
      </p:sp>
      <p:sp>
        <p:nvSpPr>
          <p:cNvPr id="431" name="四角形: 角を丸くする 430">
            <a:extLst>
              <a:ext uri="{FF2B5EF4-FFF2-40B4-BE49-F238E27FC236}">
                <a16:creationId xmlns:a16="http://schemas.microsoft.com/office/drawing/2014/main" id="{459551E5-905B-4C59-9EC3-5E2C963FB782}"/>
              </a:ext>
            </a:extLst>
          </p:cNvPr>
          <p:cNvSpPr/>
          <p:nvPr/>
        </p:nvSpPr>
        <p:spPr>
          <a:xfrm>
            <a:off x="-3320280" y="1344296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営業・営業支援</a:t>
            </a:r>
          </a:p>
        </p:txBody>
      </p:sp>
      <p:sp>
        <p:nvSpPr>
          <p:cNvPr id="432" name="四角形: 角を丸くする 431">
            <a:extLst>
              <a:ext uri="{FF2B5EF4-FFF2-40B4-BE49-F238E27FC236}">
                <a16:creationId xmlns:a16="http://schemas.microsoft.com/office/drawing/2014/main" id="{47A561C6-56D9-4C56-B86C-DC17388AA98C}"/>
              </a:ext>
            </a:extLst>
          </p:cNvPr>
          <p:cNvSpPr/>
          <p:nvPr/>
        </p:nvSpPr>
        <p:spPr>
          <a:xfrm>
            <a:off x="-3320280" y="2712528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製造</a:t>
            </a:r>
          </a:p>
        </p:txBody>
      </p:sp>
      <p:sp>
        <p:nvSpPr>
          <p:cNvPr id="434" name="四角形: 角を丸くする 433">
            <a:extLst>
              <a:ext uri="{FF2B5EF4-FFF2-40B4-BE49-F238E27FC236}">
                <a16:creationId xmlns:a16="http://schemas.microsoft.com/office/drawing/2014/main" id="{C5B5E240-18E5-44E5-BE51-4FE579FADE87}"/>
              </a:ext>
            </a:extLst>
          </p:cNvPr>
          <p:cNvSpPr/>
          <p:nvPr/>
        </p:nvSpPr>
        <p:spPr>
          <a:xfrm>
            <a:off x="-3320280" y="3720560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需給・物流</a:t>
            </a:r>
          </a:p>
        </p:txBody>
      </p:sp>
      <p:sp>
        <p:nvSpPr>
          <p:cNvPr id="435" name="四角形: 角を丸くする 434">
            <a:extLst>
              <a:ext uri="{FF2B5EF4-FFF2-40B4-BE49-F238E27FC236}">
                <a16:creationId xmlns:a16="http://schemas.microsoft.com/office/drawing/2014/main" id="{0A84015A-B747-4D6E-AD37-AD0DE5FA7B1C}"/>
              </a:ext>
            </a:extLst>
          </p:cNvPr>
          <p:cNvSpPr/>
          <p:nvPr/>
        </p:nvSpPr>
        <p:spPr>
          <a:xfrm>
            <a:off x="-3320280" y="4944672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購買</a:t>
            </a:r>
          </a:p>
        </p:txBody>
      </p:sp>
      <p:sp>
        <p:nvSpPr>
          <p:cNvPr id="437" name="四角形: 角を丸くする 436">
            <a:extLst>
              <a:ext uri="{FF2B5EF4-FFF2-40B4-BE49-F238E27FC236}">
                <a16:creationId xmlns:a16="http://schemas.microsoft.com/office/drawing/2014/main" id="{F1D9CDF0-B179-4C88-AD59-0ED5FA9452C5}"/>
              </a:ext>
            </a:extLst>
          </p:cNvPr>
          <p:cNvSpPr/>
          <p:nvPr/>
        </p:nvSpPr>
        <p:spPr>
          <a:xfrm>
            <a:off x="-3320280" y="5952808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</a:p>
        </p:txBody>
      </p:sp>
      <p:sp>
        <p:nvSpPr>
          <p:cNvPr id="438" name="四角形: 角を丸くする 437">
            <a:extLst>
              <a:ext uri="{FF2B5EF4-FFF2-40B4-BE49-F238E27FC236}">
                <a16:creationId xmlns:a16="http://schemas.microsoft.com/office/drawing/2014/main" id="{FC136869-BC14-4051-B5E7-9A654505CBE1}"/>
              </a:ext>
            </a:extLst>
          </p:cNvPr>
          <p:cNvSpPr/>
          <p:nvPr/>
        </p:nvSpPr>
        <p:spPr>
          <a:xfrm>
            <a:off x="-3320280" y="6960920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ソリューション・サービス</a:t>
            </a:r>
          </a:p>
        </p:txBody>
      </p:sp>
      <p:sp>
        <p:nvSpPr>
          <p:cNvPr id="440" name="四角形: 角を丸くする 439">
            <a:extLst>
              <a:ext uri="{FF2B5EF4-FFF2-40B4-BE49-F238E27FC236}">
                <a16:creationId xmlns:a16="http://schemas.microsoft.com/office/drawing/2014/main" id="{A800A681-F3A9-4526-B8FB-6FE4039BE7A6}"/>
              </a:ext>
            </a:extLst>
          </p:cNvPr>
          <p:cNvSpPr/>
          <p:nvPr/>
        </p:nvSpPr>
        <p:spPr>
          <a:xfrm>
            <a:off x="-3320280" y="7969032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顧客管理</a:t>
            </a:r>
          </a:p>
        </p:txBody>
      </p:sp>
      <p:sp>
        <p:nvSpPr>
          <p:cNvPr id="351" name="楕円 350">
            <a:extLst>
              <a:ext uri="{FF2B5EF4-FFF2-40B4-BE49-F238E27FC236}">
                <a16:creationId xmlns:a16="http://schemas.microsoft.com/office/drawing/2014/main" id="{17AA7426-F7DB-46E8-8B61-852E9D2C4F38}"/>
              </a:ext>
            </a:extLst>
          </p:cNvPr>
          <p:cNvSpPr/>
          <p:nvPr/>
        </p:nvSpPr>
        <p:spPr>
          <a:xfrm>
            <a:off x="109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91" name="楕円 390">
            <a:extLst>
              <a:ext uri="{FF2B5EF4-FFF2-40B4-BE49-F238E27FC236}">
                <a16:creationId xmlns:a16="http://schemas.microsoft.com/office/drawing/2014/main" id="{D1565226-7559-4044-8D3C-9636451C8722}"/>
              </a:ext>
            </a:extLst>
          </p:cNvPr>
          <p:cNvSpPr/>
          <p:nvPr/>
        </p:nvSpPr>
        <p:spPr>
          <a:xfrm>
            <a:off x="91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05" name="楕円 404">
            <a:extLst>
              <a:ext uri="{FF2B5EF4-FFF2-40B4-BE49-F238E27FC236}">
                <a16:creationId xmlns:a16="http://schemas.microsoft.com/office/drawing/2014/main" id="{B17FA750-A3C2-4A32-9CFE-44B2B3096635}"/>
              </a:ext>
            </a:extLst>
          </p:cNvPr>
          <p:cNvSpPr/>
          <p:nvPr/>
        </p:nvSpPr>
        <p:spPr>
          <a:xfrm>
            <a:off x="181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5" name="楕円 414">
            <a:extLst>
              <a:ext uri="{FF2B5EF4-FFF2-40B4-BE49-F238E27FC236}">
                <a16:creationId xmlns:a16="http://schemas.microsoft.com/office/drawing/2014/main" id="{E379368F-EE54-49DA-B80A-2351FF1FB196}"/>
              </a:ext>
            </a:extLst>
          </p:cNvPr>
          <p:cNvSpPr/>
          <p:nvPr/>
        </p:nvSpPr>
        <p:spPr>
          <a:xfrm>
            <a:off x="1926926" y="378660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2" name="楕円 421">
            <a:extLst>
              <a:ext uri="{FF2B5EF4-FFF2-40B4-BE49-F238E27FC236}">
                <a16:creationId xmlns:a16="http://schemas.microsoft.com/office/drawing/2014/main" id="{4424E4E4-A8DB-40D2-ABF7-572E0E0A3898}"/>
              </a:ext>
            </a:extLst>
          </p:cNvPr>
          <p:cNvSpPr/>
          <p:nvPr/>
        </p:nvSpPr>
        <p:spPr>
          <a:xfrm>
            <a:off x="127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7" name="楕円 426">
            <a:extLst>
              <a:ext uri="{FF2B5EF4-FFF2-40B4-BE49-F238E27FC236}">
                <a16:creationId xmlns:a16="http://schemas.microsoft.com/office/drawing/2014/main" id="{C7AE2614-F297-4D3B-8D31-1D6C10F6E5D6}"/>
              </a:ext>
            </a:extLst>
          </p:cNvPr>
          <p:cNvSpPr/>
          <p:nvPr/>
        </p:nvSpPr>
        <p:spPr>
          <a:xfrm>
            <a:off x="145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8" name="楕円 427">
            <a:extLst>
              <a:ext uri="{FF2B5EF4-FFF2-40B4-BE49-F238E27FC236}">
                <a16:creationId xmlns:a16="http://schemas.microsoft.com/office/drawing/2014/main" id="{B3DBCF51-9B37-4B5B-B37A-7F9C168AB83E}"/>
              </a:ext>
            </a:extLst>
          </p:cNvPr>
          <p:cNvSpPr/>
          <p:nvPr/>
        </p:nvSpPr>
        <p:spPr>
          <a:xfrm>
            <a:off x="181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36" name="四角形: 角を丸くする 435">
            <a:extLst>
              <a:ext uri="{FF2B5EF4-FFF2-40B4-BE49-F238E27FC236}">
                <a16:creationId xmlns:a16="http://schemas.microsoft.com/office/drawing/2014/main" id="{D1437C07-303F-4C07-A03A-05D563612FF6}"/>
              </a:ext>
            </a:extLst>
          </p:cNvPr>
          <p:cNvSpPr/>
          <p:nvPr/>
        </p:nvSpPr>
        <p:spPr>
          <a:xfrm>
            <a:off x="109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39" name="四角形: 角を丸くする 438">
            <a:extLst>
              <a:ext uri="{FF2B5EF4-FFF2-40B4-BE49-F238E27FC236}">
                <a16:creationId xmlns:a16="http://schemas.microsoft.com/office/drawing/2014/main" id="{B88853C8-7653-42E1-B2A3-6427C9DBF52D}"/>
              </a:ext>
            </a:extLst>
          </p:cNvPr>
          <p:cNvSpPr/>
          <p:nvPr/>
        </p:nvSpPr>
        <p:spPr>
          <a:xfrm>
            <a:off x="163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1" name="四角形: 角を丸くする 440">
            <a:extLst>
              <a:ext uri="{FF2B5EF4-FFF2-40B4-BE49-F238E27FC236}">
                <a16:creationId xmlns:a16="http://schemas.microsoft.com/office/drawing/2014/main" id="{0E3E5661-890A-4C1D-9057-27E1DD3EF32E}"/>
              </a:ext>
            </a:extLst>
          </p:cNvPr>
          <p:cNvSpPr/>
          <p:nvPr/>
        </p:nvSpPr>
        <p:spPr>
          <a:xfrm>
            <a:off x="91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2" name="四角形: 角を丸くする 441">
            <a:extLst>
              <a:ext uri="{FF2B5EF4-FFF2-40B4-BE49-F238E27FC236}">
                <a16:creationId xmlns:a16="http://schemas.microsoft.com/office/drawing/2014/main" id="{0C735B14-AAE8-4EB5-8657-D2CA79CBD2F7}"/>
              </a:ext>
            </a:extLst>
          </p:cNvPr>
          <p:cNvSpPr/>
          <p:nvPr/>
        </p:nvSpPr>
        <p:spPr>
          <a:xfrm>
            <a:off x="181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3" name="四角形: 角を丸くする 442">
            <a:extLst>
              <a:ext uri="{FF2B5EF4-FFF2-40B4-BE49-F238E27FC236}">
                <a16:creationId xmlns:a16="http://schemas.microsoft.com/office/drawing/2014/main" id="{29622D1A-4B76-42C6-A098-4B25D40DBB20}"/>
              </a:ext>
            </a:extLst>
          </p:cNvPr>
          <p:cNvSpPr/>
          <p:nvPr/>
        </p:nvSpPr>
        <p:spPr>
          <a:xfrm>
            <a:off x="127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4" name="四角形: 角を丸くする 443">
            <a:extLst>
              <a:ext uri="{FF2B5EF4-FFF2-40B4-BE49-F238E27FC236}">
                <a16:creationId xmlns:a16="http://schemas.microsoft.com/office/drawing/2014/main" id="{7613EF4D-A2DB-4155-8CDA-15950D0D8B54}"/>
              </a:ext>
            </a:extLst>
          </p:cNvPr>
          <p:cNvSpPr/>
          <p:nvPr/>
        </p:nvSpPr>
        <p:spPr>
          <a:xfrm>
            <a:off x="91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5" name="四角形: 角を丸くする 444">
            <a:extLst>
              <a:ext uri="{FF2B5EF4-FFF2-40B4-BE49-F238E27FC236}">
                <a16:creationId xmlns:a16="http://schemas.microsoft.com/office/drawing/2014/main" id="{A662DA88-3711-4526-AEA5-82511B542DB1}"/>
              </a:ext>
            </a:extLst>
          </p:cNvPr>
          <p:cNvSpPr/>
          <p:nvPr/>
        </p:nvSpPr>
        <p:spPr>
          <a:xfrm>
            <a:off x="163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6" name="四角形: 角を丸くする 445">
            <a:extLst>
              <a:ext uri="{FF2B5EF4-FFF2-40B4-BE49-F238E27FC236}">
                <a16:creationId xmlns:a16="http://schemas.microsoft.com/office/drawing/2014/main" id="{8D86815D-075A-45D2-86CC-A5C3595E57E2}"/>
              </a:ext>
            </a:extLst>
          </p:cNvPr>
          <p:cNvSpPr/>
          <p:nvPr/>
        </p:nvSpPr>
        <p:spPr>
          <a:xfrm>
            <a:off x="1926926" y="42962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1" name="四角形: 角を丸くする 450">
            <a:extLst>
              <a:ext uri="{FF2B5EF4-FFF2-40B4-BE49-F238E27FC236}">
                <a16:creationId xmlns:a16="http://schemas.microsoft.com/office/drawing/2014/main" id="{21C62D73-6D0B-4369-B1A7-D04B11DD7828}"/>
              </a:ext>
            </a:extLst>
          </p:cNvPr>
          <p:cNvSpPr/>
          <p:nvPr/>
        </p:nvSpPr>
        <p:spPr>
          <a:xfrm>
            <a:off x="145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2" name="四角形: 角を丸くする 451">
            <a:extLst>
              <a:ext uri="{FF2B5EF4-FFF2-40B4-BE49-F238E27FC236}">
                <a16:creationId xmlns:a16="http://schemas.microsoft.com/office/drawing/2014/main" id="{90E183E0-9B85-4A0E-8CFF-4051E3608E5E}"/>
              </a:ext>
            </a:extLst>
          </p:cNvPr>
          <p:cNvSpPr/>
          <p:nvPr/>
        </p:nvSpPr>
        <p:spPr>
          <a:xfrm>
            <a:off x="127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3" name="四角形: 角を丸くする 452">
            <a:extLst>
              <a:ext uri="{FF2B5EF4-FFF2-40B4-BE49-F238E27FC236}">
                <a16:creationId xmlns:a16="http://schemas.microsoft.com/office/drawing/2014/main" id="{7EFF0630-2265-46F1-A338-5153E374D6F4}"/>
              </a:ext>
            </a:extLst>
          </p:cNvPr>
          <p:cNvSpPr/>
          <p:nvPr/>
        </p:nvSpPr>
        <p:spPr>
          <a:xfrm>
            <a:off x="109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4" name="四角形: 角を丸くする 453">
            <a:extLst>
              <a:ext uri="{FF2B5EF4-FFF2-40B4-BE49-F238E27FC236}">
                <a16:creationId xmlns:a16="http://schemas.microsoft.com/office/drawing/2014/main" id="{A33B5B4B-F927-435E-A623-E6D8C390B011}"/>
              </a:ext>
            </a:extLst>
          </p:cNvPr>
          <p:cNvSpPr/>
          <p:nvPr/>
        </p:nvSpPr>
        <p:spPr>
          <a:xfrm>
            <a:off x="145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6" name="四角形: 角を丸くする 455">
            <a:extLst>
              <a:ext uri="{FF2B5EF4-FFF2-40B4-BE49-F238E27FC236}">
                <a16:creationId xmlns:a16="http://schemas.microsoft.com/office/drawing/2014/main" id="{04FCAC4D-F480-46F3-A54D-E3410F0E2642}"/>
              </a:ext>
            </a:extLst>
          </p:cNvPr>
          <p:cNvSpPr/>
          <p:nvPr/>
        </p:nvSpPr>
        <p:spPr>
          <a:xfrm>
            <a:off x="181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3" name="四角形: 角を丸くする 462">
            <a:extLst>
              <a:ext uri="{FF2B5EF4-FFF2-40B4-BE49-F238E27FC236}">
                <a16:creationId xmlns:a16="http://schemas.microsoft.com/office/drawing/2014/main" id="{1688B318-DAAA-4013-B590-2B8841454798}"/>
              </a:ext>
            </a:extLst>
          </p:cNvPr>
          <p:cNvSpPr/>
          <p:nvPr/>
        </p:nvSpPr>
        <p:spPr>
          <a:xfrm>
            <a:off x="164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6" name="四角形: 角を丸くする 465">
            <a:extLst>
              <a:ext uri="{FF2B5EF4-FFF2-40B4-BE49-F238E27FC236}">
                <a16:creationId xmlns:a16="http://schemas.microsoft.com/office/drawing/2014/main" id="{715986FF-A8BC-4FF7-B5B3-CD69F4588AAE}"/>
              </a:ext>
            </a:extLst>
          </p:cNvPr>
          <p:cNvSpPr/>
          <p:nvPr/>
        </p:nvSpPr>
        <p:spPr>
          <a:xfrm>
            <a:off x="92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7" name="四角形: 角を丸くする 466">
            <a:extLst>
              <a:ext uri="{FF2B5EF4-FFF2-40B4-BE49-F238E27FC236}">
                <a16:creationId xmlns:a16="http://schemas.microsoft.com/office/drawing/2014/main" id="{FB5D9C0C-D046-429D-8BD5-51B6987CD196}"/>
              </a:ext>
            </a:extLst>
          </p:cNvPr>
          <p:cNvSpPr/>
          <p:nvPr/>
        </p:nvSpPr>
        <p:spPr>
          <a:xfrm>
            <a:off x="110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9" name="四角形: 角を丸くする 468">
            <a:extLst>
              <a:ext uri="{FF2B5EF4-FFF2-40B4-BE49-F238E27FC236}">
                <a16:creationId xmlns:a16="http://schemas.microsoft.com/office/drawing/2014/main" id="{4A43FE4B-8AFE-4CFB-8E0C-649E7EBE66A1}"/>
              </a:ext>
            </a:extLst>
          </p:cNvPr>
          <p:cNvSpPr/>
          <p:nvPr/>
        </p:nvSpPr>
        <p:spPr>
          <a:xfrm>
            <a:off x="163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70" name="四角形: 角を丸くする 469">
            <a:extLst>
              <a:ext uri="{FF2B5EF4-FFF2-40B4-BE49-F238E27FC236}">
                <a16:creationId xmlns:a16="http://schemas.microsoft.com/office/drawing/2014/main" id="{C5133212-05F7-41CF-8890-6DA1295D1D04}"/>
              </a:ext>
            </a:extLst>
          </p:cNvPr>
          <p:cNvSpPr/>
          <p:nvPr/>
        </p:nvSpPr>
        <p:spPr>
          <a:xfrm>
            <a:off x="182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79" name="四角形: 角を丸くする 478">
            <a:extLst>
              <a:ext uri="{FF2B5EF4-FFF2-40B4-BE49-F238E27FC236}">
                <a16:creationId xmlns:a16="http://schemas.microsoft.com/office/drawing/2014/main" id="{73108889-6726-4A30-98A0-6140316B6946}"/>
              </a:ext>
            </a:extLst>
          </p:cNvPr>
          <p:cNvSpPr/>
          <p:nvPr/>
        </p:nvSpPr>
        <p:spPr>
          <a:xfrm>
            <a:off x="128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83" name="四角形: 角を丸くする 482">
            <a:extLst>
              <a:ext uri="{FF2B5EF4-FFF2-40B4-BE49-F238E27FC236}">
                <a16:creationId xmlns:a16="http://schemas.microsoft.com/office/drawing/2014/main" id="{4A752A83-8D40-4617-A22F-677E7E5DB102}"/>
              </a:ext>
            </a:extLst>
          </p:cNvPr>
          <p:cNvSpPr/>
          <p:nvPr/>
        </p:nvSpPr>
        <p:spPr>
          <a:xfrm>
            <a:off x="181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89" name="四角形: 角を丸くする 488">
            <a:extLst>
              <a:ext uri="{FF2B5EF4-FFF2-40B4-BE49-F238E27FC236}">
                <a16:creationId xmlns:a16="http://schemas.microsoft.com/office/drawing/2014/main" id="{3AC1099A-CD6E-4C61-BD8B-841F6CC6C92F}"/>
              </a:ext>
            </a:extLst>
          </p:cNvPr>
          <p:cNvSpPr/>
          <p:nvPr/>
        </p:nvSpPr>
        <p:spPr>
          <a:xfrm>
            <a:off x="127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0" name="四角形: 角を丸くする 489">
            <a:extLst>
              <a:ext uri="{FF2B5EF4-FFF2-40B4-BE49-F238E27FC236}">
                <a16:creationId xmlns:a16="http://schemas.microsoft.com/office/drawing/2014/main" id="{7FCC73B9-E203-4C73-B2D5-C1D287E13865}"/>
              </a:ext>
            </a:extLst>
          </p:cNvPr>
          <p:cNvSpPr/>
          <p:nvPr/>
        </p:nvSpPr>
        <p:spPr>
          <a:xfrm>
            <a:off x="145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1" name="四角形: 角を丸くする 490">
            <a:extLst>
              <a:ext uri="{FF2B5EF4-FFF2-40B4-BE49-F238E27FC236}">
                <a16:creationId xmlns:a16="http://schemas.microsoft.com/office/drawing/2014/main" id="{C0BE4757-DA0C-409B-BE1B-B2A6AB3574D1}"/>
              </a:ext>
            </a:extLst>
          </p:cNvPr>
          <p:cNvSpPr/>
          <p:nvPr/>
        </p:nvSpPr>
        <p:spPr>
          <a:xfrm>
            <a:off x="146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2" name="四角形: 角を丸くする 491">
            <a:extLst>
              <a:ext uri="{FF2B5EF4-FFF2-40B4-BE49-F238E27FC236}">
                <a16:creationId xmlns:a16="http://schemas.microsoft.com/office/drawing/2014/main" id="{6D0345B9-2E84-43DC-BFB4-2AE652911EC8}"/>
              </a:ext>
            </a:extLst>
          </p:cNvPr>
          <p:cNvSpPr/>
          <p:nvPr/>
        </p:nvSpPr>
        <p:spPr>
          <a:xfrm>
            <a:off x="92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3" name="四角形: 角を丸くする 492">
            <a:extLst>
              <a:ext uri="{FF2B5EF4-FFF2-40B4-BE49-F238E27FC236}">
                <a16:creationId xmlns:a16="http://schemas.microsoft.com/office/drawing/2014/main" id="{4F5569A8-9619-435D-A736-0FF7E919256E}"/>
              </a:ext>
            </a:extLst>
          </p:cNvPr>
          <p:cNvSpPr/>
          <p:nvPr/>
        </p:nvSpPr>
        <p:spPr>
          <a:xfrm>
            <a:off x="110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4" name="四角形: 角を丸くする 493">
            <a:extLst>
              <a:ext uri="{FF2B5EF4-FFF2-40B4-BE49-F238E27FC236}">
                <a16:creationId xmlns:a16="http://schemas.microsoft.com/office/drawing/2014/main" id="{C684F4F4-3AD4-4235-9033-839127CFD64D}"/>
              </a:ext>
            </a:extLst>
          </p:cNvPr>
          <p:cNvSpPr/>
          <p:nvPr/>
        </p:nvSpPr>
        <p:spPr>
          <a:xfrm>
            <a:off x="128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5" name="四角形: 角を丸くする 494">
            <a:extLst>
              <a:ext uri="{FF2B5EF4-FFF2-40B4-BE49-F238E27FC236}">
                <a16:creationId xmlns:a16="http://schemas.microsoft.com/office/drawing/2014/main" id="{26411FDA-58FB-4710-9506-089CD0A719D2}"/>
              </a:ext>
            </a:extLst>
          </p:cNvPr>
          <p:cNvSpPr/>
          <p:nvPr/>
        </p:nvSpPr>
        <p:spPr>
          <a:xfrm>
            <a:off x="146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38" name="四角形: 角を丸くする 537">
            <a:extLst>
              <a:ext uri="{FF2B5EF4-FFF2-40B4-BE49-F238E27FC236}">
                <a16:creationId xmlns:a16="http://schemas.microsoft.com/office/drawing/2014/main" id="{2618ADE6-74D7-4505-BF27-026911C64ABE}"/>
              </a:ext>
            </a:extLst>
          </p:cNvPr>
          <p:cNvSpPr/>
          <p:nvPr/>
        </p:nvSpPr>
        <p:spPr>
          <a:xfrm>
            <a:off x="93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0" name="四角形: 角を丸くする 539">
            <a:extLst>
              <a:ext uri="{FF2B5EF4-FFF2-40B4-BE49-F238E27FC236}">
                <a16:creationId xmlns:a16="http://schemas.microsoft.com/office/drawing/2014/main" id="{FD9D5AAE-ED4E-4409-9D8A-0D7A74594B81}"/>
              </a:ext>
            </a:extLst>
          </p:cNvPr>
          <p:cNvSpPr/>
          <p:nvPr/>
        </p:nvSpPr>
        <p:spPr>
          <a:xfrm>
            <a:off x="111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2" name="四角形: 角を丸くする 541">
            <a:extLst>
              <a:ext uri="{FF2B5EF4-FFF2-40B4-BE49-F238E27FC236}">
                <a16:creationId xmlns:a16="http://schemas.microsoft.com/office/drawing/2014/main" id="{85A90072-71EE-4C97-BB14-9E7EA54B97BB}"/>
              </a:ext>
            </a:extLst>
          </p:cNvPr>
          <p:cNvSpPr/>
          <p:nvPr/>
        </p:nvSpPr>
        <p:spPr>
          <a:xfrm>
            <a:off x="129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3" name="四角形: 角を丸くする 542">
            <a:extLst>
              <a:ext uri="{FF2B5EF4-FFF2-40B4-BE49-F238E27FC236}">
                <a16:creationId xmlns:a16="http://schemas.microsoft.com/office/drawing/2014/main" id="{854B7EBB-6210-4683-AAB9-6E98681261E6}"/>
              </a:ext>
            </a:extLst>
          </p:cNvPr>
          <p:cNvSpPr/>
          <p:nvPr/>
        </p:nvSpPr>
        <p:spPr>
          <a:xfrm>
            <a:off x="147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4" name="四角形: 角を丸くする 543">
            <a:extLst>
              <a:ext uri="{FF2B5EF4-FFF2-40B4-BE49-F238E27FC236}">
                <a16:creationId xmlns:a16="http://schemas.microsoft.com/office/drawing/2014/main" id="{7DEB249B-861B-4EDF-BDF2-A7185452538D}"/>
              </a:ext>
            </a:extLst>
          </p:cNvPr>
          <p:cNvSpPr/>
          <p:nvPr/>
        </p:nvSpPr>
        <p:spPr>
          <a:xfrm>
            <a:off x="165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5" name="四角形: 角を丸くする 544">
            <a:extLst>
              <a:ext uri="{FF2B5EF4-FFF2-40B4-BE49-F238E27FC236}">
                <a16:creationId xmlns:a16="http://schemas.microsoft.com/office/drawing/2014/main" id="{1FE23EEC-998B-4FCD-8955-9FA8300BA338}"/>
              </a:ext>
            </a:extLst>
          </p:cNvPr>
          <p:cNvSpPr/>
          <p:nvPr/>
        </p:nvSpPr>
        <p:spPr>
          <a:xfrm>
            <a:off x="183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6" name="四角形: 角を丸くする 545">
            <a:extLst>
              <a:ext uri="{FF2B5EF4-FFF2-40B4-BE49-F238E27FC236}">
                <a16:creationId xmlns:a16="http://schemas.microsoft.com/office/drawing/2014/main" id="{1DC3CD9B-B7C4-4D33-8C5C-C7C2BD0CE0EF}"/>
              </a:ext>
            </a:extLst>
          </p:cNvPr>
          <p:cNvSpPr/>
          <p:nvPr/>
        </p:nvSpPr>
        <p:spPr>
          <a:xfrm>
            <a:off x="1926926" y="61956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7" name="四角形: 角を丸くする 546">
            <a:extLst>
              <a:ext uri="{FF2B5EF4-FFF2-40B4-BE49-F238E27FC236}">
                <a16:creationId xmlns:a16="http://schemas.microsoft.com/office/drawing/2014/main" id="{4C50F26D-8A8F-4063-8C99-7B6B9A7B09D0}"/>
              </a:ext>
            </a:extLst>
          </p:cNvPr>
          <p:cNvSpPr/>
          <p:nvPr/>
        </p:nvSpPr>
        <p:spPr>
          <a:xfrm>
            <a:off x="93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9" name="四角形: 角を丸くする 548">
            <a:extLst>
              <a:ext uri="{FF2B5EF4-FFF2-40B4-BE49-F238E27FC236}">
                <a16:creationId xmlns:a16="http://schemas.microsoft.com/office/drawing/2014/main" id="{4D5C1B4A-944A-43E1-A264-1BE852CEE4D0}"/>
              </a:ext>
            </a:extLst>
          </p:cNvPr>
          <p:cNvSpPr/>
          <p:nvPr/>
        </p:nvSpPr>
        <p:spPr>
          <a:xfrm>
            <a:off x="111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0" name="四角形: 角を丸くする 549">
            <a:extLst>
              <a:ext uri="{FF2B5EF4-FFF2-40B4-BE49-F238E27FC236}">
                <a16:creationId xmlns:a16="http://schemas.microsoft.com/office/drawing/2014/main" id="{AE360D32-BD44-4348-AB9C-440026B50822}"/>
              </a:ext>
            </a:extLst>
          </p:cNvPr>
          <p:cNvSpPr/>
          <p:nvPr/>
        </p:nvSpPr>
        <p:spPr>
          <a:xfrm>
            <a:off x="147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1" name="四角形: 角を丸くする 550">
            <a:extLst>
              <a:ext uri="{FF2B5EF4-FFF2-40B4-BE49-F238E27FC236}">
                <a16:creationId xmlns:a16="http://schemas.microsoft.com/office/drawing/2014/main" id="{4336311C-9F9B-4B15-A546-40C1226957ED}"/>
              </a:ext>
            </a:extLst>
          </p:cNvPr>
          <p:cNvSpPr/>
          <p:nvPr/>
        </p:nvSpPr>
        <p:spPr>
          <a:xfrm>
            <a:off x="1819117" y="679635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3" name="四角形: 角を丸くする 552">
            <a:extLst>
              <a:ext uri="{FF2B5EF4-FFF2-40B4-BE49-F238E27FC236}">
                <a16:creationId xmlns:a16="http://schemas.microsoft.com/office/drawing/2014/main" id="{17BA6BF0-349D-412E-9478-5E486CED4468}"/>
              </a:ext>
            </a:extLst>
          </p:cNvPr>
          <p:cNvSpPr/>
          <p:nvPr/>
        </p:nvSpPr>
        <p:spPr>
          <a:xfrm>
            <a:off x="129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4" name="四角形: 角を丸くする 553">
            <a:extLst>
              <a:ext uri="{FF2B5EF4-FFF2-40B4-BE49-F238E27FC236}">
                <a16:creationId xmlns:a16="http://schemas.microsoft.com/office/drawing/2014/main" id="{06B28185-3E62-4145-BD1B-A454D7CEEC4B}"/>
              </a:ext>
            </a:extLst>
          </p:cNvPr>
          <p:cNvSpPr/>
          <p:nvPr/>
        </p:nvSpPr>
        <p:spPr>
          <a:xfrm>
            <a:off x="165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5" name="四角形: 角を丸くする 554">
            <a:extLst>
              <a:ext uri="{FF2B5EF4-FFF2-40B4-BE49-F238E27FC236}">
                <a16:creationId xmlns:a16="http://schemas.microsoft.com/office/drawing/2014/main" id="{BFA07098-0BDD-4209-9122-91648F4AADD4}"/>
              </a:ext>
            </a:extLst>
          </p:cNvPr>
          <p:cNvSpPr/>
          <p:nvPr/>
        </p:nvSpPr>
        <p:spPr>
          <a:xfrm>
            <a:off x="1926926" y="667353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6" name="四角形: 角を丸くする 555">
            <a:extLst>
              <a:ext uri="{FF2B5EF4-FFF2-40B4-BE49-F238E27FC236}">
                <a16:creationId xmlns:a16="http://schemas.microsoft.com/office/drawing/2014/main" id="{C4574AEE-C3E8-4FC0-8998-293D8EF142E1}"/>
              </a:ext>
            </a:extLst>
          </p:cNvPr>
          <p:cNvSpPr/>
          <p:nvPr/>
        </p:nvSpPr>
        <p:spPr>
          <a:xfrm>
            <a:off x="183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9" name="四角形: 角を丸くする 558">
            <a:extLst>
              <a:ext uri="{FF2B5EF4-FFF2-40B4-BE49-F238E27FC236}">
                <a16:creationId xmlns:a16="http://schemas.microsoft.com/office/drawing/2014/main" id="{244E4BD3-DDBA-4B2C-B5E4-9815BD0B9D0D}"/>
              </a:ext>
            </a:extLst>
          </p:cNvPr>
          <p:cNvSpPr/>
          <p:nvPr/>
        </p:nvSpPr>
        <p:spPr>
          <a:xfrm>
            <a:off x="93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0" name="四角形: 角を丸くする 559">
            <a:extLst>
              <a:ext uri="{FF2B5EF4-FFF2-40B4-BE49-F238E27FC236}">
                <a16:creationId xmlns:a16="http://schemas.microsoft.com/office/drawing/2014/main" id="{1281B1DF-4090-4055-8052-1776D511ABC2}"/>
              </a:ext>
            </a:extLst>
          </p:cNvPr>
          <p:cNvSpPr/>
          <p:nvPr/>
        </p:nvSpPr>
        <p:spPr>
          <a:xfrm>
            <a:off x="111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1" name="四角形: 角を丸くする 560">
            <a:extLst>
              <a:ext uri="{FF2B5EF4-FFF2-40B4-BE49-F238E27FC236}">
                <a16:creationId xmlns:a16="http://schemas.microsoft.com/office/drawing/2014/main" id="{B2D555BD-F57D-4533-938B-E00239A16BFE}"/>
              </a:ext>
            </a:extLst>
          </p:cNvPr>
          <p:cNvSpPr/>
          <p:nvPr/>
        </p:nvSpPr>
        <p:spPr>
          <a:xfrm>
            <a:off x="147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2" name="四角形: 角を丸くする 561">
            <a:extLst>
              <a:ext uri="{FF2B5EF4-FFF2-40B4-BE49-F238E27FC236}">
                <a16:creationId xmlns:a16="http://schemas.microsoft.com/office/drawing/2014/main" id="{AF2EDABF-A264-4443-940C-20AE1E436BC2}"/>
              </a:ext>
            </a:extLst>
          </p:cNvPr>
          <p:cNvSpPr/>
          <p:nvPr/>
        </p:nvSpPr>
        <p:spPr>
          <a:xfrm>
            <a:off x="165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4" name="四角形: 角を丸くする 563">
            <a:extLst>
              <a:ext uri="{FF2B5EF4-FFF2-40B4-BE49-F238E27FC236}">
                <a16:creationId xmlns:a16="http://schemas.microsoft.com/office/drawing/2014/main" id="{3295C26E-D89A-4553-ACFE-C661F158FC56}"/>
              </a:ext>
            </a:extLst>
          </p:cNvPr>
          <p:cNvSpPr/>
          <p:nvPr/>
        </p:nvSpPr>
        <p:spPr>
          <a:xfrm>
            <a:off x="129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6" name="四角形: 角を丸くする 565">
            <a:extLst>
              <a:ext uri="{FF2B5EF4-FFF2-40B4-BE49-F238E27FC236}">
                <a16:creationId xmlns:a16="http://schemas.microsoft.com/office/drawing/2014/main" id="{31B5B630-E839-4249-9798-151AE0F5D46B}"/>
              </a:ext>
            </a:extLst>
          </p:cNvPr>
          <p:cNvSpPr/>
          <p:nvPr/>
        </p:nvSpPr>
        <p:spPr>
          <a:xfrm>
            <a:off x="183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1" name="四角形: 角を丸くする 570">
            <a:extLst>
              <a:ext uri="{FF2B5EF4-FFF2-40B4-BE49-F238E27FC236}">
                <a16:creationId xmlns:a16="http://schemas.microsoft.com/office/drawing/2014/main" id="{4C55A641-3BB7-45FD-80B7-C3154FF4E628}"/>
              </a:ext>
            </a:extLst>
          </p:cNvPr>
          <p:cNvSpPr/>
          <p:nvPr/>
        </p:nvSpPr>
        <p:spPr>
          <a:xfrm>
            <a:off x="1819117" y="726995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4" name="四角形: 角を丸くする 573">
            <a:extLst>
              <a:ext uri="{FF2B5EF4-FFF2-40B4-BE49-F238E27FC236}">
                <a16:creationId xmlns:a16="http://schemas.microsoft.com/office/drawing/2014/main" id="{6A3686CD-00C2-4E1A-8424-1B5653D032BF}"/>
              </a:ext>
            </a:extLst>
          </p:cNvPr>
          <p:cNvSpPr/>
          <p:nvPr/>
        </p:nvSpPr>
        <p:spPr>
          <a:xfrm>
            <a:off x="1926926" y="717395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8" name="四角形: 角を丸くする 577">
            <a:extLst>
              <a:ext uri="{FF2B5EF4-FFF2-40B4-BE49-F238E27FC236}">
                <a16:creationId xmlns:a16="http://schemas.microsoft.com/office/drawing/2014/main" id="{15B353EF-C638-48A1-92A7-E5EB39973566}"/>
              </a:ext>
            </a:extLst>
          </p:cNvPr>
          <p:cNvSpPr/>
          <p:nvPr/>
        </p:nvSpPr>
        <p:spPr>
          <a:xfrm>
            <a:off x="939455" y="74969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9" name="四角形: 角を丸くする 578">
            <a:extLst>
              <a:ext uri="{FF2B5EF4-FFF2-40B4-BE49-F238E27FC236}">
                <a16:creationId xmlns:a16="http://schemas.microsoft.com/office/drawing/2014/main" id="{A06745DC-2949-428A-B233-457F507EAEDA}"/>
              </a:ext>
            </a:extLst>
          </p:cNvPr>
          <p:cNvSpPr/>
          <p:nvPr/>
        </p:nvSpPr>
        <p:spPr>
          <a:xfrm>
            <a:off x="1119455" y="74969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6" name="四角形: 角を丸くする 585">
            <a:extLst>
              <a:ext uri="{FF2B5EF4-FFF2-40B4-BE49-F238E27FC236}">
                <a16:creationId xmlns:a16="http://schemas.microsoft.com/office/drawing/2014/main" id="{5DC9BE05-4C3B-46BA-85E2-00621391CE23}"/>
              </a:ext>
            </a:extLst>
          </p:cNvPr>
          <p:cNvSpPr/>
          <p:nvPr/>
        </p:nvSpPr>
        <p:spPr>
          <a:xfrm>
            <a:off x="1299455" y="74969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7" name="四角形: 角を丸くする 586">
            <a:extLst>
              <a:ext uri="{FF2B5EF4-FFF2-40B4-BE49-F238E27FC236}">
                <a16:creationId xmlns:a16="http://schemas.microsoft.com/office/drawing/2014/main" id="{E0F25E9A-1DD1-479E-97F6-22B6F54078AF}"/>
              </a:ext>
            </a:extLst>
          </p:cNvPr>
          <p:cNvSpPr/>
          <p:nvPr/>
        </p:nvSpPr>
        <p:spPr>
          <a:xfrm>
            <a:off x="939455" y="800564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8" name="四角形: 角を丸くする 587">
            <a:extLst>
              <a:ext uri="{FF2B5EF4-FFF2-40B4-BE49-F238E27FC236}">
                <a16:creationId xmlns:a16="http://schemas.microsoft.com/office/drawing/2014/main" id="{709FF482-C3CE-47E6-B8A7-3A20A95902FB}"/>
              </a:ext>
            </a:extLst>
          </p:cNvPr>
          <p:cNvSpPr/>
          <p:nvPr/>
        </p:nvSpPr>
        <p:spPr>
          <a:xfrm>
            <a:off x="2376536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9" name="四角形: 角を丸くする 588">
            <a:extLst>
              <a:ext uri="{FF2B5EF4-FFF2-40B4-BE49-F238E27FC236}">
                <a16:creationId xmlns:a16="http://schemas.microsoft.com/office/drawing/2014/main" id="{B927303E-8A20-4436-BB86-6FF9243DEE25}"/>
              </a:ext>
            </a:extLst>
          </p:cNvPr>
          <p:cNvSpPr/>
          <p:nvPr/>
        </p:nvSpPr>
        <p:spPr>
          <a:xfrm>
            <a:off x="2196536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2" name="四角形: 角を丸くする 591">
            <a:extLst>
              <a:ext uri="{FF2B5EF4-FFF2-40B4-BE49-F238E27FC236}">
                <a16:creationId xmlns:a16="http://schemas.microsoft.com/office/drawing/2014/main" id="{8E1753E8-0776-4AE7-8341-F80C7CD66C43}"/>
              </a:ext>
            </a:extLst>
          </p:cNvPr>
          <p:cNvSpPr/>
          <p:nvPr/>
        </p:nvSpPr>
        <p:spPr>
          <a:xfrm>
            <a:off x="2196536" y="60738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3" name="四角形: 角を丸くする 592">
            <a:extLst>
              <a:ext uri="{FF2B5EF4-FFF2-40B4-BE49-F238E27FC236}">
                <a16:creationId xmlns:a16="http://schemas.microsoft.com/office/drawing/2014/main" id="{FDE074A4-7331-4202-BAF2-F4546594D5EB}"/>
              </a:ext>
            </a:extLst>
          </p:cNvPr>
          <p:cNvSpPr/>
          <p:nvPr/>
        </p:nvSpPr>
        <p:spPr>
          <a:xfrm>
            <a:off x="2376536" y="60738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6" name="四角形: 角を丸くする 595">
            <a:extLst>
              <a:ext uri="{FF2B5EF4-FFF2-40B4-BE49-F238E27FC236}">
                <a16:creationId xmlns:a16="http://schemas.microsoft.com/office/drawing/2014/main" id="{F96CABA7-1AC8-4436-A6C8-8145CC0C85F2}"/>
              </a:ext>
            </a:extLst>
          </p:cNvPr>
          <p:cNvSpPr/>
          <p:nvPr/>
        </p:nvSpPr>
        <p:spPr>
          <a:xfrm>
            <a:off x="939455" y="89677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6" name="四角形: 角を丸くする 605">
            <a:extLst>
              <a:ext uri="{FF2B5EF4-FFF2-40B4-BE49-F238E27FC236}">
                <a16:creationId xmlns:a16="http://schemas.microsoft.com/office/drawing/2014/main" id="{69C8E429-45FA-4881-AAEF-A135FD3EE324}"/>
              </a:ext>
            </a:extLst>
          </p:cNvPr>
          <p:cNvSpPr/>
          <p:nvPr/>
        </p:nvSpPr>
        <p:spPr>
          <a:xfrm>
            <a:off x="3101494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9" name="四角形: 角を丸くする 608">
            <a:extLst>
              <a:ext uri="{FF2B5EF4-FFF2-40B4-BE49-F238E27FC236}">
                <a16:creationId xmlns:a16="http://schemas.microsoft.com/office/drawing/2014/main" id="{749F85F0-B17A-46DC-AC88-0E1FC19BC795}"/>
              </a:ext>
            </a:extLst>
          </p:cNvPr>
          <p:cNvSpPr/>
          <p:nvPr/>
        </p:nvSpPr>
        <p:spPr>
          <a:xfrm>
            <a:off x="3281494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3" name="四角形: 角を丸くする 612">
            <a:extLst>
              <a:ext uri="{FF2B5EF4-FFF2-40B4-BE49-F238E27FC236}">
                <a16:creationId xmlns:a16="http://schemas.microsoft.com/office/drawing/2014/main" id="{E1CD782A-1FC6-45B4-AA92-D3608BC42180}"/>
              </a:ext>
            </a:extLst>
          </p:cNvPr>
          <p:cNvSpPr/>
          <p:nvPr/>
        </p:nvSpPr>
        <p:spPr>
          <a:xfrm>
            <a:off x="566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6" name="四角形: 角を丸くする 615">
            <a:extLst>
              <a:ext uri="{FF2B5EF4-FFF2-40B4-BE49-F238E27FC236}">
                <a16:creationId xmlns:a16="http://schemas.microsoft.com/office/drawing/2014/main" id="{FF243754-B91E-4942-84C4-34AEEE7C018F}"/>
              </a:ext>
            </a:extLst>
          </p:cNvPr>
          <p:cNvSpPr/>
          <p:nvPr/>
        </p:nvSpPr>
        <p:spPr>
          <a:xfrm>
            <a:off x="584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8" name="四角形: 角を丸くする 617">
            <a:extLst>
              <a:ext uri="{FF2B5EF4-FFF2-40B4-BE49-F238E27FC236}">
                <a16:creationId xmlns:a16="http://schemas.microsoft.com/office/drawing/2014/main" id="{AF801EF8-BB93-4700-8F66-E8E03D5F186B}"/>
              </a:ext>
            </a:extLst>
          </p:cNvPr>
          <p:cNvSpPr/>
          <p:nvPr/>
        </p:nvSpPr>
        <p:spPr>
          <a:xfrm>
            <a:off x="638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9" name="四角形: 角を丸くする 618">
            <a:extLst>
              <a:ext uri="{FF2B5EF4-FFF2-40B4-BE49-F238E27FC236}">
                <a16:creationId xmlns:a16="http://schemas.microsoft.com/office/drawing/2014/main" id="{9CA71E2A-B03E-448B-A240-70A5157C5CD7}"/>
              </a:ext>
            </a:extLst>
          </p:cNvPr>
          <p:cNvSpPr/>
          <p:nvPr/>
        </p:nvSpPr>
        <p:spPr>
          <a:xfrm>
            <a:off x="656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0" name="四角形: 角を丸くする 619">
            <a:extLst>
              <a:ext uri="{FF2B5EF4-FFF2-40B4-BE49-F238E27FC236}">
                <a16:creationId xmlns:a16="http://schemas.microsoft.com/office/drawing/2014/main" id="{CE7F99FA-BEEA-47B8-AFCC-A96D4DE8E988}"/>
              </a:ext>
            </a:extLst>
          </p:cNvPr>
          <p:cNvSpPr/>
          <p:nvPr/>
        </p:nvSpPr>
        <p:spPr>
          <a:xfrm>
            <a:off x="5846059" y="897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1" name="四角形: 角を丸くする 620">
            <a:extLst>
              <a:ext uri="{FF2B5EF4-FFF2-40B4-BE49-F238E27FC236}">
                <a16:creationId xmlns:a16="http://schemas.microsoft.com/office/drawing/2014/main" id="{BEA2E957-70AE-4471-952D-C90DBABBF373}"/>
              </a:ext>
            </a:extLst>
          </p:cNvPr>
          <p:cNvSpPr/>
          <p:nvPr/>
        </p:nvSpPr>
        <p:spPr>
          <a:xfrm>
            <a:off x="602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4" name="四角形: 角を丸くする 623">
            <a:extLst>
              <a:ext uri="{FF2B5EF4-FFF2-40B4-BE49-F238E27FC236}">
                <a16:creationId xmlns:a16="http://schemas.microsoft.com/office/drawing/2014/main" id="{010D5252-AB8F-48DE-B967-ECB8D597B489}"/>
              </a:ext>
            </a:extLst>
          </p:cNvPr>
          <p:cNvSpPr/>
          <p:nvPr/>
        </p:nvSpPr>
        <p:spPr>
          <a:xfrm>
            <a:off x="620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6" name="四角形: 角を丸くする 625">
            <a:extLst>
              <a:ext uri="{FF2B5EF4-FFF2-40B4-BE49-F238E27FC236}">
                <a16:creationId xmlns:a16="http://schemas.microsoft.com/office/drawing/2014/main" id="{402932A6-1EE7-420C-A761-42A5EDBC0975}"/>
              </a:ext>
            </a:extLst>
          </p:cNvPr>
          <p:cNvSpPr/>
          <p:nvPr/>
        </p:nvSpPr>
        <p:spPr>
          <a:xfrm>
            <a:off x="5666059" y="897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9" name="四角形: 角を丸くする 628">
            <a:extLst>
              <a:ext uri="{FF2B5EF4-FFF2-40B4-BE49-F238E27FC236}">
                <a16:creationId xmlns:a16="http://schemas.microsoft.com/office/drawing/2014/main" id="{22E0A24A-1845-454A-B7BD-EE5F819F6C60}"/>
              </a:ext>
            </a:extLst>
          </p:cNvPr>
          <p:cNvSpPr/>
          <p:nvPr/>
        </p:nvSpPr>
        <p:spPr>
          <a:xfrm>
            <a:off x="3101494" y="91850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5" name="四角形: 角を丸くする 634">
            <a:extLst>
              <a:ext uri="{FF2B5EF4-FFF2-40B4-BE49-F238E27FC236}">
                <a16:creationId xmlns:a16="http://schemas.microsoft.com/office/drawing/2014/main" id="{39E5A1FB-15F8-4ED6-A0DE-CCFC5E6B4D1E}"/>
              </a:ext>
            </a:extLst>
          </p:cNvPr>
          <p:cNvSpPr/>
          <p:nvPr/>
        </p:nvSpPr>
        <p:spPr>
          <a:xfrm>
            <a:off x="7002401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9" name="四角形: 角を丸くする 638">
            <a:extLst>
              <a:ext uri="{FF2B5EF4-FFF2-40B4-BE49-F238E27FC236}">
                <a16:creationId xmlns:a16="http://schemas.microsoft.com/office/drawing/2014/main" id="{039246EA-8C22-40C0-A201-C001EF317D2C}"/>
              </a:ext>
            </a:extLst>
          </p:cNvPr>
          <p:cNvSpPr/>
          <p:nvPr/>
        </p:nvSpPr>
        <p:spPr>
          <a:xfrm>
            <a:off x="7362401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0" name="四角形: 角を丸くする 639">
            <a:extLst>
              <a:ext uri="{FF2B5EF4-FFF2-40B4-BE49-F238E27FC236}">
                <a16:creationId xmlns:a16="http://schemas.microsoft.com/office/drawing/2014/main" id="{31E366D9-A6E8-4655-9C45-D96BD3460DEE}"/>
              </a:ext>
            </a:extLst>
          </p:cNvPr>
          <p:cNvSpPr/>
          <p:nvPr/>
        </p:nvSpPr>
        <p:spPr>
          <a:xfrm>
            <a:off x="7182401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3" name="四角形: 角を丸くする 642">
            <a:extLst>
              <a:ext uri="{FF2B5EF4-FFF2-40B4-BE49-F238E27FC236}">
                <a16:creationId xmlns:a16="http://schemas.microsoft.com/office/drawing/2014/main" id="{041EF94E-66E5-4C27-8408-B23CE7A0BA6E}"/>
              </a:ext>
            </a:extLst>
          </p:cNvPr>
          <p:cNvSpPr/>
          <p:nvPr/>
        </p:nvSpPr>
        <p:spPr>
          <a:xfrm>
            <a:off x="440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4" name="四角形: 角を丸くする 643">
            <a:extLst>
              <a:ext uri="{FF2B5EF4-FFF2-40B4-BE49-F238E27FC236}">
                <a16:creationId xmlns:a16="http://schemas.microsoft.com/office/drawing/2014/main" id="{45FDE5D5-ED15-475E-AF2D-83C5F7EDB681}"/>
              </a:ext>
            </a:extLst>
          </p:cNvPr>
          <p:cNvSpPr/>
          <p:nvPr/>
        </p:nvSpPr>
        <p:spPr>
          <a:xfrm>
            <a:off x="458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5" name="四角形: 角を丸くする 644">
            <a:extLst>
              <a:ext uri="{FF2B5EF4-FFF2-40B4-BE49-F238E27FC236}">
                <a16:creationId xmlns:a16="http://schemas.microsoft.com/office/drawing/2014/main" id="{AC9DB1F9-421F-4375-A5D3-189A1F5A9FC3}"/>
              </a:ext>
            </a:extLst>
          </p:cNvPr>
          <p:cNvSpPr/>
          <p:nvPr/>
        </p:nvSpPr>
        <p:spPr>
          <a:xfrm>
            <a:off x="494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6" name="四角形: 角を丸くする 645">
            <a:extLst>
              <a:ext uri="{FF2B5EF4-FFF2-40B4-BE49-F238E27FC236}">
                <a16:creationId xmlns:a16="http://schemas.microsoft.com/office/drawing/2014/main" id="{4FCB8EEC-ED80-43A8-8CFD-7C43582B1C61}"/>
              </a:ext>
            </a:extLst>
          </p:cNvPr>
          <p:cNvSpPr/>
          <p:nvPr/>
        </p:nvSpPr>
        <p:spPr>
          <a:xfrm>
            <a:off x="4408021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7" name="四角形: 角を丸くする 646">
            <a:extLst>
              <a:ext uri="{FF2B5EF4-FFF2-40B4-BE49-F238E27FC236}">
                <a16:creationId xmlns:a16="http://schemas.microsoft.com/office/drawing/2014/main" id="{E0D7E2C9-3B8C-4FDB-8A72-D3460214500E}"/>
              </a:ext>
            </a:extLst>
          </p:cNvPr>
          <p:cNvSpPr/>
          <p:nvPr/>
        </p:nvSpPr>
        <p:spPr>
          <a:xfrm>
            <a:off x="476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8" name="四角形: 角を丸くする 647">
            <a:extLst>
              <a:ext uri="{FF2B5EF4-FFF2-40B4-BE49-F238E27FC236}">
                <a16:creationId xmlns:a16="http://schemas.microsoft.com/office/drawing/2014/main" id="{C1F77053-6A90-497E-8D63-EF900690F9A1}"/>
              </a:ext>
            </a:extLst>
          </p:cNvPr>
          <p:cNvSpPr/>
          <p:nvPr/>
        </p:nvSpPr>
        <p:spPr>
          <a:xfrm>
            <a:off x="512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0" name="四角形: 角を丸くする 649">
            <a:extLst>
              <a:ext uri="{FF2B5EF4-FFF2-40B4-BE49-F238E27FC236}">
                <a16:creationId xmlns:a16="http://schemas.microsoft.com/office/drawing/2014/main" id="{E17347DE-783A-4D10-96E5-366B7C786549}"/>
              </a:ext>
            </a:extLst>
          </p:cNvPr>
          <p:cNvSpPr/>
          <p:nvPr/>
        </p:nvSpPr>
        <p:spPr>
          <a:xfrm>
            <a:off x="530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9" name="四角形: 角を丸くする 658">
            <a:extLst>
              <a:ext uri="{FF2B5EF4-FFF2-40B4-BE49-F238E27FC236}">
                <a16:creationId xmlns:a16="http://schemas.microsoft.com/office/drawing/2014/main" id="{AF654516-9B7E-491F-8AD5-03F403D5390E}"/>
              </a:ext>
            </a:extLst>
          </p:cNvPr>
          <p:cNvSpPr/>
          <p:nvPr/>
        </p:nvSpPr>
        <p:spPr>
          <a:xfrm>
            <a:off x="569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75" name="四角形: 角を丸くする 674">
            <a:extLst>
              <a:ext uri="{FF2B5EF4-FFF2-40B4-BE49-F238E27FC236}">
                <a16:creationId xmlns:a16="http://schemas.microsoft.com/office/drawing/2014/main" id="{934919C3-16F8-44EE-9F48-859501E2C513}"/>
              </a:ext>
            </a:extLst>
          </p:cNvPr>
          <p:cNvSpPr/>
          <p:nvPr/>
        </p:nvSpPr>
        <p:spPr>
          <a:xfrm>
            <a:off x="587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78" name="四角形: 角を丸くする 677">
            <a:extLst>
              <a:ext uri="{FF2B5EF4-FFF2-40B4-BE49-F238E27FC236}">
                <a16:creationId xmlns:a16="http://schemas.microsoft.com/office/drawing/2014/main" id="{40C310A4-DA85-4BA2-A013-7BDFC77F2A3A}"/>
              </a:ext>
            </a:extLst>
          </p:cNvPr>
          <p:cNvSpPr/>
          <p:nvPr/>
        </p:nvSpPr>
        <p:spPr>
          <a:xfrm>
            <a:off x="605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79" name="四角形: 角を丸くする 678">
            <a:extLst>
              <a:ext uri="{FF2B5EF4-FFF2-40B4-BE49-F238E27FC236}">
                <a16:creationId xmlns:a16="http://schemas.microsoft.com/office/drawing/2014/main" id="{29C54B0E-5DF5-4DE3-A6C8-9E43AF6B9CCB}"/>
              </a:ext>
            </a:extLst>
          </p:cNvPr>
          <p:cNvSpPr/>
          <p:nvPr/>
        </p:nvSpPr>
        <p:spPr>
          <a:xfrm>
            <a:off x="623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0" name="四角形: 角を丸くする 679">
            <a:extLst>
              <a:ext uri="{FF2B5EF4-FFF2-40B4-BE49-F238E27FC236}">
                <a16:creationId xmlns:a16="http://schemas.microsoft.com/office/drawing/2014/main" id="{A6A993A2-BEEF-4F81-B299-AB26669EB4F3}"/>
              </a:ext>
            </a:extLst>
          </p:cNvPr>
          <p:cNvSpPr/>
          <p:nvPr/>
        </p:nvSpPr>
        <p:spPr>
          <a:xfrm>
            <a:off x="5696460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1" name="四角形: 角を丸くする 680">
            <a:extLst>
              <a:ext uri="{FF2B5EF4-FFF2-40B4-BE49-F238E27FC236}">
                <a16:creationId xmlns:a16="http://schemas.microsoft.com/office/drawing/2014/main" id="{EECF9461-1C48-4399-8FA3-4C3C8F0AAB2F}"/>
              </a:ext>
            </a:extLst>
          </p:cNvPr>
          <p:cNvSpPr/>
          <p:nvPr/>
        </p:nvSpPr>
        <p:spPr>
          <a:xfrm>
            <a:off x="641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2" name="四角形: 角を丸くする 681">
            <a:extLst>
              <a:ext uri="{FF2B5EF4-FFF2-40B4-BE49-F238E27FC236}">
                <a16:creationId xmlns:a16="http://schemas.microsoft.com/office/drawing/2014/main" id="{860119BB-2A7D-426C-99C0-A6D7A001D741}"/>
              </a:ext>
            </a:extLst>
          </p:cNvPr>
          <p:cNvSpPr/>
          <p:nvPr/>
        </p:nvSpPr>
        <p:spPr>
          <a:xfrm>
            <a:off x="659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3" name="四角形: 角を丸くする 682">
            <a:extLst>
              <a:ext uri="{FF2B5EF4-FFF2-40B4-BE49-F238E27FC236}">
                <a16:creationId xmlns:a16="http://schemas.microsoft.com/office/drawing/2014/main" id="{7182BE98-9867-45E7-B35A-508A39F5E561}"/>
              </a:ext>
            </a:extLst>
          </p:cNvPr>
          <p:cNvSpPr/>
          <p:nvPr/>
        </p:nvSpPr>
        <p:spPr>
          <a:xfrm>
            <a:off x="4403566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4" name="四角形: 角を丸くする 683">
            <a:extLst>
              <a:ext uri="{FF2B5EF4-FFF2-40B4-BE49-F238E27FC236}">
                <a16:creationId xmlns:a16="http://schemas.microsoft.com/office/drawing/2014/main" id="{A0115CD1-25A8-437E-9D19-A6E7F1BDC0FA}"/>
              </a:ext>
            </a:extLst>
          </p:cNvPr>
          <p:cNvSpPr/>
          <p:nvPr/>
        </p:nvSpPr>
        <p:spPr>
          <a:xfrm>
            <a:off x="7005462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5" name="四角形: 角を丸くする 684">
            <a:extLst>
              <a:ext uri="{FF2B5EF4-FFF2-40B4-BE49-F238E27FC236}">
                <a16:creationId xmlns:a16="http://schemas.microsoft.com/office/drawing/2014/main" id="{CB5F4424-F627-44CE-974C-0740FE16ED21}"/>
              </a:ext>
            </a:extLst>
          </p:cNvPr>
          <p:cNvSpPr/>
          <p:nvPr/>
        </p:nvSpPr>
        <p:spPr>
          <a:xfrm>
            <a:off x="8300298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6" name="四角形: 角を丸くする 685">
            <a:extLst>
              <a:ext uri="{FF2B5EF4-FFF2-40B4-BE49-F238E27FC236}">
                <a16:creationId xmlns:a16="http://schemas.microsoft.com/office/drawing/2014/main" id="{52355DBE-5981-4B06-97D9-CE25F149650E}"/>
              </a:ext>
            </a:extLst>
          </p:cNvPr>
          <p:cNvSpPr/>
          <p:nvPr/>
        </p:nvSpPr>
        <p:spPr>
          <a:xfrm>
            <a:off x="569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7" name="四角形: 角を丸くする 686">
            <a:extLst>
              <a:ext uri="{FF2B5EF4-FFF2-40B4-BE49-F238E27FC236}">
                <a16:creationId xmlns:a16="http://schemas.microsoft.com/office/drawing/2014/main" id="{1FFC8AF8-659B-417F-BE9E-9B30E28D2841}"/>
              </a:ext>
            </a:extLst>
          </p:cNvPr>
          <p:cNvSpPr/>
          <p:nvPr/>
        </p:nvSpPr>
        <p:spPr>
          <a:xfrm>
            <a:off x="587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92" name="四角形: 角を丸くする 691">
            <a:extLst>
              <a:ext uri="{FF2B5EF4-FFF2-40B4-BE49-F238E27FC236}">
                <a16:creationId xmlns:a16="http://schemas.microsoft.com/office/drawing/2014/main" id="{CBF3685E-130D-4A78-9722-B84B7EF0DCAE}"/>
              </a:ext>
            </a:extLst>
          </p:cNvPr>
          <p:cNvSpPr/>
          <p:nvPr/>
        </p:nvSpPr>
        <p:spPr>
          <a:xfrm>
            <a:off x="623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97" name="四角形: 角を丸くする 696">
            <a:extLst>
              <a:ext uri="{FF2B5EF4-FFF2-40B4-BE49-F238E27FC236}">
                <a16:creationId xmlns:a16="http://schemas.microsoft.com/office/drawing/2014/main" id="{C75CF8CF-1B79-4207-AAE2-166C9E9093F6}"/>
              </a:ext>
            </a:extLst>
          </p:cNvPr>
          <p:cNvSpPr/>
          <p:nvPr/>
        </p:nvSpPr>
        <p:spPr>
          <a:xfrm>
            <a:off x="605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98" name="四角形: 角を丸くする 697">
            <a:extLst>
              <a:ext uri="{FF2B5EF4-FFF2-40B4-BE49-F238E27FC236}">
                <a16:creationId xmlns:a16="http://schemas.microsoft.com/office/drawing/2014/main" id="{227CEEFF-5DF8-44CB-B33C-F78AD7E74A69}"/>
              </a:ext>
            </a:extLst>
          </p:cNvPr>
          <p:cNvSpPr/>
          <p:nvPr/>
        </p:nvSpPr>
        <p:spPr>
          <a:xfrm>
            <a:off x="641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03" name="四角形: 角を丸くする 702">
            <a:extLst>
              <a:ext uri="{FF2B5EF4-FFF2-40B4-BE49-F238E27FC236}">
                <a16:creationId xmlns:a16="http://schemas.microsoft.com/office/drawing/2014/main" id="{4B3FA22E-1F5F-44F5-9027-2AA2546293AD}"/>
              </a:ext>
            </a:extLst>
          </p:cNvPr>
          <p:cNvSpPr/>
          <p:nvPr/>
        </p:nvSpPr>
        <p:spPr>
          <a:xfrm>
            <a:off x="659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08" name="四角形: 角を丸くする 707">
            <a:extLst>
              <a:ext uri="{FF2B5EF4-FFF2-40B4-BE49-F238E27FC236}">
                <a16:creationId xmlns:a16="http://schemas.microsoft.com/office/drawing/2014/main" id="{EADB90DC-2251-48A9-BC96-1F2147840D0E}"/>
              </a:ext>
            </a:extLst>
          </p:cNvPr>
          <p:cNvSpPr/>
          <p:nvPr/>
        </p:nvSpPr>
        <p:spPr>
          <a:xfrm>
            <a:off x="570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09" name="四角形: 角を丸くする 708">
            <a:extLst>
              <a:ext uri="{FF2B5EF4-FFF2-40B4-BE49-F238E27FC236}">
                <a16:creationId xmlns:a16="http://schemas.microsoft.com/office/drawing/2014/main" id="{51AD2998-C809-4C87-AC10-9ED266068FC8}"/>
              </a:ext>
            </a:extLst>
          </p:cNvPr>
          <p:cNvSpPr/>
          <p:nvPr/>
        </p:nvSpPr>
        <p:spPr>
          <a:xfrm>
            <a:off x="588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0" name="四角形: 角を丸くする 709">
            <a:extLst>
              <a:ext uri="{FF2B5EF4-FFF2-40B4-BE49-F238E27FC236}">
                <a16:creationId xmlns:a16="http://schemas.microsoft.com/office/drawing/2014/main" id="{F01A277F-939F-4806-944D-1C9CEC5E2B0C}"/>
              </a:ext>
            </a:extLst>
          </p:cNvPr>
          <p:cNvSpPr/>
          <p:nvPr/>
        </p:nvSpPr>
        <p:spPr>
          <a:xfrm>
            <a:off x="606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1" name="四角形: 角を丸くする 710">
            <a:extLst>
              <a:ext uri="{FF2B5EF4-FFF2-40B4-BE49-F238E27FC236}">
                <a16:creationId xmlns:a16="http://schemas.microsoft.com/office/drawing/2014/main" id="{B2F5DAC0-77BA-4CC7-AF55-2CC6EE1BD00C}"/>
              </a:ext>
            </a:extLst>
          </p:cNvPr>
          <p:cNvSpPr/>
          <p:nvPr/>
        </p:nvSpPr>
        <p:spPr>
          <a:xfrm>
            <a:off x="624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3" name="四角形: 角を丸くする 712">
            <a:extLst>
              <a:ext uri="{FF2B5EF4-FFF2-40B4-BE49-F238E27FC236}">
                <a16:creationId xmlns:a16="http://schemas.microsoft.com/office/drawing/2014/main" id="{C7BE84B8-A5AE-436F-909B-094E096AB436}"/>
              </a:ext>
            </a:extLst>
          </p:cNvPr>
          <p:cNvSpPr/>
          <p:nvPr/>
        </p:nvSpPr>
        <p:spPr>
          <a:xfrm>
            <a:off x="476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4" name="四角形: 角を丸くする 713">
            <a:extLst>
              <a:ext uri="{FF2B5EF4-FFF2-40B4-BE49-F238E27FC236}">
                <a16:creationId xmlns:a16="http://schemas.microsoft.com/office/drawing/2014/main" id="{78D6EE80-491B-4023-A439-EBE9C0B0A5A9}"/>
              </a:ext>
            </a:extLst>
          </p:cNvPr>
          <p:cNvSpPr/>
          <p:nvPr/>
        </p:nvSpPr>
        <p:spPr>
          <a:xfrm>
            <a:off x="512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5" name="四角形: 角を丸くする 714">
            <a:extLst>
              <a:ext uri="{FF2B5EF4-FFF2-40B4-BE49-F238E27FC236}">
                <a16:creationId xmlns:a16="http://schemas.microsoft.com/office/drawing/2014/main" id="{35E1A8AB-0112-4D4F-9108-A6F58BFE98F2}"/>
              </a:ext>
            </a:extLst>
          </p:cNvPr>
          <p:cNvSpPr/>
          <p:nvPr/>
        </p:nvSpPr>
        <p:spPr>
          <a:xfrm>
            <a:off x="530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6" name="四角形: 角を丸くする 715">
            <a:extLst>
              <a:ext uri="{FF2B5EF4-FFF2-40B4-BE49-F238E27FC236}">
                <a16:creationId xmlns:a16="http://schemas.microsoft.com/office/drawing/2014/main" id="{EBB38C1B-BA61-4600-9481-DA75B53FE151}"/>
              </a:ext>
            </a:extLst>
          </p:cNvPr>
          <p:cNvSpPr/>
          <p:nvPr/>
        </p:nvSpPr>
        <p:spPr>
          <a:xfrm>
            <a:off x="440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7" name="四角形: 角を丸くする 716">
            <a:extLst>
              <a:ext uri="{FF2B5EF4-FFF2-40B4-BE49-F238E27FC236}">
                <a16:creationId xmlns:a16="http://schemas.microsoft.com/office/drawing/2014/main" id="{5823EB68-2700-4BB9-AAB9-B62A71C2632C}"/>
              </a:ext>
            </a:extLst>
          </p:cNvPr>
          <p:cNvSpPr/>
          <p:nvPr/>
        </p:nvSpPr>
        <p:spPr>
          <a:xfrm>
            <a:off x="458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8" name="四角形: 角を丸くする 717">
            <a:extLst>
              <a:ext uri="{FF2B5EF4-FFF2-40B4-BE49-F238E27FC236}">
                <a16:creationId xmlns:a16="http://schemas.microsoft.com/office/drawing/2014/main" id="{CE419A2E-4DD8-49B4-8D0B-E831D2DD9C30}"/>
              </a:ext>
            </a:extLst>
          </p:cNvPr>
          <p:cNvSpPr/>
          <p:nvPr/>
        </p:nvSpPr>
        <p:spPr>
          <a:xfrm>
            <a:off x="494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9" name="四角形: 角を丸くする 718">
            <a:extLst>
              <a:ext uri="{FF2B5EF4-FFF2-40B4-BE49-F238E27FC236}">
                <a16:creationId xmlns:a16="http://schemas.microsoft.com/office/drawing/2014/main" id="{915C58AE-25D5-44DA-AD6D-187BB6012B84}"/>
              </a:ext>
            </a:extLst>
          </p:cNvPr>
          <p:cNvSpPr/>
          <p:nvPr/>
        </p:nvSpPr>
        <p:spPr>
          <a:xfrm>
            <a:off x="773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0" name="四角形: 角を丸くする 719">
            <a:extLst>
              <a:ext uri="{FF2B5EF4-FFF2-40B4-BE49-F238E27FC236}">
                <a16:creationId xmlns:a16="http://schemas.microsoft.com/office/drawing/2014/main" id="{2DF9FB57-7300-4B49-B2AD-6C7C94514387}"/>
              </a:ext>
            </a:extLst>
          </p:cNvPr>
          <p:cNvSpPr/>
          <p:nvPr/>
        </p:nvSpPr>
        <p:spPr>
          <a:xfrm>
            <a:off x="701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1" name="四角形: 角を丸くする 720">
            <a:extLst>
              <a:ext uri="{FF2B5EF4-FFF2-40B4-BE49-F238E27FC236}">
                <a16:creationId xmlns:a16="http://schemas.microsoft.com/office/drawing/2014/main" id="{0CA153CB-114C-4F9B-A6A6-1767AD9DB66B}"/>
              </a:ext>
            </a:extLst>
          </p:cNvPr>
          <p:cNvSpPr/>
          <p:nvPr/>
        </p:nvSpPr>
        <p:spPr>
          <a:xfrm>
            <a:off x="719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2" name="四角形: 角を丸くする 721">
            <a:extLst>
              <a:ext uri="{FF2B5EF4-FFF2-40B4-BE49-F238E27FC236}">
                <a16:creationId xmlns:a16="http://schemas.microsoft.com/office/drawing/2014/main" id="{0246A82C-BFBA-4EBF-A214-C98AEAEB9961}"/>
              </a:ext>
            </a:extLst>
          </p:cNvPr>
          <p:cNvSpPr/>
          <p:nvPr/>
        </p:nvSpPr>
        <p:spPr>
          <a:xfrm>
            <a:off x="737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3" name="四角形: 角を丸くする 722">
            <a:extLst>
              <a:ext uri="{FF2B5EF4-FFF2-40B4-BE49-F238E27FC236}">
                <a16:creationId xmlns:a16="http://schemas.microsoft.com/office/drawing/2014/main" id="{8E45580C-11AC-48BD-A606-D175741CF4C3}"/>
              </a:ext>
            </a:extLst>
          </p:cNvPr>
          <p:cNvSpPr/>
          <p:nvPr/>
        </p:nvSpPr>
        <p:spPr>
          <a:xfrm>
            <a:off x="755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4" name="四角形: 角を丸くする 723">
            <a:extLst>
              <a:ext uri="{FF2B5EF4-FFF2-40B4-BE49-F238E27FC236}">
                <a16:creationId xmlns:a16="http://schemas.microsoft.com/office/drawing/2014/main" id="{9B0D30C0-04AF-4027-A3F9-D1AC46D78E0A}"/>
              </a:ext>
            </a:extLst>
          </p:cNvPr>
          <p:cNvSpPr/>
          <p:nvPr/>
        </p:nvSpPr>
        <p:spPr>
          <a:xfrm>
            <a:off x="3101000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5" name="四角形: 角を丸くする 724">
            <a:extLst>
              <a:ext uri="{FF2B5EF4-FFF2-40B4-BE49-F238E27FC236}">
                <a16:creationId xmlns:a16="http://schemas.microsoft.com/office/drawing/2014/main" id="{C9A1BD6F-0758-40AD-B4FC-6451E4AEEF3B}"/>
              </a:ext>
            </a:extLst>
          </p:cNvPr>
          <p:cNvSpPr/>
          <p:nvPr/>
        </p:nvSpPr>
        <p:spPr>
          <a:xfrm>
            <a:off x="3101000" y="63165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6" name="四角形: 角を丸くする 725">
            <a:extLst>
              <a:ext uri="{FF2B5EF4-FFF2-40B4-BE49-F238E27FC236}">
                <a16:creationId xmlns:a16="http://schemas.microsoft.com/office/drawing/2014/main" id="{D9333730-F788-4D84-81D4-0D567F3C8CAD}"/>
              </a:ext>
            </a:extLst>
          </p:cNvPr>
          <p:cNvSpPr/>
          <p:nvPr/>
        </p:nvSpPr>
        <p:spPr>
          <a:xfrm>
            <a:off x="4408021" y="63165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7" name="四角形: 角を丸くする 726">
            <a:extLst>
              <a:ext uri="{FF2B5EF4-FFF2-40B4-BE49-F238E27FC236}">
                <a16:creationId xmlns:a16="http://schemas.microsoft.com/office/drawing/2014/main" id="{7080504D-C637-4C62-85B2-10EA28EB83F2}"/>
              </a:ext>
            </a:extLst>
          </p:cNvPr>
          <p:cNvSpPr/>
          <p:nvPr/>
        </p:nvSpPr>
        <p:spPr>
          <a:xfrm>
            <a:off x="4588021" y="63165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8" name="四角形: 角を丸くする 727">
            <a:extLst>
              <a:ext uri="{FF2B5EF4-FFF2-40B4-BE49-F238E27FC236}">
                <a16:creationId xmlns:a16="http://schemas.microsoft.com/office/drawing/2014/main" id="{DC7AA1DF-1230-48DA-9D7D-B0CCDC070F60}"/>
              </a:ext>
            </a:extLst>
          </p:cNvPr>
          <p:cNvSpPr/>
          <p:nvPr/>
        </p:nvSpPr>
        <p:spPr>
          <a:xfrm>
            <a:off x="5708984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9" name="四角形: 角を丸くする 728">
            <a:extLst>
              <a:ext uri="{FF2B5EF4-FFF2-40B4-BE49-F238E27FC236}">
                <a16:creationId xmlns:a16="http://schemas.microsoft.com/office/drawing/2014/main" id="{297CACA2-501D-457B-802A-1F69245E8267}"/>
              </a:ext>
            </a:extLst>
          </p:cNvPr>
          <p:cNvSpPr/>
          <p:nvPr/>
        </p:nvSpPr>
        <p:spPr>
          <a:xfrm>
            <a:off x="5888984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0" name="四角形: 角を丸くする 729">
            <a:extLst>
              <a:ext uri="{FF2B5EF4-FFF2-40B4-BE49-F238E27FC236}">
                <a16:creationId xmlns:a16="http://schemas.microsoft.com/office/drawing/2014/main" id="{11515A9E-2F8C-46B2-9644-6F572743A834}"/>
              </a:ext>
            </a:extLst>
          </p:cNvPr>
          <p:cNvSpPr/>
          <p:nvPr/>
        </p:nvSpPr>
        <p:spPr>
          <a:xfrm>
            <a:off x="736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1" name="四角形: 角を丸くする 730">
            <a:extLst>
              <a:ext uri="{FF2B5EF4-FFF2-40B4-BE49-F238E27FC236}">
                <a16:creationId xmlns:a16="http://schemas.microsoft.com/office/drawing/2014/main" id="{052459B8-C377-4824-98EE-422DD5BC749C}"/>
              </a:ext>
            </a:extLst>
          </p:cNvPr>
          <p:cNvSpPr/>
          <p:nvPr/>
        </p:nvSpPr>
        <p:spPr>
          <a:xfrm>
            <a:off x="7182058" y="610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2" name="四角形: 角を丸くする 731">
            <a:extLst>
              <a:ext uri="{FF2B5EF4-FFF2-40B4-BE49-F238E27FC236}">
                <a16:creationId xmlns:a16="http://schemas.microsoft.com/office/drawing/2014/main" id="{0EFF3696-E97B-4C98-B7C2-C6A42356C34D}"/>
              </a:ext>
            </a:extLst>
          </p:cNvPr>
          <p:cNvSpPr/>
          <p:nvPr/>
        </p:nvSpPr>
        <p:spPr>
          <a:xfrm>
            <a:off x="754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3" name="四角形: 角を丸くする 732">
            <a:extLst>
              <a:ext uri="{FF2B5EF4-FFF2-40B4-BE49-F238E27FC236}">
                <a16:creationId xmlns:a16="http://schemas.microsoft.com/office/drawing/2014/main" id="{6CCE6696-0E81-46D9-8145-254BD10B41F3}"/>
              </a:ext>
            </a:extLst>
          </p:cNvPr>
          <p:cNvSpPr/>
          <p:nvPr/>
        </p:nvSpPr>
        <p:spPr>
          <a:xfrm>
            <a:off x="718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4" name="四角形: 角を丸くする 733">
            <a:extLst>
              <a:ext uri="{FF2B5EF4-FFF2-40B4-BE49-F238E27FC236}">
                <a16:creationId xmlns:a16="http://schemas.microsoft.com/office/drawing/2014/main" id="{2E8D5C6F-7F5E-4CE2-A142-5796867ABC58}"/>
              </a:ext>
            </a:extLst>
          </p:cNvPr>
          <p:cNvSpPr/>
          <p:nvPr/>
        </p:nvSpPr>
        <p:spPr>
          <a:xfrm>
            <a:off x="700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5" name="四角形: 角を丸くする 734">
            <a:extLst>
              <a:ext uri="{FF2B5EF4-FFF2-40B4-BE49-F238E27FC236}">
                <a16:creationId xmlns:a16="http://schemas.microsoft.com/office/drawing/2014/main" id="{7B4F6D05-6534-4E7B-9950-A35FF70273A6}"/>
              </a:ext>
            </a:extLst>
          </p:cNvPr>
          <p:cNvSpPr/>
          <p:nvPr/>
        </p:nvSpPr>
        <p:spPr>
          <a:xfrm>
            <a:off x="772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6" name="四角形: 角を丸くする 735">
            <a:extLst>
              <a:ext uri="{FF2B5EF4-FFF2-40B4-BE49-F238E27FC236}">
                <a16:creationId xmlns:a16="http://schemas.microsoft.com/office/drawing/2014/main" id="{7AAC34CE-1437-42E2-8C26-83C4B74603CB}"/>
              </a:ext>
            </a:extLst>
          </p:cNvPr>
          <p:cNvSpPr/>
          <p:nvPr/>
        </p:nvSpPr>
        <p:spPr>
          <a:xfrm>
            <a:off x="7002058" y="610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7" name="四角形: 角を丸くする 736">
            <a:extLst>
              <a:ext uri="{FF2B5EF4-FFF2-40B4-BE49-F238E27FC236}">
                <a16:creationId xmlns:a16="http://schemas.microsoft.com/office/drawing/2014/main" id="{A9F39E85-469B-4D75-8F9A-B5329B251AF3}"/>
              </a:ext>
            </a:extLst>
          </p:cNvPr>
          <p:cNvSpPr/>
          <p:nvPr/>
        </p:nvSpPr>
        <p:spPr>
          <a:xfrm>
            <a:off x="790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8" name="四角形: 角を丸くする 737">
            <a:extLst>
              <a:ext uri="{FF2B5EF4-FFF2-40B4-BE49-F238E27FC236}">
                <a16:creationId xmlns:a16="http://schemas.microsoft.com/office/drawing/2014/main" id="{9AE5AF01-554D-4BB6-8362-063117BCD0DE}"/>
              </a:ext>
            </a:extLst>
          </p:cNvPr>
          <p:cNvSpPr/>
          <p:nvPr/>
        </p:nvSpPr>
        <p:spPr>
          <a:xfrm>
            <a:off x="7362058" y="610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9" name="四角形: 角を丸くする 738">
            <a:extLst>
              <a:ext uri="{FF2B5EF4-FFF2-40B4-BE49-F238E27FC236}">
                <a16:creationId xmlns:a16="http://schemas.microsoft.com/office/drawing/2014/main" id="{EDC09558-BFC3-41A3-827F-376A0484F671}"/>
              </a:ext>
            </a:extLst>
          </p:cNvPr>
          <p:cNvSpPr/>
          <p:nvPr/>
        </p:nvSpPr>
        <p:spPr>
          <a:xfrm>
            <a:off x="8325546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0" name="四角形: 角を丸くする 739">
            <a:extLst>
              <a:ext uri="{FF2B5EF4-FFF2-40B4-BE49-F238E27FC236}">
                <a16:creationId xmlns:a16="http://schemas.microsoft.com/office/drawing/2014/main" id="{F94BD85D-351A-4526-BB4C-B9CCDB1CD07A}"/>
              </a:ext>
            </a:extLst>
          </p:cNvPr>
          <p:cNvSpPr/>
          <p:nvPr/>
        </p:nvSpPr>
        <p:spPr>
          <a:xfrm>
            <a:off x="4420978" y="27619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1" name="四角形: 角を丸くする 740">
            <a:extLst>
              <a:ext uri="{FF2B5EF4-FFF2-40B4-BE49-F238E27FC236}">
                <a16:creationId xmlns:a16="http://schemas.microsoft.com/office/drawing/2014/main" id="{A91933D1-BBD4-4DA9-9857-B143209EC2DE}"/>
              </a:ext>
            </a:extLst>
          </p:cNvPr>
          <p:cNvSpPr/>
          <p:nvPr/>
        </p:nvSpPr>
        <p:spPr>
          <a:xfrm>
            <a:off x="4780978" y="27619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2" name="四角形: 角を丸くする 741">
            <a:extLst>
              <a:ext uri="{FF2B5EF4-FFF2-40B4-BE49-F238E27FC236}">
                <a16:creationId xmlns:a16="http://schemas.microsoft.com/office/drawing/2014/main" id="{19C72D38-F0C3-49CE-9750-A1148E965F78}"/>
              </a:ext>
            </a:extLst>
          </p:cNvPr>
          <p:cNvSpPr/>
          <p:nvPr/>
        </p:nvSpPr>
        <p:spPr>
          <a:xfrm>
            <a:off x="4600978" y="27619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5" name="四角形: 角を丸くする 744">
            <a:extLst>
              <a:ext uri="{FF2B5EF4-FFF2-40B4-BE49-F238E27FC236}">
                <a16:creationId xmlns:a16="http://schemas.microsoft.com/office/drawing/2014/main" id="{E1F0FCAF-F681-4F24-984F-E2A6630019A8}"/>
              </a:ext>
            </a:extLst>
          </p:cNvPr>
          <p:cNvSpPr/>
          <p:nvPr/>
        </p:nvSpPr>
        <p:spPr>
          <a:xfrm>
            <a:off x="4960978" y="27619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7" name="四角形: 角を丸くする 746">
            <a:extLst>
              <a:ext uri="{FF2B5EF4-FFF2-40B4-BE49-F238E27FC236}">
                <a16:creationId xmlns:a16="http://schemas.microsoft.com/office/drawing/2014/main" id="{047140BC-5614-4542-B95E-73815C28ADEF}"/>
              </a:ext>
            </a:extLst>
          </p:cNvPr>
          <p:cNvSpPr/>
          <p:nvPr/>
        </p:nvSpPr>
        <p:spPr>
          <a:xfrm>
            <a:off x="7182058" y="27619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8" name="四角形: 角を丸くする 747">
            <a:extLst>
              <a:ext uri="{FF2B5EF4-FFF2-40B4-BE49-F238E27FC236}">
                <a16:creationId xmlns:a16="http://schemas.microsoft.com/office/drawing/2014/main" id="{857CF7BF-910F-4EDE-8066-3080D038AB67}"/>
              </a:ext>
            </a:extLst>
          </p:cNvPr>
          <p:cNvSpPr/>
          <p:nvPr/>
        </p:nvSpPr>
        <p:spPr>
          <a:xfrm>
            <a:off x="7002058" y="27619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0" name="四角形: 角を丸くする 749">
            <a:extLst>
              <a:ext uri="{FF2B5EF4-FFF2-40B4-BE49-F238E27FC236}">
                <a16:creationId xmlns:a16="http://schemas.microsoft.com/office/drawing/2014/main" id="{A559ED0E-5DAE-4483-BF26-72255E70203A}"/>
              </a:ext>
            </a:extLst>
          </p:cNvPr>
          <p:cNvSpPr/>
          <p:nvPr/>
        </p:nvSpPr>
        <p:spPr>
          <a:xfrm>
            <a:off x="3112208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3" name="四角形: 角を丸くする 752">
            <a:extLst>
              <a:ext uri="{FF2B5EF4-FFF2-40B4-BE49-F238E27FC236}">
                <a16:creationId xmlns:a16="http://schemas.microsoft.com/office/drawing/2014/main" id="{E02B11C5-42A4-4B29-88CB-C38990FDD9A5}"/>
              </a:ext>
            </a:extLst>
          </p:cNvPr>
          <p:cNvSpPr/>
          <p:nvPr/>
        </p:nvSpPr>
        <p:spPr>
          <a:xfrm>
            <a:off x="4403566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4" name="四角形: 角を丸くする 753">
            <a:extLst>
              <a:ext uri="{FF2B5EF4-FFF2-40B4-BE49-F238E27FC236}">
                <a16:creationId xmlns:a16="http://schemas.microsoft.com/office/drawing/2014/main" id="{EDB7774C-F40E-4F0B-AAB2-5A465837B0F3}"/>
              </a:ext>
            </a:extLst>
          </p:cNvPr>
          <p:cNvSpPr/>
          <p:nvPr/>
        </p:nvSpPr>
        <p:spPr>
          <a:xfrm>
            <a:off x="8314237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5" name="四角形: 角を丸くする 754">
            <a:extLst>
              <a:ext uri="{FF2B5EF4-FFF2-40B4-BE49-F238E27FC236}">
                <a16:creationId xmlns:a16="http://schemas.microsoft.com/office/drawing/2014/main" id="{AD14C832-899D-42F9-B5C4-EE4F0362ECDB}"/>
              </a:ext>
            </a:extLst>
          </p:cNvPr>
          <p:cNvSpPr/>
          <p:nvPr/>
        </p:nvSpPr>
        <p:spPr>
          <a:xfrm>
            <a:off x="8494237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6" name="四角形: 角を丸くする 755">
            <a:extLst>
              <a:ext uri="{FF2B5EF4-FFF2-40B4-BE49-F238E27FC236}">
                <a16:creationId xmlns:a16="http://schemas.microsoft.com/office/drawing/2014/main" id="{E60C1B98-35D9-4C9A-86E0-2DC47EB4AEE4}"/>
              </a:ext>
            </a:extLst>
          </p:cNvPr>
          <p:cNvSpPr/>
          <p:nvPr/>
        </p:nvSpPr>
        <p:spPr>
          <a:xfrm>
            <a:off x="311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7" name="四角形: 角を丸くする 756">
            <a:extLst>
              <a:ext uri="{FF2B5EF4-FFF2-40B4-BE49-F238E27FC236}">
                <a16:creationId xmlns:a16="http://schemas.microsoft.com/office/drawing/2014/main" id="{C15BA473-4526-48F9-BE75-5EF8742A3275}"/>
              </a:ext>
            </a:extLst>
          </p:cNvPr>
          <p:cNvSpPr/>
          <p:nvPr/>
        </p:nvSpPr>
        <p:spPr>
          <a:xfrm>
            <a:off x="329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8" name="四角形: 角を丸くする 757">
            <a:extLst>
              <a:ext uri="{FF2B5EF4-FFF2-40B4-BE49-F238E27FC236}">
                <a16:creationId xmlns:a16="http://schemas.microsoft.com/office/drawing/2014/main" id="{BFD5B55F-5EB4-450C-B3F2-391A1F688BF2}"/>
              </a:ext>
            </a:extLst>
          </p:cNvPr>
          <p:cNvSpPr/>
          <p:nvPr/>
        </p:nvSpPr>
        <p:spPr>
          <a:xfrm>
            <a:off x="347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9" name="四角形: 角を丸くする 758">
            <a:extLst>
              <a:ext uri="{FF2B5EF4-FFF2-40B4-BE49-F238E27FC236}">
                <a16:creationId xmlns:a16="http://schemas.microsoft.com/office/drawing/2014/main" id="{4DFB3949-967D-40B0-B30E-7CFBE920565E}"/>
              </a:ext>
            </a:extLst>
          </p:cNvPr>
          <p:cNvSpPr/>
          <p:nvPr/>
        </p:nvSpPr>
        <p:spPr>
          <a:xfrm>
            <a:off x="365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0" name="四角形: 角を丸くする 759">
            <a:extLst>
              <a:ext uri="{FF2B5EF4-FFF2-40B4-BE49-F238E27FC236}">
                <a16:creationId xmlns:a16="http://schemas.microsoft.com/office/drawing/2014/main" id="{A312DBDF-CF78-48E7-8662-CE52FCC8D3BD}"/>
              </a:ext>
            </a:extLst>
          </p:cNvPr>
          <p:cNvSpPr/>
          <p:nvPr/>
        </p:nvSpPr>
        <p:spPr>
          <a:xfrm>
            <a:off x="4403566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1" name="四角形: 角を丸くする 760">
            <a:extLst>
              <a:ext uri="{FF2B5EF4-FFF2-40B4-BE49-F238E27FC236}">
                <a16:creationId xmlns:a16="http://schemas.microsoft.com/office/drawing/2014/main" id="{5C4A17DE-14DE-414C-BE75-D6C2DD8ED644}"/>
              </a:ext>
            </a:extLst>
          </p:cNvPr>
          <p:cNvSpPr/>
          <p:nvPr/>
        </p:nvSpPr>
        <p:spPr>
          <a:xfrm>
            <a:off x="4583566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2" name="四角形: 角を丸くする 761">
            <a:extLst>
              <a:ext uri="{FF2B5EF4-FFF2-40B4-BE49-F238E27FC236}">
                <a16:creationId xmlns:a16="http://schemas.microsoft.com/office/drawing/2014/main" id="{EA2426F2-ACDA-4979-8594-E83BE06C05FE}"/>
              </a:ext>
            </a:extLst>
          </p:cNvPr>
          <p:cNvSpPr/>
          <p:nvPr/>
        </p:nvSpPr>
        <p:spPr>
          <a:xfrm>
            <a:off x="4763566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3" name="四角形: 角を丸くする 762">
            <a:extLst>
              <a:ext uri="{FF2B5EF4-FFF2-40B4-BE49-F238E27FC236}">
                <a16:creationId xmlns:a16="http://schemas.microsoft.com/office/drawing/2014/main" id="{D78C397C-55A6-4654-A5A5-D7E2BED44968}"/>
              </a:ext>
            </a:extLst>
          </p:cNvPr>
          <p:cNvSpPr/>
          <p:nvPr/>
        </p:nvSpPr>
        <p:spPr>
          <a:xfrm>
            <a:off x="5701242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4" name="四角形: 角を丸くする 763">
            <a:extLst>
              <a:ext uri="{FF2B5EF4-FFF2-40B4-BE49-F238E27FC236}">
                <a16:creationId xmlns:a16="http://schemas.microsoft.com/office/drawing/2014/main" id="{C42DA0F1-E25D-45E3-BD4F-0645EAF379F0}"/>
              </a:ext>
            </a:extLst>
          </p:cNvPr>
          <p:cNvSpPr/>
          <p:nvPr/>
        </p:nvSpPr>
        <p:spPr>
          <a:xfrm>
            <a:off x="5881242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5" name="四角形: 角を丸くする 764">
            <a:extLst>
              <a:ext uri="{FF2B5EF4-FFF2-40B4-BE49-F238E27FC236}">
                <a16:creationId xmlns:a16="http://schemas.microsoft.com/office/drawing/2014/main" id="{5340FEB0-7620-41CA-B8EA-F2B5AF3DE268}"/>
              </a:ext>
            </a:extLst>
          </p:cNvPr>
          <p:cNvSpPr/>
          <p:nvPr/>
        </p:nvSpPr>
        <p:spPr>
          <a:xfrm>
            <a:off x="700205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6" name="四角形: 角を丸くする 765">
            <a:extLst>
              <a:ext uri="{FF2B5EF4-FFF2-40B4-BE49-F238E27FC236}">
                <a16:creationId xmlns:a16="http://schemas.microsoft.com/office/drawing/2014/main" id="{E8CC2A67-9BD3-4D62-B5F4-69721EC6731C}"/>
              </a:ext>
            </a:extLst>
          </p:cNvPr>
          <p:cNvSpPr/>
          <p:nvPr/>
        </p:nvSpPr>
        <p:spPr>
          <a:xfrm>
            <a:off x="4409980" y="15947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7" name="四角形: 角を丸くする 766">
            <a:extLst>
              <a:ext uri="{FF2B5EF4-FFF2-40B4-BE49-F238E27FC236}">
                <a16:creationId xmlns:a16="http://schemas.microsoft.com/office/drawing/2014/main" id="{01E2E5D9-F7D2-422B-9E14-2200D051A718}"/>
              </a:ext>
            </a:extLst>
          </p:cNvPr>
          <p:cNvSpPr/>
          <p:nvPr/>
        </p:nvSpPr>
        <p:spPr>
          <a:xfrm>
            <a:off x="4589980" y="15947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8" name="四角形: 角を丸くする 767">
            <a:extLst>
              <a:ext uri="{FF2B5EF4-FFF2-40B4-BE49-F238E27FC236}">
                <a16:creationId xmlns:a16="http://schemas.microsoft.com/office/drawing/2014/main" id="{68FE8AC4-AEAA-4443-916C-EFD46D95C0E0}"/>
              </a:ext>
            </a:extLst>
          </p:cNvPr>
          <p:cNvSpPr/>
          <p:nvPr/>
        </p:nvSpPr>
        <p:spPr>
          <a:xfrm>
            <a:off x="4409980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9" name="四角形: 角を丸くする 768">
            <a:extLst>
              <a:ext uri="{FF2B5EF4-FFF2-40B4-BE49-F238E27FC236}">
                <a16:creationId xmlns:a16="http://schemas.microsoft.com/office/drawing/2014/main" id="{4FE1E952-C8E6-452B-B327-C7C207A2FF58}"/>
              </a:ext>
            </a:extLst>
          </p:cNvPr>
          <p:cNvSpPr/>
          <p:nvPr/>
        </p:nvSpPr>
        <p:spPr>
          <a:xfrm>
            <a:off x="4589980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0" name="四角形: 角を丸くする 769">
            <a:extLst>
              <a:ext uri="{FF2B5EF4-FFF2-40B4-BE49-F238E27FC236}">
                <a16:creationId xmlns:a16="http://schemas.microsoft.com/office/drawing/2014/main" id="{B30F6D9B-4414-4C44-865C-9A0A7C59B2E7}"/>
              </a:ext>
            </a:extLst>
          </p:cNvPr>
          <p:cNvSpPr/>
          <p:nvPr/>
        </p:nvSpPr>
        <p:spPr>
          <a:xfrm>
            <a:off x="570274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1" name="四角形: 角を丸くする 770">
            <a:extLst>
              <a:ext uri="{FF2B5EF4-FFF2-40B4-BE49-F238E27FC236}">
                <a16:creationId xmlns:a16="http://schemas.microsoft.com/office/drawing/2014/main" id="{6B6652B4-1CD5-4955-BE91-285841FDC4E9}"/>
              </a:ext>
            </a:extLst>
          </p:cNvPr>
          <p:cNvSpPr/>
          <p:nvPr/>
        </p:nvSpPr>
        <p:spPr>
          <a:xfrm>
            <a:off x="588274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2" name="四角形: 角を丸くする 771">
            <a:extLst>
              <a:ext uri="{FF2B5EF4-FFF2-40B4-BE49-F238E27FC236}">
                <a16:creationId xmlns:a16="http://schemas.microsoft.com/office/drawing/2014/main" id="{2B6F1AE9-24A7-4791-B771-260251113CDA}"/>
              </a:ext>
            </a:extLst>
          </p:cNvPr>
          <p:cNvSpPr/>
          <p:nvPr/>
        </p:nvSpPr>
        <p:spPr>
          <a:xfrm>
            <a:off x="8321379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3" name="四角形: 角を丸くする 772">
            <a:extLst>
              <a:ext uri="{FF2B5EF4-FFF2-40B4-BE49-F238E27FC236}">
                <a16:creationId xmlns:a16="http://schemas.microsoft.com/office/drawing/2014/main" id="{DAA71C5A-56A9-4742-8888-9B50356AF079}"/>
              </a:ext>
            </a:extLst>
          </p:cNvPr>
          <p:cNvSpPr/>
          <p:nvPr/>
        </p:nvSpPr>
        <p:spPr>
          <a:xfrm>
            <a:off x="700205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4" name="四角形: 角を丸くする 773">
            <a:extLst>
              <a:ext uri="{FF2B5EF4-FFF2-40B4-BE49-F238E27FC236}">
                <a16:creationId xmlns:a16="http://schemas.microsoft.com/office/drawing/2014/main" id="{EC2747E7-97D7-44AC-9768-B8D194E16952}"/>
              </a:ext>
            </a:extLst>
          </p:cNvPr>
          <p:cNvSpPr/>
          <p:nvPr/>
        </p:nvSpPr>
        <p:spPr>
          <a:xfrm>
            <a:off x="718205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5" name="四角形: 角を丸くする 774">
            <a:extLst>
              <a:ext uri="{FF2B5EF4-FFF2-40B4-BE49-F238E27FC236}">
                <a16:creationId xmlns:a16="http://schemas.microsoft.com/office/drawing/2014/main" id="{C4A7C47C-56A3-4CD8-95DD-E91AB266A349}"/>
              </a:ext>
            </a:extLst>
          </p:cNvPr>
          <p:cNvSpPr/>
          <p:nvPr/>
        </p:nvSpPr>
        <p:spPr>
          <a:xfrm>
            <a:off x="3112208" y="47384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6" name="四角形: 角を丸くする 775">
            <a:extLst>
              <a:ext uri="{FF2B5EF4-FFF2-40B4-BE49-F238E27FC236}">
                <a16:creationId xmlns:a16="http://schemas.microsoft.com/office/drawing/2014/main" id="{89B97484-DD13-48C9-8440-D3758F7B146B}"/>
              </a:ext>
            </a:extLst>
          </p:cNvPr>
          <p:cNvSpPr/>
          <p:nvPr/>
        </p:nvSpPr>
        <p:spPr>
          <a:xfrm>
            <a:off x="3292208" y="47384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7" name="四角形: 角を丸くする 776">
            <a:extLst>
              <a:ext uri="{FF2B5EF4-FFF2-40B4-BE49-F238E27FC236}">
                <a16:creationId xmlns:a16="http://schemas.microsoft.com/office/drawing/2014/main" id="{49ADA06E-64D0-4D18-AF87-CEF5E12E31B1}"/>
              </a:ext>
            </a:extLst>
          </p:cNvPr>
          <p:cNvSpPr/>
          <p:nvPr/>
        </p:nvSpPr>
        <p:spPr>
          <a:xfrm>
            <a:off x="5702748" y="47384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8" name="四角形: 角を丸くする 777">
            <a:extLst>
              <a:ext uri="{FF2B5EF4-FFF2-40B4-BE49-F238E27FC236}">
                <a16:creationId xmlns:a16="http://schemas.microsoft.com/office/drawing/2014/main" id="{6D9606B9-505B-4238-98B5-7A1B35D2F909}"/>
              </a:ext>
            </a:extLst>
          </p:cNvPr>
          <p:cNvSpPr/>
          <p:nvPr/>
        </p:nvSpPr>
        <p:spPr>
          <a:xfrm>
            <a:off x="990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9" name="四角形: 角を丸くする 778">
            <a:extLst>
              <a:ext uri="{FF2B5EF4-FFF2-40B4-BE49-F238E27FC236}">
                <a16:creationId xmlns:a16="http://schemas.microsoft.com/office/drawing/2014/main" id="{98E063E9-1E12-4A43-AEBB-9FD782204CE9}"/>
              </a:ext>
            </a:extLst>
          </p:cNvPr>
          <p:cNvSpPr/>
          <p:nvPr/>
        </p:nvSpPr>
        <p:spPr>
          <a:xfrm>
            <a:off x="1044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1" name="四角形: 角を丸くする 780">
            <a:extLst>
              <a:ext uri="{FF2B5EF4-FFF2-40B4-BE49-F238E27FC236}">
                <a16:creationId xmlns:a16="http://schemas.microsoft.com/office/drawing/2014/main" id="{271F8800-023B-4822-8EC3-6A0050948F58}"/>
              </a:ext>
            </a:extLst>
          </p:cNvPr>
          <p:cNvSpPr/>
          <p:nvPr/>
        </p:nvSpPr>
        <p:spPr>
          <a:xfrm>
            <a:off x="10624191" y="18565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2" name="四角形: 角を丸くする 781">
            <a:extLst>
              <a:ext uri="{FF2B5EF4-FFF2-40B4-BE49-F238E27FC236}">
                <a16:creationId xmlns:a16="http://schemas.microsoft.com/office/drawing/2014/main" id="{9D477F13-802F-4E28-8DCF-A1B1A6440508}"/>
              </a:ext>
            </a:extLst>
          </p:cNvPr>
          <p:cNvSpPr/>
          <p:nvPr/>
        </p:nvSpPr>
        <p:spPr>
          <a:xfrm>
            <a:off x="10444191" y="18565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6" name="四角形: 角を丸くする 785">
            <a:extLst>
              <a:ext uri="{FF2B5EF4-FFF2-40B4-BE49-F238E27FC236}">
                <a16:creationId xmlns:a16="http://schemas.microsoft.com/office/drawing/2014/main" id="{F5030F43-BD2C-431B-8DD5-400D2144ECF8}"/>
              </a:ext>
            </a:extLst>
          </p:cNvPr>
          <p:cNvSpPr/>
          <p:nvPr/>
        </p:nvSpPr>
        <p:spPr>
          <a:xfrm>
            <a:off x="1008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9" name="四角形: 角を丸くする 788">
            <a:extLst>
              <a:ext uri="{FF2B5EF4-FFF2-40B4-BE49-F238E27FC236}">
                <a16:creationId xmlns:a16="http://schemas.microsoft.com/office/drawing/2014/main" id="{B91FE6FC-639D-4219-A631-0378CF66960F}"/>
              </a:ext>
            </a:extLst>
          </p:cNvPr>
          <p:cNvSpPr/>
          <p:nvPr/>
        </p:nvSpPr>
        <p:spPr>
          <a:xfrm>
            <a:off x="1062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0" name="四角形: 角を丸くする 789">
            <a:extLst>
              <a:ext uri="{FF2B5EF4-FFF2-40B4-BE49-F238E27FC236}">
                <a16:creationId xmlns:a16="http://schemas.microsoft.com/office/drawing/2014/main" id="{D7DFB69E-B6EF-488F-8A7C-528FC167110F}"/>
              </a:ext>
            </a:extLst>
          </p:cNvPr>
          <p:cNvSpPr/>
          <p:nvPr/>
        </p:nvSpPr>
        <p:spPr>
          <a:xfrm>
            <a:off x="1080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1" name="四角形: 角を丸くする 790">
            <a:extLst>
              <a:ext uri="{FF2B5EF4-FFF2-40B4-BE49-F238E27FC236}">
                <a16:creationId xmlns:a16="http://schemas.microsoft.com/office/drawing/2014/main" id="{9D368077-1D9A-4340-A398-CEEDF684E6B0}"/>
              </a:ext>
            </a:extLst>
          </p:cNvPr>
          <p:cNvSpPr/>
          <p:nvPr/>
        </p:nvSpPr>
        <p:spPr>
          <a:xfrm>
            <a:off x="1026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3" name="四角形: 角を丸くする 792">
            <a:extLst>
              <a:ext uri="{FF2B5EF4-FFF2-40B4-BE49-F238E27FC236}">
                <a16:creationId xmlns:a16="http://schemas.microsoft.com/office/drawing/2014/main" id="{F9996100-7718-47B2-88A4-BC6E9276BCBD}"/>
              </a:ext>
            </a:extLst>
          </p:cNvPr>
          <p:cNvSpPr/>
          <p:nvPr/>
        </p:nvSpPr>
        <p:spPr>
          <a:xfrm>
            <a:off x="10804191" y="18565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4" name="四角形: 角を丸くする 793">
            <a:extLst>
              <a:ext uri="{FF2B5EF4-FFF2-40B4-BE49-F238E27FC236}">
                <a16:creationId xmlns:a16="http://schemas.microsoft.com/office/drawing/2014/main" id="{9F4E79F8-7F28-44F5-96FC-89E7425FF64A}"/>
              </a:ext>
            </a:extLst>
          </p:cNvPr>
          <p:cNvSpPr/>
          <p:nvPr/>
        </p:nvSpPr>
        <p:spPr>
          <a:xfrm>
            <a:off x="10894426" y="171145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5" name="四角形: 角を丸くする 794">
            <a:extLst>
              <a:ext uri="{FF2B5EF4-FFF2-40B4-BE49-F238E27FC236}">
                <a16:creationId xmlns:a16="http://schemas.microsoft.com/office/drawing/2014/main" id="{ABABAFC0-26FB-42CA-AE0D-0BF44DE50AAF}"/>
              </a:ext>
            </a:extLst>
          </p:cNvPr>
          <p:cNvSpPr/>
          <p:nvPr/>
        </p:nvSpPr>
        <p:spPr>
          <a:xfrm>
            <a:off x="1119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6" name="四角形: 角を丸くする 795">
            <a:extLst>
              <a:ext uri="{FF2B5EF4-FFF2-40B4-BE49-F238E27FC236}">
                <a16:creationId xmlns:a16="http://schemas.microsoft.com/office/drawing/2014/main" id="{A4D3A221-F8C9-444B-8BCA-BBAC55EADCA4}"/>
              </a:ext>
            </a:extLst>
          </p:cNvPr>
          <p:cNvSpPr/>
          <p:nvPr/>
        </p:nvSpPr>
        <p:spPr>
          <a:xfrm>
            <a:off x="1173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7" name="四角形: 角を丸くする 796">
            <a:extLst>
              <a:ext uri="{FF2B5EF4-FFF2-40B4-BE49-F238E27FC236}">
                <a16:creationId xmlns:a16="http://schemas.microsoft.com/office/drawing/2014/main" id="{7BFB60F5-FD33-48DE-8D7A-6795BE5DC130}"/>
              </a:ext>
            </a:extLst>
          </p:cNvPr>
          <p:cNvSpPr/>
          <p:nvPr/>
        </p:nvSpPr>
        <p:spPr>
          <a:xfrm>
            <a:off x="12177735" y="171145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8" name="四角形: 角を丸くする 797">
            <a:extLst>
              <a:ext uri="{FF2B5EF4-FFF2-40B4-BE49-F238E27FC236}">
                <a16:creationId xmlns:a16="http://schemas.microsoft.com/office/drawing/2014/main" id="{1AC64997-CB28-48F7-97D1-87280F9C502D}"/>
              </a:ext>
            </a:extLst>
          </p:cNvPr>
          <p:cNvSpPr/>
          <p:nvPr/>
        </p:nvSpPr>
        <p:spPr>
          <a:xfrm>
            <a:off x="12098629" y="18565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9" name="四角形: 角を丸くする 798">
            <a:extLst>
              <a:ext uri="{FF2B5EF4-FFF2-40B4-BE49-F238E27FC236}">
                <a16:creationId xmlns:a16="http://schemas.microsoft.com/office/drawing/2014/main" id="{D65DDF42-93E0-4489-948B-9B6855683FFD}"/>
              </a:ext>
            </a:extLst>
          </p:cNvPr>
          <p:cNvSpPr/>
          <p:nvPr/>
        </p:nvSpPr>
        <p:spPr>
          <a:xfrm>
            <a:off x="1137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0" name="四角形: 角を丸くする 799">
            <a:extLst>
              <a:ext uri="{FF2B5EF4-FFF2-40B4-BE49-F238E27FC236}">
                <a16:creationId xmlns:a16="http://schemas.microsoft.com/office/drawing/2014/main" id="{E85D46EE-54FD-470A-8D6B-4700482E92EF}"/>
              </a:ext>
            </a:extLst>
          </p:cNvPr>
          <p:cNvSpPr/>
          <p:nvPr/>
        </p:nvSpPr>
        <p:spPr>
          <a:xfrm>
            <a:off x="1155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1" name="四角形: 角を丸くする 800">
            <a:extLst>
              <a:ext uri="{FF2B5EF4-FFF2-40B4-BE49-F238E27FC236}">
                <a16:creationId xmlns:a16="http://schemas.microsoft.com/office/drawing/2014/main" id="{A0EF71BD-99E8-46DE-A418-BAF859560F57}"/>
              </a:ext>
            </a:extLst>
          </p:cNvPr>
          <p:cNvSpPr/>
          <p:nvPr/>
        </p:nvSpPr>
        <p:spPr>
          <a:xfrm>
            <a:off x="1191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2" name="四角形: 角を丸くする 801">
            <a:extLst>
              <a:ext uri="{FF2B5EF4-FFF2-40B4-BE49-F238E27FC236}">
                <a16:creationId xmlns:a16="http://schemas.microsoft.com/office/drawing/2014/main" id="{8B9AF882-7D03-44AF-9C98-670D9EA9C2BB}"/>
              </a:ext>
            </a:extLst>
          </p:cNvPr>
          <p:cNvSpPr/>
          <p:nvPr/>
        </p:nvSpPr>
        <p:spPr>
          <a:xfrm>
            <a:off x="1209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3" name="四角形: 角を丸くする 802">
            <a:extLst>
              <a:ext uri="{FF2B5EF4-FFF2-40B4-BE49-F238E27FC236}">
                <a16:creationId xmlns:a16="http://schemas.microsoft.com/office/drawing/2014/main" id="{063C9AFC-D6B1-472E-B7A9-A451DB552643}"/>
              </a:ext>
            </a:extLst>
          </p:cNvPr>
          <p:cNvSpPr/>
          <p:nvPr/>
        </p:nvSpPr>
        <p:spPr>
          <a:xfrm>
            <a:off x="990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4" name="四角形: 角を丸くする 803">
            <a:extLst>
              <a:ext uri="{FF2B5EF4-FFF2-40B4-BE49-F238E27FC236}">
                <a16:creationId xmlns:a16="http://schemas.microsoft.com/office/drawing/2014/main" id="{2AD618F7-F50D-4C34-97C2-F9B5DF9BA20F}"/>
              </a:ext>
            </a:extLst>
          </p:cNvPr>
          <p:cNvSpPr/>
          <p:nvPr/>
        </p:nvSpPr>
        <p:spPr>
          <a:xfrm>
            <a:off x="1044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5" name="四角形: 角を丸くする 804">
            <a:extLst>
              <a:ext uri="{FF2B5EF4-FFF2-40B4-BE49-F238E27FC236}">
                <a16:creationId xmlns:a16="http://schemas.microsoft.com/office/drawing/2014/main" id="{E0CCFA13-6B99-4237-814A-9C45CF05764B}"/>
              </a:ext>
            </a:extLst>
          </p:cNvPr>
          <p:cNvSpPr/>
          <p:nvPr/>
        </p:nvSpPr>
        <p:spPr>
          <a:xfrm>
            <a:off x="10264191" y="249127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6" name="四角形: 角を丸くする 805">
            <a:extLst>
              <a:ext uri="{FF2B5EF4-FFF2-40B4-BE49-F238E27FC236}">
                <a16:creationId xmlns:a16="http://schemas.microsoft.com/office/drawing/2014/main" id="{A3E0289B-F3E8-45EF-961A-9BB684125574}"/>
              </a:ext>
            </a:extLst>
          </p:cNvPr>
          <p:cNvSpPr/>
          <p:nvPr/>
        </p:nvSpPr>
        <p:spPr>
          <a:xfrm>
            <a:off x="10804191" y="249127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7" name="四角形: 角を丸くする 806">
            <a:extLst>
              <a:ext uri="{FF2B5EF4-FFF2-40B4-BE49-F238E27FC236}">
                <a16:creationId xmlns:a16="http://schemas.microsoft.com/office/drawing/2014/main" id="{3469920E-991C-41F5-9D02-84EFF8EF3D75}"/>
              </a:ext>
            </a:extLst>
          </p:cNvPr>
          <p:cNvSpPr/>
          <p:nvPr/>
        </p:nvSpPr>
        <p:spPr>
          <a:xfrm>
            <a:off x="10624191" y="249127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8" name="四角形: 角を丸くする 807">
            <a:extLst>
              <a:ext uri="{FF2B5EF4-FFF2-40B4-BE49-F238E27FC236}">
                <a16:creationId xmlns:a16="http://schemas.microsoft.com/office/drawing/2014/main" id="{0B96C807-1EFB-4AAB-9D13-381D9E1B589D}"/>
              </a:ext>
            </a:extLst>
          </p:cNvPr>
          <p:cNvSpPr/>
          <p:nvPr/>
        </p:nvSpPr>
        <p:spPr>
          <a:xfrm>
            <a:off x="10894426" y="23268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9" name="四角形: 角を丸くする 808">
            <a:extLst>
              <a:ext uri="{FF2B5EF4-FFF2-40B4-BE49-F238E27FC236}">
                <a16:creationId xmlns:a16="http://schemas.microsoft.com/office/drawing/2014/main" id="{17C8D69C-EEC2-40A2-8828-DA384F49420E}"/>
              </a:ext>
            </a:extLst>
          </p:cNvPr>
          <p:cNvSpPr/>
          <p:nvPr/>
        </p:nvSpPr>
        <p:spPr>
          <a:xfrm>
            <a:off x="10444191" y="249127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0" name="四角形: 角を丸くする 809">
            <a:extLst>
              <a:ext uri="{FF2B5EF4-FFF2-40B4-BE49-F238E27FC236}">
                <a16:creationId xmlns:a16="http://schemas.microsoft.com/office/drawing/2014/main" id="{6AFFB06D-A3AD-4027-BF08-42AF26C3D56D}"/>
              </a:ext>
            </a:extLst>
          </p:cNvPr>
          <p:cNvSpPr/>
          <p:nvPr/>
        </p:nvSpPr>
        <p:spPr>
          <a:xfrm>
            <a:off x="1008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1" name="四角形: 角を丸くする 810">
            <a:extLst>
              <a:ext uri="{FF2B5EF4-FFF2-40B4-BE49-F238E27FC236}">
                <a16:creationId xmlns:a16="http://schemas.microsoft.com/office/drawing/2014/main" id="{EC7F55F1-21B7-4414-A349-4B0F8D6D27BB}"/>
              </a:ext>
            </a:extLst>
          </p:cNvPr>
          <p:cNvSpPr/>
          <p:nvPr/>
        </p:nvSpPr>
        <p:spPr>
          <a:xfrm>
            <a:off x="1026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2" name="四角形: 角を丸くする 811">
            <a:extLst>
              <a:ext uri="{FF2B5EF4-FFF2-40B4-BE49-F238E27FC236}">
                <a16:creationId xmlns:a16="http://schemas.microsoft.com/office/drawing/2014/main" id="{BED0A2B1-F593-47F4-BB4C-0AA61DC81507}"/>
              </a:ext>
            </a:extLst>
          </p:cNvPr>
          <p:cNvSpPr/>
          <p:nvPr/>
        </p:nvSpPr>
        <p:spPr>
          <a:xfrm>
            <a:off x="1062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3" name="四角形: 角を丸くする 812">
            <a:extLst>
              <a:ext uri="{FF2B5EF4-FFF2-40B4-BE49-F238E27FC236}">
                <a16:creationId xmlns:a16="http://schemas.microsoft.com/office/drawing/2014/main" id="{C19E6561-118D-4608-A711-098F6FCC4EFD}"/>
              </a:ext>
            </a:extLst>
          </p:cNvPr>
          <p:cNvSpPr/>
          <p:nvPr/>
        </p:nvSpPr>
        <p:spPr>
          <a:xfrm>
            <a:off x="1080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4" name="四角形: 角を丸くする 813">
            <a:extLst>
              <a:ext uri="{FF2B5EF4-FFF2-40B4-BE49-F238E27FC236}">
                <a16:creationId xmlns:a16="http://schemas.microsoft.com/office/drawing/2014/main" id="{33B996B3-BB4F-4C43-B337-3A6ED52DD568}"/>
              </a:ext>
            </a:extLst>
          </p:cNvPr>
          <p:cNvSpPr/>
          <p:nvPr/>
        </p:nvSpPr>
        <p:spPr>
          <a:xfrm>
            <a:off x="11198629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5" name="四角形: 角を丸くする 814">
            <a:extLst>
              <a:ext uri="{FF2B5EF4-FFF2-40B4-BE49-F238E27FC236}">
                <a16:creationId xmlns:a16="http://schemas.microsoft.com/office/drawing/2014/main" id="{36232D30-17E0-4992-AD44-69CCE60878F6}"/>
              </a:ext>
            </a:extLst>
          </p:cNvPr>
          <p:cNvSpPr/>
          <p:nvPr/>
        </p:nvSpPr>
        <p:spPr>
          <a:xfrm>
            <a:off x="11378629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6" name="四角形: 角を丸くする 815">
            <a:extLst>
              <a:ext uri="{FF2B5EF4-FFF2-40B4-BE49-F238E27FC236}">
                <a16:creationId xmlns:a16="http://schemas.microsoft.com/office/drawing/2014/main" id="{75B86A8A-4B17-44FD-860E-5641DEDEE041}"/>
              </a:ext>
            </a:extLst>
          </p:cNvPr>
          <p:cNvSpPr/>
          <p:nvPr/>
        </p:nvSpPr>
        <p:spPr>
          <a:xfrm>
            <a:off x="11738629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8" name="四角形: 角を丸くする 817">
            <a:extLst>
              <a:ext uri="{FF2B5EF4-FFF2-40B4-BE49-F238E27FC236}">
                <a16:creationId xmlns:a16="http://schemas.microsoft.com/office/drawing/2014/main" id="{553AD38A-1FF7-4DC9-9E77-CD66A3EFBF52}"/>
              </a:ext>
            </a:extLst>
          </p:cNvPr>
          <p:cNvSpPr/>
          <p:nvPr/>
        </p:nvSpPr>
        <p:spPr>
          <a:xfrm>
            <a:off x="11558629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9" name="四角形: 角を丸くする 818">
            <a:extLst>
              <a:ext uri="{FF2B5EF4-FFF2-40B4-BE49-F238E27FC236}">
                <a16:creationId xmlns:a16="http://schemas.microsoft.com/office/drawing/2014/main" id="{24299491-5571-4DE6-8DE3-618B173983D8}"/>
              </a:ext>
            </a:extLst>
          </p:cNvPr>
          <p:cNvSpPr/>
          <p:nvPr/>
        </p:nvSpPr>
        <p:spPr>
          <a:xfrm>
            <a:off x="11918629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0" name="四角形: 角を丸くする 819">
            <a:extLst>
              <a:ext uri="{FF2B5EF4-FFF2-40B4-BE49-F238E27FC236}">
                <a16:creationId xmlns:a16="http://schemas.microsoft.com/office/drawing/2014/main" id="{2D01BA11-7F92-43E1-BD83-166F5BC9DDC0}"/>
              </a:ext>
            </a:extLst>
          </p:cNvPr>
          <p:cNvSpPr/>
          <p:nvPr/>
        </p:nvSpPr>
        <p:spPr>
          <a:xfrm>
            <a:off x="12098629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1" name="四角形: 角を丸くする 820">
            <a:extLst>
              <a:ext uri="{FF2B5EF4-FFF2-40B4-BE49-F238E27FC236}">
                <a16:creationId xmlns:a16="http://schemas.microsoft.com/office/drawing/2014/main" id="{802BF9A1-1DD5-4E74-BF32-BFE3370E28FE}"/>
              </a:ext>
            </a:extLst>
          </p:cNvPr>
          <p:cNvSpPr/>
          <p:nvPr/>
        </p:nvSpPr>
        <p:spPr>
          <a:xfrm>
            <a:off x="990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2" name="四角形: 角を丸くする 821">
            <a:extLst>
              <a:ext uri="{FF2B5EF4-FFF2-40B4-BE49-F238E27FC236}">
                <a16:creationId xmlns:a16="http://schemas.microsoft.com/office/drawing/2014/main" id="{1D00FFD3-099C-4FEC-9FC5-AADD2D232EE3}"/>
              </a:ext>
            </a:extLst>
          </p:cNvPr>
          <p:cNvSpPr/>
          <p:nvPr/>
        </p:nvSpPr>
        <p:spPr>
          <a:xfrm>
            <a:off x="1008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3" name="四角形: 角を丸くする 822">
            <a:extLst>
              <a:ext uri="{FF2B5EF4-FFF2-40B4-BE49-F238E27FC236}">
                <a16:creationId xmlns:a16="http://schemas.microsoft.com/office/drawing/2014/main" id="{9D3162E6-0744-4108-9485-247857CF6F84}"/>
              </a:ext>
            </a:extLst>
          </p:cNvPr>
          <p:cNvSpPr/>
          <p:nvPr/>
        </p:nvSpPr>
        <p:spPr>
          <a:xfrm>
            <a:off x="1044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4" name="四角形: 角を丸くする 823">
            <a:extLst>
              <a:ext uri="{FF2B5EF4-FFF2-40B4-BE49-F238E27FC236}">
                <a16:creationId xmlns:a16="http://schemas.microsoft.com/office/drawing/2014/main" id="{D665BD56-7177-4BB3-B447-506F39FF1BD6}"/>
              </a:ext>
            </a:extLst>
          </p:cNvPr>
          <p:cNvSpPr/>
          <p:nvPr/>
        </p:nvSpPr>
        <p:spPr>
          <a:xfrm>
            <a:off x="1026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5" name="四角形: 角を丸くする 824">
            <a:extLst>
              <a:ext uri="{FF2B5EF4-FFF2-40B4-BE49-F238E27FC236}">
                <a16:creationId xmlns:a16="http://schemas.microsoft.com/office/drawing/2014/main" id="{0254AB49-20D6-40C3-8985-BA4E35101127}"/>
              </a:ext>
            </a:extLst>
          </p:cNvPr>
          <p:cNvSpPr/>
          <p:nvPr/>
        </p:nvSpPr>
        <p:spPr>
          <a:xfrm>
            <a:off x="1062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6" name="四角形: 角を丸くする 825">
            <a:extLst>
              <a:ext uri="{FF2B5EF4-FFF2-40B4-BE49-F238E27FC236}">
                <a16:creationId xmlns:a16="http://schemas.microsoft.com/office/drawing/2014/main" id="{9C6B2AC5-817C-4E71-B95B-3FB3E8E7D366}"/>
              </a:ext>
            </a:extLst>
          </p:cNvPr>
          <p:cNvSpPr/>
          <p:nvPr/>
        </p:nvSpPr>
        <p:spPr>
          <a:xfrm>
            <a:off x="1080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7" name="四角形: 角を丸くする 826">
            <a:extLst>
              <a:ext uri="{FF2B5EF4-FFF2-40B4-BE49-F238E27FC236}">
                <a16:creationId xmlns:a16="http://schemas.microsoft.com/office/drawing/2014/main" id="{246B265D-4F87-48CA-B28A-C8752503D9B7}"/>
              </a:ext>
            </a:extLst>
          </p:cNvPr>
          <p:cNvSpPr/>
          <p:nvPr/>
        </p:nvSpPr>
        <p:spPr>
          <a:xfrm>
            <a:off x="10804191" y="315152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8" name="四角形: 角を丸くする 827">
            <a:extLst>
              <a:ext uri="{FF2B5EF4-FFF2-40B4-BE49-F238E27FC236}">
                <a16:creationId xmlns:a16="http://schemas.microsoft.com/office/drawing/2014/main" id="{466143D5-8459-40F1-951B-2C487EBAE715}"/>
              </a:ext>
            </a:extLst>
          </p:cNvPr>
          <p:cNvSpPr/>
          <p:nvPr/>
        </p:nvSpPr>
        <p:spPr>
          <a:xfrm>
            <a:off x="10894426" y="300393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9" name="四角形: 角を丸くする 828">
            <a:extLst>
              <a:ext uri="{FF2B5EF4-FFF2-40B4-BE49-F238E27FC236}">
                <a16:creationId xmlns:a16="http://schemas.microsoft.com/office/drawing/2014/main" id="{657ACF5A-0374-4EC1-8EAE-BAF725C594DD}"/>
              </a:ext>
            </a:extLst>
          </p:cNvPr>
          <p:cNvSpPr/>
          <p:nvPr/>
        </p:nvSpPr>
        <p:spPr>
          <a:xfrm>
            <a:off x="11201578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0" name="四角形: 角を丸くする 829">
            <a:extLst>
              <a:ext uri="{FF2B5EF4-FFF2-40B4-BE49-F238E27FC236}">
                <a16:creationId xmlns:a16="http://schemas.microsoft.com/office/drawing/2014/main" id="{EB60FC7C-A983-4A93-B4F8-C38339E59510}"/>
              </a:ext>
            </a:extLst>
          </p:cNvPr>
          <p:cNvSpPr/>
          <p:nvPr/>
        </p:nvSpPr>
        <p:spPr>
          <a:xfrm>
            <a:off x="11381578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1" name="四角形: 角を丸くする 830">
            <a:extLst>
              <a:ext uri="{FF2B5EF4-FFF2-40B4-BE49-F238E27FC236}">
                <a16:creationId xmlns:a16="http://schemas.microsoft.com/office/drawing/2014/main" id="{F4F08315-AE6E-4480-A29C-84129B566634}"/>
              </a:ext>
            </a:extLst>
          </p:cNvPr>
          <p:cNvSpPr/>
          <p:nvPr/>
        </p:nvSpPr>
        <p:spPr>
          <a:xfrm>
            <a:off x="11561578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3" name="四角形: 角を丸くする 832">
            <a:extLst>
              <a:ext uri="{FF2B5EF4-FFF2-40B4-BE49-F238E27FC236}">
                <a16:creationId xmlns:a16="http://schemas.microsoft.com/office/drawing/2014/main" id="{9FA00661-8B16-40CE-B134-E5C5933BBB5D}"/>
              </a:ext>
            </a:extLst>
          </p:cNvPr>
          <p:cNvSpPr/>
          <p:nvPr/>
        </p:nvSpPr>
        <p:spPr>
          <a:xfrm>
            <a:off x="11741578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5" name="四角形: 角を丸くする 834">
            <a:extLst>
              <a:ext uri="{FF2B5EF4-FFF2-40B4-BE49-F238E27FC236}">
                <a16:creationId xmlns:a16="http://schemas.microsoft.com/office/drawing/2014/main" id="{C32C5DB2-A811-48F8-BF01-BB5AF6A9845F}"/>
              </a:ext>
            </a:extLst>
          </p:cNvPr>
          <p:cNvSpPr/>
          <p:nvPr/>
        </p:nvSpPr>
        <p:spPr>
          <a:xfrm>
            <a:off x="11921578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7" name="四角形: 角を丸くする 836">
            <a:extLst>
              <a:ext uri="{FF2B5EF4-FFF2-40B4-BE49-F238E27FC236}">
                <a16:creationId xmlns:a16="http://schemas.microsoft.com/office/drawing/2014/main" id="{E1D20517-F2D7-405A-9FC5-1308C916C86F}"/>
              </a:ext>
            </a:extLst>
          </p:cNvPr>
          <p:cNvSpPr/>
          <p:nvPr/>
        </p:nvSpPr>
        <p:spPr>
          <a:xfrm>
            <a:off x="9908642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8" name="四角形: 角を丸くする 837">
            <a:extLst>
              <a:ext uri="{FF2B5EF4-FFF2-40B4-BE49-F238E27FC236}">
                <a16:creationId xmlns:a16="http://schemas.microsoft.com/office/drawing/2014/main" id="{E71DC51A-9800-40FB-9950-C6E2303F4BDA}"/>
              </a:ext>
            </a:extLst>
          </p:cNvPr>
          <p:cNvSpPr/>
          <p:nvPr/>
        </p:nvSpPr>
        <p:spPr>
          <a:xfrm>
            <a:off x="10088642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9" name="四角形: 角を丸くする 838">
            <a:extLst>
              <a:ext uri="{FF2B5EF4-FFF2-40B4-BE49-F238E27FC236}">
                <a16:creationId xmlns:a16="http://schemas.microsoft.com/office/drawing/2014/main" id="{F09CCDE1-CB31-4E89-A084-746F7F4009AB}"/>
              </a:ext>
            </a:extLst>
          </p:cNvPr>
          <p:cNvSpPr/>
          <p:nvPr/>
        </p:nvSpPr>
        <p:spPr>
          <a:xfrm>
            <a:off x="10268642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0" name="四角形: 角を丸くする 839">
            <a:extLst>
              <a:ext uri="{FF2B5EF4-FFF2-40B4-BE49-F238E27FC236}">
                <a16:creationId xmlns:a16="http://schemas.microsoft.com/office/drawing/2014/main" id="{7E7DFD37-1CF7-4549-99D2-0105B1CA26B4}"/>
              </a:ext>
            </a:extLst>
          </p:cNvPr>
          <p:cNvSpPr/>
          <p:nvPr/>
        </p:nvSpPr>
        <p:spPr>
          <a:xfrm>
            <a:off x="10448642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1" name="四角形: 角を丸くする 840">
            <a:extLst>
              <a:ext uri="{FF2B5EF4-FFF2-40B4-BE49-F238E27FC236}">
                <a16:creationId xmlns:a16="http://schemas.microsoft.com/office/drawing/2014/main" id="{7FBF74A0-04EA-4250-AD7D-32CE66901AC5}"/>
              </a:ext>
            </a:extLst>
          </p:cNvPr>
          <p:cNvSpPr/>
          <p:nvPr/>
        </p:nvSpPr>
        <p:spPr>
          <a:xfrm>
            <a:off x="1174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2" name="四角形: 角を丸くする 841">
            <a:extLst>
              <a:ext uri="{FF2B5EF4-FFF2-40B4-BE49-F238E27FC236}">
                <a16:creationId xmlns:a16="http://schemas.microsoft.com/office/drawing/2014/main" id="{65EBF339-C924-4AC3-BF99-8577FA220B42}"/>
              </a:ext>
            </a:extLst>
          </p:cNvPr>
          <p:cNvSpPr/>
          <p:nvPr/>
        </p:nvSpPr>
        <p:spPr>
          <a:xfrm>
            <a:off x="1192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3" name="四角形: 角を丸くする 842">
            <a:extLst>
              <a:ext uri="{FF2B5EF4-FFF2-40B4-BE49-F238E27FC236}">
                <a16:creationId xmlns:a16="http://schemas.microsoft.com/office/drawing/2014/main" id="{CD9A6F37-D140-48A7-8230-21FAC921D3B1}"/>
              </a:ext>
            </a:extLst>
          </p:cNvPr>
          <p:cNvSpPr/>
          <p:nvPr/>
        </p:nvSpPr>
        <p:spPr>
          <a:xfrm>
            <a:off x="1210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4" name="四角形: 角を丸くする 843">
            <a:extLst>
              <a:ext uri="{FF2B5EF4-FFF2-40B4-BE49-F238E27FC236}">
                <a16:creationId xmlns:a16="http://schemas.microsoft.com/office/drawing/2014/main" id="{9087362C-F8A0-41FA-BC52-8F3B7C838E96}"/>
              </a:ext>
            </a:extLst>
          </p:cNvPr>
          <p:cNvSpPr/>
          <p:nvPr/>
        </p:nvSpPr>
        <p:spPr>
          <a:xfrm>
            <a:off x="1120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6" name="四角形: 角を丸くする 845">
            <a:extLst>
              <a:ext uri="{FF2B5EF4-FFF2-40B4-BE49-F238E27FC236}">
                <a16:creationId xmlns:a16="http://schemas.microsoft.com/office/drawing/2014/main" id="{8EC949E8-27D0-4E3C-9429-5F7088716E16}"/>
              </a:ext>
            </a:extLst>
          </p:cNvPr>
          <p:cNvSpPr/>
          <p:nvPr/>
        </p:nvSpPr>
        <p:spPr>
          <a:xfrm>
            <a:off x="1138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8" name="四角形: 角を丸くする 847">
            <a:extLst>
              <a:ext uri="{FF2B5EF4-FFF2-40B4-BE49-F238E27FC236}">
                <a16:creationId xmlns:a16="http://schemas.microsoft.com/office/drawing/2014/main" id="{B100A12D-B642-4210-9CFE-4BFAC68AFACD}"/>
              </a:ext>
            </a:extLst>
          </p:cNvPr>
          <p:cNvSpPr/>
          <p:nvPr/>
        </p:nvSpPr>
        <p:spPr>
          <a:xfrm>
            <a:off x="1156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9" name="四角形: 角を丸くする 848">
            <a:extLst>
              <a:ext uri="{FF2B5EF4-FFF2-40B4-BE49-F238E27FC236}">
                <a16:creationId xmlns:a16="http://schemas.microsoft.com/office/drawing/2014/main" id="{0120FDFA-6E0D-4D8C-A87C-F1255DB3DC19}"/>
              </a:ext>
            </a:extLst>
          </p:cNvPr>
          <p:cNvSpPr/>
          <p:nvPr/>
        </p:nvSpPr>
        <p:spPr>
          <a:xfrm>
            <a:off x="9908642" y="412623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0" name="四角形: 角を丸くする 849">
            <a:extLst>
              <a:ext uri="{FF2B5EF4-FFF2-40B4-BE49-F238E27FC236}">
                <a16:creationId xmlns:a16="http://schemas.microsoft.com/office/drawing/2014/main" id="{55C9E542-6B00-4C49-AB91-7D65E33899A3}"/>
              </a:ext>
            </a:extLst>
          </p:cNvPr>
          <p:cNvSpPr/>
          <p:nvPr/>
        </p:nvSpPr>
        <p:spPr>
          <a:xfrm>
            <a:off x="10088642" y="412623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1" name="四角形: 角を丸くする 850">
            <a:extLst>
              <a:ext uri="{FF2B5EF4-FFF2-40B4-BE49-F238E27FC236}">
                <a16:creationId xmlns:a16="http://schemas.microsoft.com/office/drawing/2014/main" id="{F394320B-26B6-4901-B7EE-C6CCF2B85D8B}"/>
              </a:ext>
            </a:extLst>
          </p:cNvPr>
          <p:cNvSpPr/>
          <p:nvPr/>
        </p:nvSpPr>
        <p:spPr>
          <a:xfrm>
            <a:off x="10448642" y="412623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2" name="四角形: 角を丸くする 851">
            <a:extLst>
              <a:ext uri="{FF2B5EF4-FFF2-40B4-BE49-F238E27FC236}">
                <a16:creationId xmlns:a16="http://schemas.microsoft.com/office/drawing/2014/main" id="{A2F9F2E7-EEE5-4037-9455-0BF68DF4DF53}"/>
              </a:ext>
            </a:extLst>
          </p:cNvPr>
          <p:cNvSpPr/>
          <p:nvPr/>
        </p:nvSpPr>
        <p:spPr>
          <a:xfrm>
            <a:off x="10628642" y="412623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3" name="四角形: 角を丸くする 852">
            <a:extLst>
              <a:ext uri="{FF2B5EF4-FFF2-40B4-BE49-F238E27FC236}">
                <a16:creationId xmlns:a16="http://schemas.microsoft.com/office/drawing/2014/main" id="{AFE29B00-5DD3-4B90-BB8A-5495752BCA50}"/>
              </a:ext>
            </a:extLst>
          </p:cNvPr>
          <p:cNvSpPr/>
          <p:nvPr/>
        </p:nvSpPr>
        <p:spPr>
          <a:xfrm>
            <a:off x="10268642" y="412623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7" name="楕円 856">
            <a:extLst>
              <a:ext uri="{FF2B5EF4-FFF2-40B4-BE49-F238E27FC236}">
                <a16:creationId xmlns:a16="http://schemas.microsoft.com/office/drawing/2014/main" id="{331166BE-6C61-422B-822C-E75B06C889FC}"/>
              </a:ext>
            </a:extLst>
          </p:cNvPr>
          <p:cNvSpPr/>
          <p:nvPr/>
        </p:nvSpPr>
        <p:spPr>
          <a:xfrm>
            <a:off x="1166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9" name="楕円 858">
            <a:extLst>
              <a:ext uri="{FF2B5EF4-FFF2-40B4-BE49-F238E27FC236}">
                <a16:creationId xmlns:a16="http://schemas.microsoft.com/office/drawing/2014/main" id="{57364F16-9A8B-47FA-A1C0-B890D998E765}"/>
              </a:ext>
            </a:extLst>
          </p:cNvPr>
          <p:cNvSpPr/>
          <p:nvPr/>
        </p:nvSpPr>
        <p:spPr>
          <a:xfrm>
            <a:off x="1220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0" name="楕円 859">
            <a:extLst>
              <a:ext uri="{FF2B5EF4-FFF2-40B4-BE49-F238E27FC236}">
                <a16:creationId xmlns:a16="http://schemas.microsoft.com/office/drawing/2014/main" id="{16598D03-FA24-4B7A-914B-E67E9F72CC03}"/>
              </a:ext>
            </a:extLst>
          </p:cNvPr>
          <p:cNvSpPr/>
          <p:nvPr/>
        </p:nvSpPr>
        <p:spPr>
          <a:xfrm>
            <a:off x="1184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1" name="楕円 860">
            <a:extLst>
              <a:ext uri="{FF2B5EF4-FFF2-40B4-BE49-F238E27FC236}">
                <a16:creationId xmlns:a16="http://schemas.microsoft.com/office/drawing/2014/main" id="{EE97DB6C-8612-415B-8413-A47D67306BFA}"/>
              </a:ext>
            </a:extLst>
          </p:cNvPr>
          <p:cNvSpPr/>
          <p:nvPr/>
        </p:nvSpPr>
        <p:spPr>
          <a:xfrm>
            <a:off x="1112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2" name="楕円 861">
            <a:extLst>
              <a:ext uri="{FF2B5EF4-FFF2-40B4-BE49-F238E27FC236}">
                <a16:creationId xmlns:a16="http://schemas.microsoft.com/office/drawing/2014/main" id="{19B7CA2F-4EB3-4E58-865A-035EF4B7378C}"/>
              </a:ext>
            </a:extLst>
          </p:cNvPr>
          <p:cNvSpPr/>
          <p:nvPr/>
        </p:nvSpPr>
        <p:spPr>
          <a:xfrm>
            <a:off x="1130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3" name="楕円 862">
            <a:extLst>
              <a:ext uri="{FF2B5EF4-FFF2-40B4-BE49-F238E27FC236}">
                <a16:creationId xmlns:a16="http://schemas.microsoft.com/office/drawing/2014/main" id="{E2E9A426-F16F-4A2B-A8CC-DBA3BAAD3E4E}"/>
              </a:ext>
            </a:extLst>
          </p:cNvPr>
          <p:cNvSpPr/>
          <p:nvPr/>
        </p:nvSpPr>
        <p:spPr>
          <a:xfrm>
            <a:off x="1148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6" name="楕円 865">
            <a:extLst>
              <a:ext uri="{FF2B5EF4-FFF2-40B4-BE49-F238E27FC236}">
                <a16:creationId xmlns:a16="http://schemas.microsoft.com/office/drawing/2014/main" id="{08709503-81E7-4CD4-9B71-B957A27EBFF7}"/>
              </a:ext>
            </a:extLst>
          </p:cNvPr>
          <p:cNvSpPr/>
          <p:nvPr/>
        </p:nvSpPr>
        <p:spPr>
          <a:xfrm>
            <a:off x="1202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9" name="楕円 868">
            <a:extLst>
              <a:ext uri="{FF2B5EF4-FFF2-40B4-BE49-F238E27FC236}">
                <a16:creationId xmlns:a16="http://schemas.microsoft.com/office/drawing/2014/main" id="{DEE57B9D-D7CC-4B32-93CC-DE4EAE505C7A}"/>
              </a:ext>
            </a:extLst>
          </p:cNvPr>
          <p:cNvSpPr/>
          <p:nvPr/>
        </p:nvSpPr>
        <p:spPr>
          <a:xfrm>
            <a:off x="1130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0" name="楕円 869">
            <a:extLst>
              <a:ext uri="{FF2B5EF4-FFF2-40B4-BE49-F238E27FC236}">
                <a16:creationId xmlns:a16="http://schemas.microsoft.com/office/drawing/2014/main" id="{74A1FA6E-A2D0-4B7D-A764-F4222A160FA6}"/>
              </a:ext>
            </a:extLst>
          </p:cNvPr>
          <p:cNvSpPr/>
          <p:nvPr/>
        </p:nvSpPr>
        <p:spPr>
          <a:xfrm>
            <a:off x="11485843" y="496237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1" name="楕円 870">
            <a:extLst>
              <a:ext uri="{FF2B5EF4-FFF2-40B4-BE49-F238E27FC236}">
                <a16:creationId xmlns:a16="http://schemas.microsoft.com/office/drawing/2014/main" id="{9B704C48-0735-4FE1-A9E2-A294F99CF353}"/>
              </a:ext>
            </a:extLst>
          </p:cNvPr>
          <p:cNvSpPr/>
          <p:nvPr/>
        </p:nvSpPr>
        <p:spPr>
          <a:xfrm>
            <a:off x="11665843" y="496237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2" name="楕円 871">
            <a:extLst>
              <a:ext uri="{FF2B5EF4-FFF2-40B4-BE49-F238E27FC236}">
                <a16:creationId xmlns:a16="http://schemas.microsoft.com/office/drawing/2014/main" id="{D691BA5F-B103-43AC-8716-93448EAEFB33}"/>
              </a:ext>
            </a:extLst>
          </p:cNvPr>
          <p:cNvSpPr/>
          <p:nvPr/>
        </p:nvSpPr>
        <p:spPr>
          <a:xfrm>
            <a:off x="1148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5" name="楕円 874">
            <a:extLst>
              <a:ext uri="{FF2B5EF4-FFF2-40B4-BE49-F238E27FC236}">
                <a16:creationId xmlns:a16="http://schemas.microsoft.com/office/drawing/2014/main" id="{C53D73D4-4B0B-4FBB-BEB4-7904E9C66379}"/>
              </a:ext>
            </a:extLst>
          </p:cNvPr>
          <p:cNvSpPr/>
          <p:nvPr/>
        </p:nvSpPr>
        <p:spPr>
          <a:xfrm>
            <a:off x="1112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6" name="楕円 875">
            <a:extLst>
              <a:ext uri="{FF2B5EF4-FFF2-40B4-BE49-F238E27FC236}">
                <a16:creationId xmlns:a16="http://schemas.microsoft.com/office/drawing/2014/main" id="{761EC76D-D546-4EAD-A3A7-46CD51C71F46}"/>
              </a:ext>
            </a:extLst>
          </p:cNvPr>
          <p:cNvSpPr/>
          <p:nvPr/>
        </p:nvSpPr>
        <p:spPr>
          <a:xfrm>
            <a:off x="1202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8" name="楕円 877">
            <a:extLst>
              <a:ext uri="{FF2B5EF4-FFF2-40B4-BE49-F238E27FC236}">
                <a16:creationId xmlns:a16="http://schemas.microsoft.com/office/drawing/2014/main" id="{196B8282-5F4F-4398-9307-060D4D87D54F}"/>
              </a:ext>
            </a:extLst>
          </p:cNvPr>
          <p:cNvSpPr/>
          <p:nvPr/>
        </p:nvSpPr>
        <p:spPr>
          <a:xfrm>
            <a:off x="11125843" y="496237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9" name="楕円 878">
            <a:extLst>
              <a:ext uri="{FF2B5EF4-FFF2-40B4-BE49-F238E27FC236}">
                <a16:creationId xmlns:a16="http://schemas.microsoft.com/office/drawing/2014/main" id="{F9C7A7D3-D100-4EA7-9A87-3DB6A9997D5C}"/>
              </a:ext>
            </a:extLst>
          </p:cNvPr>
          <p:cNvSpPr/>
          <p:nvPr/>
        </p:nvSpPr>
        <p:spPr>
          <a:xfrm>
            <a:off x="1166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0" name="楕円 879">
            <a:extLst>
              <a:ext uri="{FF2B5EF4-FFF2-40B4-BE49-F238E27FC236}">
                <a16:creationId xmlns:a16="http://schemas.microsoft.com/office/drawing/2014/main" id="{F464DF92-91EF-4D11-9303-4937F1F09B83}"/>
              </a:ext>
            </a:extLst>
          </p:cNvPr>
          <p:cNvSpPr/>
          <p:nvPr/>
        </p:nvSpPr>
        <p:spPr>
          <a:xfrm>
            <a:off x="1220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1" name="楕円 880">
            <a:extLst>
              <a:ext uri="{FF2B5EF4-FFF2-40B4-BE49-F238E27FC236}">
                <a16:creationId xmlns:a16="http://schemas.microsoft.com/office/drawing/2014/main" id="{10198069-E497-4F00-AFD2-C32E8E907A0C}"/>
              </a:ext>
            </a:extLst>
          </p:cNvPr>
          <p:cNvSpPr/>
          <p:nvPr/>
        </p:nvSpPr>
        <p:spPr>
          <a:xfrm>
            <a:off x="1184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3" name="楕円 882">
            <a:extLst>
              <a:ext uri="{FF2B5EF4-FFF2-40B4-BE49-F238E27FC236}">
                <a16:creationId xmlns:a16="http://schemas.microsoft.com/office/drawing/2014/main" id="{AE318B80-732A-4C8E-8A1E-A2183C509E30}"/>
              </a:ext>
            </a:extLst>
          </p:cNvPr>
          <p:cNvSpPr/>
          <p:nvPr/>
        </p:nvSpPr>
        <p:spPr>
          <a:xfrm>
            <a:off x="11305843" y="496237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0" name="四角形: 角を丸くする 889">
            <a:extLst>
              <a:ext uri="{FF2B5EF4-FFF2-40B4-BE49-F238E27FC236}">
                <a16:creationId xmlns:a16="http://schemas.microsoft.com/office/drawing/2014/main" id="{A9AA783E-DF52-44AC-BAA6-B904E9671777}"/>
              </a:ext>
            </a:extLst>
          </p:cNvPr>
          <p:cNvSpPr/>
          <p:nvPr/>
        </p:nvSpPr>
        <p:spPr>
          <a:xfrm>
            <a:off x="9908642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1" name="四角形: 角を丸くする 890">
            <a:extLst>
              <a:ext uri="{FF2B5EF4-FFF2-40B4-BE49-F238E27FC236}">
                <a16:creationId xmlns:a16="http://schemas.microsoft.com/office/drawing/2014/main" id="{EE0E2555-2991-44BA-AE2B-4000808632A9}"/>
              </a:ext>
            </a:extLst>
          </p:cNvPr>
          <p:cNvSpPr/>
          <p:nvPr/>
        </p:nvSpPr>
        <p:spPr>
          <a:xfrm>
            <a:off x="10088642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2" name="四角形: 角を丸くする 891">
            <a:extLst>
              <a:ext uri="{FF2B5EF4-FFF2-40B4-BE49-F238E27FC236}">
                <a16:creationId xmlns:a16="http://schemas.microsoft.com/office/drawing/2014/main" id="{876FB796-53DA-4B2C-833C-16C7A0153EFF}"/>
              </a:ext>
            </a:extLst>
          </p:cNvPr>
          <p:cNvSpPr/>
          <p:nvPr/>
        </p:nvSpPr>
        <p:spPr>
          <a:xfrm>
            <a:off x="10268642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3" name="四角形: 角を丸くする 892">
            <a:extLst>
              <a:ext uri="{FF2B5EF4-FFF2-40B4-BE49-F238E27FC236}">
                <a16:creationId xmlns:a16="http://schemas.microsoft.com/office/drawing/2014/main" id="{2C03E420-3077-4B4D-8E4F-65BF414FD464}"/>
              </a:ext>
            </a:extLst>
          </p:cNvPr>
          <p:cNvSpPr/>
          <p:nvPr/>
        </p:nvSpPr>
        <p:spPr>
          <a:xfrm>
            <a:off x="10448642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5" name="四角形: 角を丸くする 894">
            <a:extLst>
              <a:ext uri="{FF2B5EF4-FFF2-40B4-BE49-F238E27FC236}">
                <a16:creationId xmlns:a16="http://schemas.microsoft.com/office/drawing/2014/main" id="{A27CB79E-DF6A-4171-ADE3-EA036BD1175D}"/>
              </a:ext>
            </a:extLst>
          </p:cNvPr>
          <p:cNvSpPr/>
          <p:nvPr/>
        </p:nvSpPr>
        <p:spPr>
          <a:xfrm>
            <a:off x="10903670" y="559064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6" name="四角形: 角を丸くする 895">
            <a:extLst>
              <a:ext uri="{FF2B5EF4-FFF2-40B4-BE49-F238E27FC236}">
                <a16:creationId xmlns:a16="http://schemas.microsoft.com/office/drawing/2014/main" id="{A68D7ADF-DE44-46E0-AFD7-AC3E0098D95E}"/>
              </a:ext>
            </a:extLst>
          </p:cNvPr>
          <p:cNvSpPr/>
          <p:nvPr/>
        </p:nvSpPr>
        <p:spPr>
          <a:xfrm>
            <a:off x="10628642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7" name="四角形: 角を丸くする 896">
            <a:extLst>
              <a:ext uri="{FF2B5EF4-FFF2-40B4-BE49-F238E27FC236}">
                <a16:creationId xmlns:a16="http://schemas.microsoft.com/office/drawing/2014/main" id="{F0CA07B1-B1E1-44E6-B3D2-61470040FCEB}"/>
              </a:ext>
            </a:extLst>
          </p:cNvPr>
          <p:cNvSpPr/>
          <p:nvPr/>
        </p:nvSpPr>
        <p:spPr>
          <a:xfrm>
            <a:off x="10808642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8" name="四角形: 角を丸くする 897">
            <a:extLst>
              <a:ext uri="{FF2B5EF4-FFF2-40B4-BE49-F238E27FC236}">
                <a16:creationId xmlns:a16="http://schemas.microsoft.com/office/drawing/2014/main" id="{B961F1CA-7A6F-4BF2-9B44-C223BB507CDF}"/>
              </a:ext>
            </a:extLst>
          </p:cNvPr>
          <p:cNvSpPr/>
          <p:nvPr/>
        </p:nvSpPr>
        <p:spPr>
          <a:xfrm>
            <a:off x="9944642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9" name="四角形: 角を丸くする 898">
            <a:extLst>
              <a:ext uri="{FF2B5EF4-FFF2-40B4-BE49-F238E27FC236}">
                <a16:creationId xmlns:a16="http://schemas.microsoft.com/office/drawing/2014/main" id="{560BAE49-2A92-4930-BA9B-6BEAFAA82EAD}"/>
              </a:ext>
            </a:extLst>
          </p:cNvPr>
          <p:cNvSpPr/>
          <p:nvPr/>
        </p:nvSpPr>
        <p:spPr>
          <a:xfrm>
            <a:off x="10124642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0" name="四角形: 角を丸くする 899">
            <a:extLst>
              <a:ext uri="{FF2B5EF4-FFF2-40B4-BE49-F238E27FC236}">
                <a16:creationId xmlns:a16="http://schemas.microsoft.com/office/drawing/2014/main" id="{63D056EB-1D96-43BC-96EF-C6424B96BE17}"/>
              </a:ext>
            </a:extLst>
          </p:cNvPr>
          <p:cNvSpPr/>
          <p:nvPr/>
        </p:nvSpPr>
        <p:spPr>
          <a:xfrm>
            <a:off x="9944642" y="821271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1" name="四角形: 角を丸くする 900">
            <a:extLst>
              <a:ext uri="{FF2B5EF4-FFF2-40B4-BE49-F238E27FC236}">
                <a16:creationId xmlns:a16="http://schemas.microsoft.com/office/drawing/2014/main" id="{448BE8F1-004F-4D89-AFAF-250F60AB0771}"/>
              </a:ext>
            </a:extLst>
          </p:cNvPr>
          <p:cNvSpPr/>
          <p:nvPr/>
        </p:nvSpPr>
        <p:spPr>
          <a:xfrm>
            <a:off x="10124642" y="821271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2" name="四角形: 角を丸くする 901">
            <a:extLst>
              <a:ext uri="{FF2B5EF4-FFF2-40B4-BE49-F238E27FC236}">
                <a16:creationId xmlns:a16="http://schemas.microsoft.com/office/drawing/2014/main" id="{4275BDB9-FC5A-42A8-BE76-063D5D45C6DA}"/>
              </a:ext>
            </a:extLst>
          </p:cNvPr>
          <p:cNvSpPr/>
          <p:nvPr/>
        </p:nvSpPr>
        <p:spPr>
          <a:xfrm>
            <a:off x="1172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3" name="四角形: 角を丸くする 902">
            <a:extLst>
              <a:ext uri="{FF2B5EF4-FFF2-40B4-BE49-F238E27FC236}">
                <a16:creationId xmlns:a16="http://schemas.microsoft.com/office/drawing/2014/main" id="{750831CF-7632-44B8-8ADF-51BC1065D645}"/>
              </a:ext>
            </a:extLst>
          </p:cNvPr>
          <p:cNvSpPr/>
          <p:nvPr/>
        </p:nvSpPr>
        <p:spPr>
          <a:xfrm>
            <a:off x="12213417" y="771584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4" name="四角形: 角を丸くする 903">
            <a:extLst>
              <a:ext uri="{FF2B5EF4-FFF2-40B4-BE49-F238E27FC236}">
                <a16:creationId xmlns:a16="http://schemas.microsoft.com/office/drawing/2014/main" id="{83A2D702-BCA0-4265-8E4B-B270383622D8}"/>
              </a:ext>
            </a:extLst>
          </p:cNvPr>
          <p:cNvSpPr/>
          <p:nvPr/>
        </p:nvSpPr>
        <p:spPr>
          <a:xfrm>
            <a:off x="1118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5" name="四角形: 角を丸くする 904">
            <a:extLst>
              <a:ext uri="{FF2B5EF4-FFF2-40B4-BE49-F238E27FC236}">
                <a16:creationId xmlns:a16="http://schemas.microsoft.com/office/drawing/2014/main" id="{DE78C2CD-74CD-418A-B638-679C50E05D9E}"/>
              </a:ext>
            </a:extLst>
          </p:cNvPr>
          <p:cNvSpPr/>
          <p:nvPr/>
        </p:nvSpPr>
        <p:spPr>
          <a:xfrm>
            <a:off x="1136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6" name="四角形: 角を丸くする 905">
            <a:extLst>
              <a:ext uri="{FF2B5EF4-FFF2-40B4-BE49-F238E27FC236}">
                <a16:creationId xmlns:a16="http://schemas.microsoft.com/office/drawing/2014/main" id="{C5F77A24-DFBC-43B5-9B18-A9B38C3B9B14}"/>
              </a:ext>
            </a:extLst>
          </p:cNvPr>
          <p:cNvSpPr/>
          <p:nvPr/>
        </p:nvSpPr>
        <p:spPr>
          <a:xfrm>
            <a:off x="1154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7" name="四角形: 角を丸くする 906">
            <a:extLst>
              <a:ext uri="{FF2B5EF4-FFF2-40B4-BE49-F238E27FC236}">
                <a16:creationId xmlns:a16="http://schemas.microsoft.com/office/drawing/2014/main" id="{4730BAE6-F0D9-478D-ACC8-FAD84D122C15}"/>
              </a:ext>
            </a:extLst>
          </p:cNvPr>
          <p:cNvSpPr/>
          <p:nvPr/>
        </p:nvSpPr>
        <p:spPr>
          <a:xfrm>
            <a:off x="12088923" y="784654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8" name="四角形: 角を丸くする 907">
            <a:extLst>
              <a:ext uri="{FF2B5EF4-FFF2-40B4-BE49-F238E27FC236}">
                <a16:creationId xmlns:a16="http://schemas.microsoft.com/office/drawing/2014/main" id="{B2E39898-C658-47BF-BF15-68594FBB2AD0}"/>
              </a:ext>
            </a:extLst>
          </p:cNvPr>
          <p:cNvSpPr/>
          <p:nvPr/>
        </p:nvSpPr>
        <p:spPr>
          <a:xfrm>
            <a:off x="11908923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9" name="四角形: 角を丸くする 908">
            <a:extLst>
              <a:ext uri="{FF2B5EF4-FFF2-40B4-BE49-F238E27FC236}">
                <a16:creationId xmlns:a16="http://schemas.microsoft.com/office/drawing/2014/main" id="{50C4CBB0-84B0-4A42-B954-73A2FF3C493A}"/>
              </a:ext>
            </a:extLst>
          </p:cNvPr>
          <p:cNvSpPr/>
          <p:nvPr/>
        </p:nvSpPr>
        <p:spPr>
          <a:xfrm>
            <a:off x="12088923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10" name="四角形: 角を丸くする 909">
            <a:extLst>
              <a:ext uri="{FF2B5EF4-FFF2-40B4-BE49-F238E27FC236}">
                <a16:creationId xmlns:a16="http://schemas.microsoft.com/office/drawing/2014/main" id="{5926E457-F677-4264-9B03-0F790EFA644F}"/>
              </a:ext>
            </a:extLst>
          </p:cNvPr>
          <p:cNvSpPr/>
          <p:nvPr/>
        </p:nvSpPr>
        <p:spPr>
          <a:xfrm>
            <a:off x="9944642" y="8829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11" name="四角形: 角を丸くする 910">
            <a:extLst>
              <a:ext uri="{FF2B5EF4-FFF2-40B4-BE49-F238E27FC236}">
                <a16:creationId xmlns:a16="http://schemas.microsoft.com/office/drawing/2014/main" id="{B182367A-D74D-45BB-895F-B7FE544D82C6}"/>
              </a:ext>
            </a:extLst>
          </p:cNvPr>
          <p:cNvSpPr/>
          <p:nvPr/>
        </p:nvSpPr>
        <p:spPr>
          <a:xfrm>
            <a:off x="10124642" y="8829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7" name="楕円 446">
            <a:extLst>
              <a:ext uri="{FF2B5EF4-FFF2-40B4-BE49-F238E27FC236}">
                <a16:creationId xmlns:a16="http://schemas.microsoft.com/office/drawing/2014/main" id="{75C80CAE-61B2-4666-BD1A-90F7373851E7}"/>
              </a:ext>
            </a:extLst>
          </p:cNvPr>
          <p:cNvSpPr/>
          <p:nvPr/>
        </p:nvSpPr>
        <p:spPr>
          <a:xfrm>
            <a:off x="145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8" name="楕円 447">
            <a:extLst>
              <a:ext uri="{FF2B5EF4-FFF2-40B4-BE49-F238E27FC236}">
                <a16:creationId xmlns:a16="http://schemas.microsoft.com/office/drawing/2014/main" id="{22084991-D451-48B7-A8A1-7B341B0E2AD9}"/>
              </a:ext>
            </a:extLst>
          </p:cNvPr>
          <p:cNvSpPr/>
          <p:nvPr/>
        </p:nvSpPr>
        <p:spPr>
          <a:xfrm>
            <a:off x="127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9" name="楕円 448">
            <a:extLst>
              <a:ext uri="{FF2B5EF4-FFF2-40B4-BE49-F238E27FC236}">
                <a16:creationId xmlns:a16="http://schemas.microsoft.com/office/drawing/2014/main" id="{0E74D635-17EE-4DC4-AA2E-A139A0123276}"/>
              </a:ext>
            </a:extLst>
          </p:cNvPr>
          <p:cNvSpPr/>
          <p:nvPr/>
        </p:nvSpPr>
        <p:spPr>
          <a:xfrm>
            <a:off x="163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0" name="楕円 449">
            <a:extLst>
              <a:ext uri="{FF2B5EF4-FFF2-40B4-BE49-F238E27FC236}">
                <a16:creationId xmlns:a16="http://schemas.microsoft.com/office/drawing/2014/main" id="{1F27E0B1-01D4-408F-8D64-0754FBEC4A19}"/>
              </a:ext>
            </a:extLst>
          </p:cNvPr>
          <p:cNvSpPr/>
          <p:nvPr/>
        </p:nvSpPr>
        <p:spPr>
          <a:xfrm>
            <a:off x="163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7" name="四角形: 角を丸くする 456">
            <a:extLst>
              <a:ext uri="{FF2B5EF4-FFF2-40B4-BE49-F238E27FC236}">
                <a16:creationId xmlns:a16="http://schemas.microsoft.com/office/drawing/2014/main" id="{AF33398C-2EEF-496B-B627-BDB92A75576C}"/>
              </a:ext>
            </a:extLst>
          </p:cNvPr>
          <p:cNvSpPr/>
          <p:nvPr/>
        </p:nvSpPr>
        <p:spPr>
          <a:xfrm>
            <a:off x="1926926" y="522384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54" name="正方形/長方形 253">
            <a:extLst>
              <a:ext uri="{FF2B5EF4-FFF2-40B4-BE49-F238E27FC236}">
                <a16:creationId xmlns:a16="http://schemas.microsoft.com/office/drawing/2014/main" id="{193D93CD-0681-44DB-B915-6D24309849B1}"/>
              </a:ext>
            </a:extLst>
          </p:cNvPr>
          <p:cNvSpPr/>
          <p:nvPr/>
        </p:nvSpPr>
        <p:spPr>
          <a:xfrm>
            <a:off x="915418" y="4678575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受注確定</a:t>
            </a:r>
          </a:p>
        </p:txBody>
      </p:sp>
      <p:sp>
        <p:nvSpPr>
          <p:cNvPr id="496" name="四角形: 角を丸くする 495">
            <a:extLst>
              <a:ext uri="{FF2B5EF4-FFF2-40B4-BE49-F238E27FC236}">
                <a16:creationId xmlns:a16="http://schemas.microsoft.com/office/drawing/2014/main" id="{14677EAF-2775-4DDC-913D-FB9C0DE99709}"/>
              </a:ext>
            </a:extLst>
          </p:cNvPr>
          <p:cNvSpPr/>
          <p:nvPr/>
        </p:nvSpPr>
        <p:spPr>
          <a:xfrm>
            <a:off x="90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9" name="四角形: 角を丸くする 498">
            <a:extLst>
              <a:ext uri="{FF2B5EF4-FFF2-40B4-BE49-F238E27FC236}">
                <a16:creationId xmlns:a16="http://schemas.microsoft.com/office/drawing/2014/main" id="{1CBEF556-C2C7-497D-8F8C-F305FCF87D74}"/>
              </a:ext>
            </a:extLst>
          </p:cNvPr>
          <p:cNvSpPr/>
          <p:nvPr/>
        </p:nvSpPr>
        <p:spPr>
          <a:xfrm>
            <a:off x="108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2" name="四角形: 角を丸くする 501">
            <a:extLst>
              <a:ext uri="{FF2B5EF4-FFF2-40B4-BE49-F238E27FC236}">
                <a16:creationId xmlns:a16="http://schemas.microsoft.com/office/drawing/2014/main" id="{4F5DA624-E9C2-4C20-83B0-C5FC1D1735FC}"/>
              </a:ext>
            </a:extLst>
          </p:cNvPr>
          <p:cNvSpPr/>
          <p:nvPr/>
        </p:nvSpPr>
        <p:spPr>
          <a:xfrm>
            <a:off x="126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11" name="四角形: 角を丸くする 510">
            <a:extLst>
              <a:ext uri="{FF2B5EF4-FFF2-40B4-BE49-F238E27FC236}">
                <a16:creationId xmlns:a16="http://schemas.microsoft.com/office/drawing/2014/main" id="{4FE8945B-9F7F-48DD-990A-3CA15135B075}"/>
              </a:ext>
            </a:extLst>
          </p:cNvPr>
          <p:cNvSpPr/>
          <p:nvPr/>
        </p:nvSpPr>
        <p:spPr>
          <a:xfrm>
            <a:off x="144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37" name="四角形: 角を丸くする 536">
            <a:extLst>
              <a:ext uri="{FF2B5EF4-FFF2-40B4-BE49-F238E27FC236}">
                <a16:creationId xmlns:a16="http://schemas.microsoft.com/office/drawing/2014/main" id="{251A608A-5D43-44DD-AEA3-9038910D19F2}"/>
              </a:ext>
            </a:extLst>
          </p:cNvPr>
          <p:cNvSpPr/>
          <p:nvPr/>
        </p:nvSpPr>
        <p:spPr>
          <a:xfrm>
            <a:off x="162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cxnSp>
        <p:nvCxnSpPr>
          <p:cNvPr id="460" name="直線矢印コネクタ 459">
            <a:extLst>
              <a:ext uri="{FF2B5EF4-FFF2-40B4-BE49-F238E27FC236}">
                <a16:creationId xmlns:a16="http://schemas.microsoft.com/office/drawing/2014/main" id="{BA648D02-9C29-4841-AF23-C42B386AB45C}"/>
              </a:ext>
            </a:extLst>
          </p:cNvPr>
          <p:cNvCxnSpPr>
            <a:cxnSpLocks/>
          </p:cNvCxnSpPr>
          <p:nvPr/>
        </p:nvCxnSpPr>
        <p:spPr>
          <a:xfrm flipH="1">
            <a:off x="1490236" y="5015425"/>
            <a:ext cx="0" cy="13849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直線矢印コネクタ 460">
            <a:extLst>
              <a:ext uri="{FF2B5EF4-FFF2-40B4-BE49-F238E27FC236}">
                <a16:creationId xmlns:a16="http://schemas.microsoft.com/office/drawing/2014/main" id="{537660F8-F99A-4CC8-AC73-190BC55E85FB}"/>
              </a:ext>
            </a:extLst>
          </p:cNvPr>
          <p:cNvCxnSpPr>
            <a:cxnSpLocks/>
          </p:cNvCxnSpPr>
          <p:nvPr/>
        </p:nvCxnSpPr>
        <p:spPr>
          <a:xfrm flipH="1">
            <a:off x="1504800" y="5956931"/>
            <a:ext cx="0" cy="13849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099EFE5-E354-4146-B803-0E446FB21A8E}"/>
              </a:ext>
            </a:extLst>
          </p:cNvPr>
          <p:cNvSpPr/>
          <p:nvPr/>
        </p:nvSpPr>
        <p:spPr>
          <a:xfrm>
            <a:off x="1541305" y="1868350"/>
            <a:ext cx="755495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 err="1"/>
              <a:t>Marketo</a:t>
            </a:r>
            <a:r>
              <a:rPr kumimoji="1" lang="ja-JP" altLang="en-US" sz="900" dirty="0"/>
              <a:t>他</a:t>
            </a:r>
          </a:p>
        </p:txBody>
      </p:sp>
      <p:sp>
        <p:nvSpPr>
          <p:cNvPr id="458" name="四角形: 角を丸くする 457">
            <a:extLst>
              <a:ext uri="{FF2B5EF4-FFF2-40B4-BE49-F238E27FC236}">
                <a16:creationId xmlns:a16="http://schemas.microsoft.com/office/drawing/2014/main" id="{2A4DE266-ACB9-440E-A06E-2A31BF4072F2}"/>
              </a:ext>
            </a:extLst>
          </p:cNvPr>
          <p:cNvSpPr/>
          <p:nvPr/>
        </p:nvSpPr>
        <p:spPr>
          <a:xfrm>
            <a:off x="1541305" y="2401318"/>
            <a:ext cx="755495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 err="1"/>
              <a:t>Marketo</a:t>
            </a:r>
            <a:r>
              <a:rPr kumimoji="1" lang="ja-JP" altLang="en-US" sz="900" dirty="0"/>
              <a:t>他</a:t>
            </a:r>
          </a:p>
        </p:txBody>
      </p:sp>
      <p:sp>
        <p:nvSpPr>
          <p:cNvPr id="484" name="四角形: 角を丸くする 483">
            <a:extLst>
              <a:ext uri="{FF2B5EF4-FFF2-40B4-BE49-F238E27FC236}">
                <a16:creationId xmlns:a16="http://schemas.microsoft.com/office/drawing/2014/main" id="{559E5E9B-7141-4C7C-8073-11087383D8F8}"/>
              </a:ext>
            </a:extLst>
          </p:cNvPr>
          <p:cNvSpPr/>
          <p:nvPr/>
        </p:nvSpPr>
        <p:spPr>
          <a:xfrm>
            <a:off x="7619054" y="1781315"/>
            <a:ext cx="567615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MES</a:t>
            </a:r>
            <a:endParaRPr kumimoji="1" lang="ja-JP" altLang="en-US" sz="900" dirty="0"/>
          </a:p>
        </p:txBody>
      </p:sp>
      <p:sp>
        <p:nvSpPr>
          <p:cNvPr id="610" name="四角形: 角を丸くする 609">
            <a:extLst>
              <a:ext uri="{FF2B5EF4-FFF2-40B4-BE49-F238E27FC236}">
                <a16:creationId xmlns:a16="http://schemas.microsoft.com/office/drawing/2014/main" id="{1988DAB3-BBEE-4792-BB5E-CC78FF98398D}"/>
              </a:ext>
            </a:extLst>
          </p:cNvPr>
          <p:cNvSpPr/>
          <p:nvPr/>
        </p:nvSpPr>
        <p:spPr>
          <a:xfrm>
            <a:off x="8937651" y="8992129"/>
            <a:ext cx="567615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900" dirty="0" err="1"/>
              <a:t>iVoc</a:t>
            </a:r>
            <a:endParaRPr kumimoji="1" lang="ja-JP" altLang="en-US" sz="900" dirty="0"/>
          </a:p>
        </p:txBody>
      </p:sp>
      <p:sp>
        <p:nvSpPr>
          <p:cNvPr id="611" name="正方形/長方形 610">
            <a:extLst>
              <a:ext uri="{FF2B5EF4-FFF2-40B4-BE49-F238E27FC236}">
                <a16:creationId xmlns:a16="http://schemas.microsoft.com/office/drawing/2014/main" id="{C1B25E91-CDA5-4B6A-B16A-6F02FE00A1C5}"/>
              </a:ext>
            </a:extLst>
          </p:cNvPr>
          <p:cNvSpPr/>
          <p:nvPr/>
        </p:nvSpPr>
        <p:spPr>
          <a:xfrm>
            <a:off x="11188924" y="6074142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連結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PSI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4" name="正方形/長方形 613">
            <a:extLst>
              <a:ext uri="{FF2B5EF4-FFF2-40B4-BE49-F238E27FC236}">
                <a16:creationId xmlns:a16="http://schemas.microsoft.com/office/drawing/2014/main" id="{ADA691A0-63F8-4907-A792-07BE0D08662C}"/>
              </a:ext>
            </a:extLst>
          </p:cNvPr>
          <p:cNvSpPr/>
          <p:nvPr/>
        </p:nvSpPr>
        <p:spPr>
          <a:xfrm>
            <a:off x="9895700" y="6061272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調達</a:t>
            </a:r>
          </a:p>
        </p:txBody>
      </p:sp>
      <p:sp>
        <p:nvSpPr>
          <p:cNvPr id="625" name="四角形: 角を丸くする 624">
            <a:extLst>
              <a:ext uri="{FF2B5EF4-FFF2-40B4-BE49-F238E27FC236}">
                <a16:creationId xmlns:a16="http://schemas.microsoft.com/office/drawing/2014/main" id="{A16D564B-9387-47F8-A40A-DFDF22A05DB7}"/>
              </a:ext>
            </a:extLst>
          </p:cNvPr>
          <p:cNvSpPr/>
          <p:nvPr/>
        </p:nvSpPr>
        <p:spPr>
          <a:xfrm>
            <a:off x="11201578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7" name="四角形: 角を丸くする 626">
            <a:extLst>
              <a:ext uri="{FF2B5EF4-FFF2-40B4-BE49-F238E27FC236}">
                <a16:creationId xmlns:a16="http://schemas.microsoft.com/office/drawing/2014/main" id="{67F65ADA-1BF1-4BCB-ADD3-83A5DF0216D4}"/>
              </a:ext>
            </a:extLst>
          </p:cNvPr>
          <p:cNvSpPr/>
          <p:nvPr/>
        </p:nvSpPr>
        <p:spPr>
          <a:xfrm>
            <a:off x="11381578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8" name="四角形: 角を丸くする 627">
            <a:extLst>
              <a:ext uri="{FF2B5EF4-FFF2-40B4-BE49-F238E27FC236}">
                <a16:creationId xmlns:a16="http://schemas.microsoft.com/office/drawing/2014/main" id="{52A95869-89C8-4686-9DA0-D5C2A1887990}"/>
              </a:ext>
            </a:extLst>
          </p:cNvPr>
          <p:cNvSpPr/>
          <p:nvPr/>
        </p:nvSpPr>
        <p:spPr>
          <a:xfrm>
            <a:off x="11561578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1" name="四角形: 角を丸くする 630">
            <a:extLst>
              <a:ext uri="{FF2B5EF4-FFF2-40B4-BE49-F238E27FC236}">
                <a16:creationId xmlns:a16="http://schemas.microsoft.com/office/drawing/2014/main" id="{BBA95E80-1A80-447A-8C80-ABCD8D61E1FA}"/>
              </a:ext>
            </a:extLst>
          </p:cNvPr>
          <p:cNvSpPr/>
          <p:nvPr/>
        </p:nvSpPr>
        <p:spPr>
          <a:xfrm>
            <a:off x="9907282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2" name="四角形: 角を丸くする 631">
            <a:extLst>
              <a:ext uri="{FF2B5EF4-FFF2-40B4-BE49-F238E27FC236}">
                <a16:creationId xmlns:a16="http://schemas.microsoft.com/office/drawing/2014/main" id="{9CFA1EC5-CF2E-4227-BE10-57951DD01D19}"/>
              </a:ext>
            </a:extLst>
          </p:cNvPr>
          <p:cNvSpPr/>
          <p:nvPr/>
        </p:nvSpPr>
        <p:spPr>
          <a:xfrm>
            <a:off x="10087282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6" name="四角形: 角を丸くする 635">
            <a:extLst>
              <a:ext uri="{FF2B5EF4-FFF2-40B4-BE49-F238E27FC236}">
                <a16:creationId xmlns:a16="http://schemas.microsoft.com/office/drawing/2014/main" id="{8389E373-A41B-440C-A31F-C7A7EF44A3EB}"/>
              </a:ext>
            </a:extLst>
          </p:cNvPr>
          <p:cNvSpPr/>
          <p:nvPr/>
        </p:nvSpPr>
        <p:spPr>
          <a:xfrm>
            <a:off x="10268642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7" name="四角形: 角を丸くする 636">
            <a:extLst>
              <a:ext uri="{FF2B5EF4-FFF2-40B4-BE49-F238E27FC236}">
                <a16:creationId xmlns:a16="http://schemas.microsoft.com/office/drawing/2014/main" id="{80B05C02-DB22-414C-B013-C253EC42F1DC}"/>
              </a:ext>
            </a:extLst>
          </p:cNvPr>
          <p:cNvSpPr/>
          <p:nvPr/>
        </p:nvSpPr>
        <p:spPr>
          <a:xfrm>
            <a:off x="11201578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8" name="四角形: 角を丸くする 637">
            <a:extLst>
              <a:ext uri="{FF2B5EF4-FFF2-40B4-BE49-F238E27FC236}">
                <a16:creationId xmlns:a16="http://schemas.microsoft.com/office/drawing/2014/main" id="{06784001-9508-479B-B580-91CAA314DD0C}"/>
              </a:ext>
            </a:extLst>
          </p:cNvPr>
          <p:cNvSpPr/>
          <p:nvPr/>
        </p:nvSpPr>
        <p:spPr>
          <a:xfrm>
            <a:off x="11381578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9" name="四角形: 角を丸くする 648">
            <a:extLst>
              <a:ext uri="{FF2B5EF4-FFF2-40B4-BE49-F238E27FC236}">
                <a16:creationId xmlns:a16="http://schemas.microsoft.com/office/drawing/2014/main" id="{F0BBED71-4957-4B1A-9317-11755D6AC239}"/>
              </a:ext>
            </a:extLst>
          </p:cNvPr>
          <p:cNvSpPr/>
          <p:nvPr/>
        </p:nvSpPr>
        <p:spPr>
          <a:xfrm>
            <a:off x="11561578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1" name="四角形: 角を丸くする 650">
            <a:extLst>
              <a:ext uri="{FF2B5EF4-FFF2-40B4-BE49-F238E27FC236}">
                <a16:creationId xmlns:a16="http://schemas.microsoft.com/office/drawing/2014/main" id="{5517752C-1C13-4913-A495-CA29E54A8601}"/>
              </a:ext>
            </a:extLst>
          </p:cNvPr>
          <p:cNvSpPr/>
          <p:nvPr/>
        </p:nvSpPr>
        <p:spPr>
          <a:xfrm>
            <a:off x="11201578" y="281105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2" name="四角形: 角を丸くする 651">
            <a:extLst>
              <a:ext uri="{FF2B5EF4-FFF2-40B4-BE49-F238E27FC236}">
                <a16:creationId xmlns:a16="http://schemas.microsoft.com/office/drawing/2014/main" id="{58B8E71D-0DC5-4886-9A15-7EEACBB25D66}"/>
              </a:ext>
            </a:extLst>
          </p:cNvPr>
          <p:cNvSpPr/>
          <p:nvPr/>
        </p:nvSpPr>
        <p:spPr>
          <a:xfrm>
            <a:off x="11381578" y="281105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3" name="四角形: 角を丸くする 652">
            <a:extLst>
              <a:ext uri="{FF2B5EF4-FFF2-40B4-BE49-F238E27FC236}">
                <a16:creationId xmlns:a16="http://schemas.microsoft.com/office/drawing/2014/main" id="{AE683BEB-A8CB-4686-BE1F-E1CE39B192E7}"/>
              </a:ext>
            </a:extLst>
          </p:cNvPr>
          <p:cNvSpPr/>
          <p:nvPr/>
        </p:nvSpPr>
        <p:spPr>
          <a:xfrm>
            <a:off x="11561578" y="281105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4" name="四角形: 角を丸くする 653">
            <a:extLst>
              <a:ext uri="{FF2B5EF4-FFF2-40B4-BE49-F238E27FC236}">
                <a16:creationId xmlns:a16="http://schemas.microsoft.com/office/drawing/2014/main" id="{927D1645-2DE8-425E-8F87-8EDEA2D696E8}"/>
              </a:ext>
            </a:extLst>
          </p:cNvPr>
          <p:cNvSpPr/>
          <p:nvPr/>
        </p:nvSpPr>
        <p:spPr>
          <a:xfrm>
            <a:off x="11741578" y="281105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5" name="四角形: 角を丸くする 654">
            <a:extLst>
              <a:ext uri="{FF2B5EF4-FFF2-40B4-BE49-F238E27FC236}">
                <a16:creationId xmlns:a16="http://schemas.microsoft.com/office/drawing/2014/main" id="{C2042C2D-7B0C-415C-8382-A6C71ACD08B8}"/>
              </a:ext>
            </a:extLst>
          </p:cNvPr>
          <p:cNvSpPr/>
          <p:nvPr/>
        </p:nvSpPr>
        <p:spPr>
          <a:xfrm>
            <a:off x="11921578" y="281105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60" name="四角形: 角を丸くする 659">
            <a:extLst>
              <a:ext uri="{FF2B5EF4-FFF2-40B4-BE49-F238E27FC236}">
                <a16:creationId xmlns:a16="http://schemas.microsoft.com/office/drawing/2014/main" id="{1B22712B-5D2F-4017-94C2-CD7F73A5CF2C}"/>
              </a:ext>
            </a:extLst>
          </p:cNvPr>
          <p:cNvSpPr/>
          <p:nvPr/>
        </p:nvSpPr>
        <p:spPr>
          <a:xfrm>
            <a:off x="11741578" y="609164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61" name="四角形: 角を丸くする 660">
            <a:extLst>
              <a:ext uri="{FF2B5EF4-FFF2-40B4-BE49-F238E27FC236}">
                <a16:creationId xmlns:a16="http://schemas.microsoft.com/office/drawing/2014/main" id="{AC3D181D-3E50-41F5-AE1D-5DDD92503A79}"/>
              </a:ext>
            </a:extLst>
          </p:cNvPr>
          <p:cNvSpPr/>
          <p:nvPr/>
        </p:nvSpPr>
        <p:spPr>
          <a:xfrm>
            <a:off x="11921578" y="609164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62" name="四角形: 角を丸くする 661">
            <a:extLst>
              <a:ext uri="{FF2B5EF4-FFF2-40B4-BE49-F238E27FC236}">
                <a16:creationId xmlns:a16="http://schemas.microsoft.com/office/drawing/2014/main" id="{A56F492A-1A86-4F2C-B68A-073A69A82BBA}"/>
              </a:ext>
            </a:extLst>
          </p:cNvPr>
          <p:cNvSpPr/>
          <p:nvPr/>
        </p:nvSpPr>
        <p:spPr>
          <a:xfrm>
            <a:off x="12101578" y="609164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7" name="四角形: 角を丸くする 566">
            <a:extLst>
              <a:ext uri="{FF2B5EF4-FFF2-40B4-BE49-F238E27FC236}">
                <a16:creationId xmlns:a16="http://schemas.microsoft.com/office/drawing/2014/main" id="{A46433F2-91AA-44C2-9380-18B0E1376081}"/>
              </a:ext>
            </a:extLst>
          </p:cNvPr>
          <p:cNvSpPr/>
          <p:nvPr/>
        </p:nvSpPr>
        <p:spPr>
          <a:xfrm>
            <a:off x="485775" y="624600"/>
            <a:ext cx="10163026" cy="504000"/>
          </a:xfrm>
          <a:prstGeom prst="roundRect">
            <a:avLst>
              <a:gd name="adj" fmla="val 11365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プロセスは、原則方針として極力シンプル化を志向　</a:t>
            </a:r>
            <a:r>
              <a:rPr kumimoji="1" lang="en-US" altLang="ja-JP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グレー字は</a:t>
            </a:r>
            <a:r>
              <a:rPr kumimoji="1" lang="en-US" altLang="ja-JP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earth</a:t>
            </a: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プロジェクトの範囲外</a:t>
            </a:r>
            <a:r>
              <a:rPr kumimoji="1" lang="en-US" altLang="ja-JP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    は変革要件を表し、　の密度が大きいプロセスは複数の改革を推進</a:t>
            </a:r>
            <a:endParaRPr kumimoji="1" lang="en-US" altLang="ja-JP" sz="14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68" name="楕円 667">
            <a:extLst>
              <a:ext uri="{FF2B5EF4-FFF2-40B4-BE49-F238E27FC236}">
                <a16:creationId xmlns:a16="http://schemas.microsoft.com/office/drawing/2014/main" id="{D751E67E-F3BB-46B3-9F6B-D2522551FAFF}"/>
              </a:ext>
            </a:extLst>
          </p:cNvPr>
          <p:cNvSpPr/>
          <p:nvPr/>
        </p:nvSpPr>
        <p:spPr>
          <a:xfrm>
            <a:off x="754320" y="912600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69" name="楕円 668">
            <a:extLst>
              <a:ext uri="{FF2B5EF4-FFF2-40B4-BE49-F238E27FC236}">
                <a16:creationId xmlns:a16="http://schemas.microsoft.com/office/drawing/2014/main" id="{4E7592DD-D157-407E-B5F1-3E6FA523777A}"/>
              </a:ext>
            </a:extLst>
          </p:cNvPr>
          <p:cNvSpPr/>
          <p:nvPr/>
        </p:nvSpPr>
        <p:spPr>
          <a:xfrm>
            <a:off x="2548800" y="912600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9" name="四角形: 角を丸くする 458">
            <a:extLst>
              <a:ext uri="{FF2B5EF4-FFF2-40B4-BE49-F238E27FC236}">
                <a16:creationId xmlns:a16="http://schemas.microsoft.com/office/drawing/2014/main" id="{44CC0255-520B-41E0-B005-1B72EA9A6A74}"/>
              </a:ext>
            </a:extLst>
          </p:cNvPr>
          <p:cNvSpPr/>
          <p:nvPr/>
        </p:nvSpPr>
        <p:spPr>
          <a:xfrm>
            <a:off x="5876460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2" name="四角形: 角を丸くする 461">
            <a:extLst>
              <a:ext uri="{FF2B5EF4-FFF2-40B4-BE49-F238E27FC236}">
                <a16:creationId xmlns:a16="http://schemas.microsoft.com/office/drawing/2014/main" id="{CA948C84-1E71-4AC7-BCBE-CCD68E9F634C}"/>
              </a:ext>
            </a:extLst>
          </p:cNvPr>
          <p:cNvSpPr/>
          <p:nvPr/>
        </p:nvSpPr>
        <p:spPr>
          <a:xfrm>
            <a:off x="6056460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4" name="四角形: 角を丸くする 463">
            <a:extLst>
              <a:ext uri="{FF2B5EF4-FFF2-40B4-BE49-F238E27FC236}">
                <a16:creationId xmlns:a16="http://schemas.microsoft.com/office/drawing/2014/main" id="{3128D0F0-B37A-4633-B255-D203C40F9C24}"/>
              </a:ext>
            </a:extLst>
          </p:cNvPr>
          <p:cNvSpPr/>
          <p:nvPr/>
        </p:nvSpPr>
        <p:spPr>
          <a:xfrm>
            <a:off x="6236460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8" name="四角形: 角を丸くする 467">
            <a:extLst>
              <a:ext uri="{FF2B5EF4-FFF2-40B4-BE49-F238E27FC236}">
                <a16:creationId xmlns:a16="http://schemas.microsoft.com/office/drawing/2014/main" id="{E2015FF8-A10E-4C7C-8A78-3A421AFE5075}"/>
              </a:ext>
            </a:extLst>
          </p:cNvPr>
          <p:cNvSpPr/>
          <p:nvPr/>
        </p:nvSpPr>
        <p:spPr>
          <a:xfrm>
            <a:off x="4588021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71" name="四角形: 角を丸くする 470">
            <a:extLst>
              <a:ext uri="{FF2B5EF4-FFF2-40B4-BE49-F238E27FC236}">
                <a16:creationId xmlns:a16="http://schemas.microsoft.com/office/drawing/2014/main" id="{FB5B67EE-F004-43EF-A979-FF0A2FB7F849}"/>
              </a:ext>
            </a:extLst>
          </p:cNvPr>
          <p:cNvSpPr/>
          <p:nvPr/>
        </p:nvSpPr>
        <p:spPr>
          <a:xfrm>
            <a:off x="4768021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72" name="四角形: 角を丸くする 471">
            <a:extLst>
              <a:ext uri="{FF2B5EF4-FFF2-40B4-BE49-F238E27FC236}">
                <a16:creationId xmlns:a16="http://schemas.microsoft.com/office/drawing/2014/main" id="{B050E552-8420-48E6-9819-7114931830D8}"/>
              </a:ext>
            </a:extLst>
          </p:cNvPr>
          <p:cNvSpPr/>
          <p:nvPr/>
        </p:nvSpPr>
        <p:spPr>
          <a:xfrm>
            <a:off x="10504800" y="5039591"/>
            <a:ext cx="545961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DIVA</a:t>
            </a:r>
            <a:endParaRPr kumimoji="1" lang="ja-JP" altLang="en-US" sz="900" dirty="0"/>
          </a:p>
        </p:txBody>
      </p:sp>
    </p:spTree>
    <p:extLst>
      <p:ext uri="{BB962C8B-B14F-4D97-AF65-F5344CB8AC3E}">
        <p14:creationId xmlns:p14="http://schemas.microsoft.com/office/powerpoint/2010/main" val="3700970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正方形/長方形 409">
            <a:extLst>
              <a:ext uri="{FF2B5EF4-FFF2-40B4-BE49-F238E27FC236}">
                <a16:creationId xmlns:a16="http://schemas.microsoft.com/office/drawing/2014/main" id="{7708F5A8-D6B2-403C-A9B9-03CF4D21F7DA}"/>
              </a:ext>
            </a:extLst>
          </p:cNvPr>
          <p:cNvSpPr/>
          <p:nvPr/>
        </p:nvSpPr>
        <p:spPr>
          <a:xfrm>
            <a:off x="9748649" y="1343638"/>
            <a:ext cx="2630874" cy="5327947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7" name="正方形/長方形 616">
            <a:extLst>
              <a:ext uri="{FF2B5EF4-FFF2-40B4-BE49-F238E27FC236}">
                <a16:creationId xmlns:a16="http://schemas.microsoft.com/office/drawing/2014/main" id="{2849E501-2FE8-4A70-B8E1-D9D40131970B}"/>
              </a:ext>
            </a:extLst>
          </p:cNvPr>
          <p:cNvSpPr/>
          <p:nvPr/>
        </p:nvSpPr>
        <p:spPr>
          <a:xfrm>
            <a:off x="11188924" y="350762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税務処理</a:t>
            </a:r>
          </a:p>
        </p:txBody>
      </p:sp>
      <p:sp>
        <p:nvSpPr>
          <p:cNvPr id="485" name="正方形/長方形 484">
            <a:extLst>
              <a:ext uri="{FF2B5EF4-FFF2-40B4-BE49-F238E27FC236}">
                <a16:creationId xmlns:a16="http://schemas.microsoft.com/office/drawing/2014/main" id="{FB55D401-76D1-4F18-9BF4-656D8D52B1B9}"/>
              </a:ext>
            </a:extLst>
          </p:cNvPr>
          <p:cNvSpPr/>
          <p:nvPr/>
        </p:nvSpPr>
        <p:spPr>
          <a:xfrm>
            <a:off x="9744701" y="6959618"/>
            <a:ext cx="2638771" cy="2592982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76" name="正方形/長方形 475">
            <a:extLst>
              <a:ext uri="{FF2B5EF4-FFF2-40B4-BE49-F238E27FC236}">
                <a16:creationId xmlns:a16="http://schemas.microsoft.com/office/drawing/2014/main" id="{69638EF8-3618-47F7-ABDA-7116F71F55D6}"/>
              </a:ext>
            </a:extLst>
          </p:cNvPr>
          <p:cNvSpPr/>
          <p:nvPr/>
        </p:nvSpPr>
        <p:spPr>
          <a:xfrm>
            <a:off x="2978043" y="6941806"/>
            <a:ext cx="6580771" cy="1313955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5" name="正方形/長方形 454">
            <a:extLst>
              <a:ext uri="{FF2B5EF4-FFF2-40B4-BE49-F238E27FC236}">
                <a16:creationId xmlns:a16="http://schemas.microsoft.com/office/drawing/2014/main" id="{A94B9980-DF48-475D-A6F3-91C8DE7C4387}"/>
              </a:ext>
            </a:extLst>
          </p:cNvPr>
          <p:cNvSpPr/>
          <p:nvPr/>
        </p:nvSpPr>
        <p:spPr>
          <a:xfrm>
            <a:off x="2978287" y="4192515"/>
            <a:ext cx="6580771" cy="887850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4" name="正方形/長方形 413">
            <a:extLst>
              <a:ext uri="{FF2B5EF4-FFF2-40B4-BE49-F238E27FC236}">
                <a16:creationId xmlns:a16="http://schemas.microsoft.com/office/drawing/2014/main" id="{BF5C6DB8-8249-44D3-8EBD-D97B40B7B575}"/>
              </a:ext>
            </a:extLst>
          </p:cNvPr>
          <p:cNvSpPr/>
          <p:nvPr/>
        </p:nvSpPr>
        <p:spPr>
          <a:xfrm>
            <a:off x="2978561" y="1350352"/>
            <a:ext cx="6580771" cy="1000753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08" name="正方形/長方形 407">
            <a:extLst>
              <a:ext uri="{FF2B5EF4-FFF2-40B4-BE49-F238E27FC236}">
                <a16:creationId xmlns:a16="http://schemas.microsoft.com/office/drawing/2014/main" id="{3794B18E-FD8F-4602-A795-C5727CEBB33C}"/>
              </a:ext>
            </a:extLst>
          </p:cNvPr>
          <p:cNvSpPr/>
          <p:nvPr/>
        </p:nvSpPr>
        <p:spPr>
          <a:xfrm>
            <a:off x="2978287" y="2636457"/>
            <a:ext cx="6580771" cy="1298824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61" name="正方形/長方形 360">
            <a:extLst>
              <a:ext uri="{FF2B5EF4-FFF2-40B4-BE49-F238E27FC236}">
                <a16:creationId xmlns:a16="http://schemas.microsoft.com/office/drawing/2014/main" id="{D99CC8B1-D9C1-4E79-95B6-6C60A79996B3}"/>
              </a:ext>
            </a:extLst>
          </p:cNvPr>
          <p:cNvSpPr/>
          <p:nvPr/>
        </p:nvSpPr>
        <p:spPr>
          <a:xfrm>
            <a:off x="424136" y="2949746"/>
            <a:ext cx="2304000" cy="6602853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622C50E-91BA-465E-86A1-FD1A992CBEDD}"/>
              </a:ext>
            </a:extLst>
          </p:cNvPr>
          <p:cNvSpPr/>
          <p:nvPr/>
        </p:nvSpPr>
        <p:spPr>
          <a:xfrm>
            <a:off x="424136" y="1322369"/>
            <a:ext cx="2304000" cy="1236417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5E318B0-6DCD-4311-AC09-E0D652C0EAEB}"/>
              </a:ext>
            </a:extLst>
          </p:cNvPr>
          <p:cNvSpPr/>
          <p:nvPr/>
        </p:nvSpPr>
        <p:spPr>
          <a:xfrm>
            <a:off x="928800" y="1560600"/>
            <a:ext cx="1117175" cy="372392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マーケティング</a:t>
            </a:r>
            <a:endParaRPr kumimoji="1" lang="en-US" altLang="ja-JP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78EE78C4-D73B-4DAB-9C1E-D9B47CBD0D16}"/>
              </a:ext>
            </a:extLst>
          </p:cNvPr>
          <p:cNvSpPr/>
          <p:nvPr/>
        </p:nvSpPr>
        <p:spPr>
          <a:xfrm>
            <a:off x="911074" y="2086928"/>
            <a:ext cx="1117175" cy="372392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マーケティング</a:t>
            </a:r>
            <a:endParaRPr kumimoji="1" lang="en-US" altLang="ja-JP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活動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A80E418-23F1-42DC-81ED-54B3A84FD98B}"/>
              </a:ext>
            </a:extLst>
          </p:cNvPr>
          <p:cNvSpPr/>
          <p:nvPr/>
        </p:nvSpPr>
        <p:spPr>
          <a:xfrm>
            <a:off x="496144" y="1198977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マーケティング</a:t>
            </a:r>
          </a:p>
        </p:txBody>
      </p:sp>
      <p:sp>
        <p:nvSpPr>
          <p:cNvPr id="245" name="正方形/長方形 244">
            <a:extLst>
              <a:ext uri="{FF2B5EF4-FFF2-40B4-BE49-F238E27FC236}">
                <a16:creationId xmlns:a16="http://schemas.microsoft.com/office/drawing/2014/main" id="{4142C371-3A2D-44D4-89DA-78303D5F765E}"/>
              </a:ext>
            </a:extLst>
          </p:cNvPr>
          <p:cNvSpPr/>
          <p:nvPr/>
        </p:nvSpPr>
        <p:spPr>
          <a:xfrm>
            <a:off x="929982" y="3224877"/>
            <a:ext cx="1116532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営業戦略策定</a:t>
            </a:r>
            <a:endParaRPr kumimoji="1" lang="ja-JP" altLang="en-US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46" name="正方形/長方形 245">
            <a:extLst>
              <a:ext uri="{FF2B5EF4-FFF2-40B4-BE49-F238E27FC236}">
                <a16:creationId xmlns:a16="http://schemas.microsoft.com/office/drawing/2014/main" id="{04C34B5B-F41D-45FC-85AF-30FEB0579F1F}"/>
              </a:ext>
            </a:extLst>
          </p:cNvPr>
          <p:cNvSpPr/>
          <p:nvPr/>
        </p:nvSpPr>
        <p:spPr>
          <a:xfrm>
            <a:off x="929982" y="3702479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アプローチ</a:t>
            </a:r>
          </a:p>
        </p:txBody>
      </p:sp>
      <p:sp>
        <p:nvSpPr>
          <p:cNvPr id="247" name="正方形/長方形 246">
            <a:extLst>
              <a:ext uri="{FF2B5EF4-FFF2-40B4-BE49-F238E27FC236}">
                <a16:creationId xmlns:a16="http://schemas.microsoft.com/office/drawing/2014/main" id="{C8833265-6098-4AB6-B73A-B68FC3419530}"/>
              </a:ext>
            </a:extLst>
          </p:cNvPr>
          <p:cNvSpPr/>
          <p:nvPr/>
        </p:nvSpPr>
        <p:spPr>
          <a:xfrm>
            <a:off x="929982" y="4180081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セリング</a:t>
            </a:r>
          </a:p>
        </p:txBody>
      </p:sp>
      <p:sp>
        <p:nvSpPr>
          <p:cNvPr id="252" name="正方形/長方形 251">
            <a:extLst>
              <a:ext uri="{FF2B5EF4-FFF2-40B4-BE49-F238E27FC236}">
                <a16:creationId xmlns:a16="http://schemas.microsoft.com/office/drawing/2014/main" id="{16D1B303-79FA-4857-B112-401E41F07752}"/>
              </a:ext>
            </a:extLst>
          </p:cNvPr>
          <p:cNvSpPr/>
          <p:nvPr/>
        </p:nvSpPr>
        <p:spPr>
          <a:xfrm>
            <a:off x="929982" y="5127179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契約書作成</a:t>
            </a:r>
          </a:p>
        </p:txBody>
      </p:sp>
      <p:sp>
        <p:nvSpPr>
          <p:cNvPr id="255" name="正方形/長方形 254">
            <a:extLst>
              <a:ext uri="{FF2B5EF4-FFF2-40B4-BE49-F238E27FC236}">
                <a16:creationId xmlns:a16="http://schemas.microsoft.com/office/drawing/2014/main" id="{9B8B5346-137B-4EC9-BA60-2DDF93C1247D}"/>
              </a:ext>
            </a:extLst>
          </p:cNvPr>
          <p:cNvSpPr/>
          <p:nvPr/>
        </p:nvSpPr>
        <p:spPr>
          <a:xfrm>
            <a:off x="2193775" y="4182497"/>
            <a:ext cx="353336" cy="17690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納期確認</a:t>
            </a:r>
          </a:p>
        </p:txBody>
      </p:sp>
      <p:sp>
        <p:nvSpPr>
          <p:cNvPr id="256" name="正方形/長方形 255">
            <a:extLst>
              <a:ext uri="{FF2B5EF4-FFF2-40B4-BE49-F238E27FC236}">
                <a16:creationId xmlns:a16="http://schemas.microsoft.com/office/drawing/2014/main" id="{49CCEA02-D963-409E-89BB-7E239A91454D}"/>
              </a:ext>
            </a:extLst>
          </p:cNvPr>
          <p:cNvSpPr/>
          <p:nvPr/>
        </p:nvSpPr>
        <p:spPr>
          <a:xfrm>
            <a:off x="929982" y="6090489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計上判定</a:t>
            </a:r>
          </a:p>
        </p:txBody>
      </p: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CD9989CA-FE64-44C9-82D6-4F6356358FB7}"/>
              </a:ext>
            </a:extLst>
          </p:cNvPr>
          <p:cNvSpPr/>
          <p:nvPr/>
        </p:nvSpPr>
        <p:spPr>
          <a:xfrm>
            <a:off x="929982" y="6568091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売上計上</a:t>
            </a: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8507AD7-4FC3-4C47-87A2-2750CC8C0B75}"/>
              </a:ext>
            </a:extLst>
          </p:cNvPr>
          <p:cNvSpPr/>
          <p:nvPr/>
        </p:nvSpPr>
        <p:spPr>
          <a:xfrm>
            <a:off x="929982" y="7045693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請求</a:t>
            </a:r>
          </a:p>
        </p:txBody>
      </p:sp>
      <p:sp>
        <p:nvSpPr>
          <p:cNvPr id="260" name="正方形/長方形 259">
            <a:extLst>
              <a:ext uri="{FF2B5EF4-FFF2-40B4-BE49-F238E27FC236}">
                <a16:creationId xmlns:a16="http://schemas.microsoft.com/office/drawing/2014/main" id="{CD1174F7-BD6C-49DA-8737-1BBCA99CC687}"/>
              </a:ext>
            </a:extLst>
          </p:cNvPr>
          <p:cNvSpPr/>
          <p:nvPr/>
        </p:nvSpPr>
        <p:spPr>
          <a:xfrm>
            <a:off x="929982" y="7523295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入金消込</a:t>
            </a: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43036-3349-41ED-945C-5988C3CB58B0}"/>
              </a:ext>
            </a:extLst>
          </p:cNvPr>
          <p:cNvSpPr/>
          <p:nvPr/>
        </p:nvSpPr>
        <p:spPr>
          <a:xfrm>
            <a:off x="2193775" y="6095522"/>
            <a:ext cx="353336" cy="12961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検収取得</a:t>
            </a:r>
          </a:p>
        </p:txBody>
      </p:sp>
      <p:sp>
        <p:nvSpPr>
          <p:cNvPr id="263" name="正方形/長方形 262">
            <a:extLst>
              <a:ext uri="{FF2B5EF4-FFF2-40B4-BE49-F238E27FC236}">
                <a16:creationId xmlns:a16="http://schemas.microsoft.com/office/drawing/2014/main" id="{47F0008C-266C-4C7B-85B1-5811EE6340B8}"/>
              </a:ext>
            </a:extLst>
          </p:cNvPr>
          <p:cNvSpPr/>
          <p:nvPr/>
        </p:nvSpPr>
        <p:spPr>
          <a:xfrm>
            <a:off x="929339" y="8000897"/>
            <a:ext cx="1117175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販売パートナー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管理</a:t>
            </a:r>
          </a:p>
        </p:txBody>
      </p:sp>
      <p:sp>
        <p:nvSpPr>
          <p:cNvPr id="265" name="正方形/長方形 264">
            <a:extLst>
              <a:ext uri="{FF2B5EF4-FFF2-40B4-BE49-F238E27FC236}">
                <a16:creationId xmlns:a16="http://schemas.microsoft.com/office/drawing/2014/main" id="{693487A4-24EB-4C49-8B57-99B34BDE75E7}"/>
              </a:ext>
            </a:extLst>
          </p:cNvPr>
          <p:cNvSpPr/>
          <p:nvPr/>
        </p:nvSpPr>
        <p:spPr>
          <a:xfrm>
            <a:off x="929982" y="5604781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契約締結</a:t>
            </a:r>
          </a:p>
        </p:txBody>
      </p:sp>
      <p:sp>
        <p:nvSpPr>
          <p:cNvPr id="267" name="正方形/長方形 266">
            <a:extLst>
              <a:ext uri="{FF2B5EF4-FFF2-40B4-BE49-F238E27FC236}">
                <a16:creationId xmlns:a16="http://schemas.microsoft.com/office/drawing/2014/main" id="{6E0DE610-02AA-4B55-BBC1-30462CB40DC9}"/>
              </a:ext>
            </a:extLst>
          </p:cNvPr>
          <p:cNvSpPr/>
          <p:nvPr/>
        </p:nvSpPr>
        <p:spPr>
          <a:xfrm>
            <a:off x="929339" y="8956097"/>
            <a:ext cx="1117175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お客様契約管理</a:t>
            </a:r>
          </a:p>
        </p:txBody>
      </p:sp>
      <p:sp>
        <p:nvSpPr>
          <p:cNvPr id="269" name="正方形/長方形 268">
            <a:extLst>
              <a:ext uri="{FF2B5EF4-FFF2-40B4-BE49-F238E27FC236}">
                <a16:creationId xmlns:a16="http://schemas.microsoft.com/office/drawing/2014/main" id="{5818DD29-B567-43D4-A15E-ACAEB0F78B33}"/>
              </a:ext>
            </a:extLst>
          </p:cNvPr>
          <p:cNvSpPr/>
          <p:nvPr/>
        </p:nvSpPr>
        <p:spPr>
          <a:xfrm>
            <a:off x="929339" y="8478499"/>
            <a:ext cx="1117175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業務委託料・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報奨金計算</a:t>
            </a:r>
          </a:p>
        </p:txBody>
      </p:sp>
      <p:sp>
        <p:nvSpPr>
          <p:cNvPr id="270" name="正方形/長方形 269">
            <a:extLst>
              <a:ext uri="{FF2B5EF4-FFF2-40B4-BE49-F238E27FC236}">
                <a16:creationId xmlns:a16="http://schemas.microsoft.com/office/drawing/2014/main" id="{7914E20C-8775-43EA-AB92-9A5EECE3289C}"/>
              </a:ext>
            </a:extLst>
          </p:cNvPr>
          <p:cNvSpPr/>
          <p:nvPr/>
        </p:nvSpPr>
        <p:spPr>
          <a:xfrm>
            <a:off x="3093311" y="7214589"/>
            <a:ext cx="1116532" cy="372392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</a:p>
        </p:txBody>
      </p:sp>
      <p:sp>
        <p:nvSpPr>
          <p:cNvPr id="271" name="正方形/長方形 270">
            <a:extLst>
              <a:ext uri="{FF2B5EF4-FFF2-40B4-BE49-F238E27FC236}">
                <a16:creationId xmlns:a16="http://schemas.microsoft.com/office/drawing/2014/main" id="{6775AFC5-4561-4BFF-AB8D-25705F91ED96}"/>
              </a:ext>
            </a:extLst>
          </p:cNvPr>
          <p:cNvSpPr/>
          <p:nvPr/>
        </p:nvSpPr>
        <p:spPr>
          <a:xfrm>
            <a:off x="4391064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検討</a:t>
            </a:r>
          </a:p>
        </p:txBody>
      </p:sp>
      <p:sp>
        <p:nvSpPr>
          <p:cNvPr id="272" name="正方形/長方形 271">
            <a:extLst>
              <a:ext uri="{FF2B5EF4-FFF2-40B4-BE49-F238E27FC236}">
                <a16:creationId xmlns:a16="http://schemas.microsoft.com/office/drawing/2014/main" id="{A3409514-589A-43BF-9895-6DE27C4B5F6C}"/>
              </a:ext>
            </a:extLst>
          </p:cNvPr>
          <p:cNvSpPr/>
          <p:nvPr/>
        </p:nvSpPr>
        <p:spPr>
          <a:xfrm>
            <a:off x="5688817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提案→提供</a:t>
            </a:r>
          </a:p>
        </p:txBody>
      </p: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C8B91C6C-2888-4EBF-BFE1-2B53694E5B75}"/>
              </a:ext>
            </a:extLst>
          </p:cNvPr>
          <p:cNvSpPr/>
          <p:nvPr/>
        </p:nvSpPr>
        <p:spPr>
          <a:xfrm>
            <a:off x="4391064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料金計算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サービス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8E01FFCE-7328-47C9-B02E-1EBA26992F6F}"/>
              </a:ext>
            </a:extLst>
          </p:cNvPr>
          <p:cNvSpPr/>
          <p:nvPr/>
        </p:nvSpPr>
        <p:spPr>
          <a:xfrm>
            <a:off x="6986570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品質管理</a:t>
            </a: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22AEF766-2477-4A7D-8EE6-6EDE42DD54CC}"/>
              </a:ext>
            </a:extLst>
          </p:cNvPr>
          <p:cNvSpPr/>
          <p:nvPr/>
        </p:nvSpPr>
        <p:spPr>
          <a:xfrm>
            <a:off x="5688817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案件管理</a:t>
            </a: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AA720D15-ACCA-48C4-BBA3-A49FC85A0158}"/>
              </a:ext>
            </a:extLst>
          </p:cNvPr>
          <p:cNvSpPr/>
          <p:nvPr/>
        </p:nvSpPr>
        <p:spPr>
          <a:xfrm>
            <a:off x="6986570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アサイン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計画策定</a:t>
            </a: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6AD8AEBB-A6CE-4FC4-9EEB-7247437DAE34}"/>
              </a:ext>
            </a:extLst>
          </p:cNvPr>
          <p:cNvSpPr/>
          <p:nvPr/>
        </p:nvSpPr>
        <p:spPr>
          <a:xfrm>
            <a:off x="3093311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業務委託料計算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サービス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1C3EBBC6-830E-4CAC-BA82-F8CAAA214A89}"/>
              </a:ext>
            </a:extLst>
          </p:cNvPr>
          <p:cNvSpPr/>
          <p:nvPr/>
        </p:nvSpPr>
        <p:spPr>
          <a:xfrm>
            <a:off x="8284324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スキル情報管理</a:t>
            </a:r>
          </a:p>
        </p:txBody>
      </p:sp>
      <p:sp>
        <p:nvSpPr>
          <p:cNvPr id="293" name="正方形/長方形 292">
            <a:extLst>
              <a:ext uri="{FF2B5EF4-FFF2-40B4-BE49-F238E27FC236}">
                <a16:creationId xmlns:a16="http://schemas.microsoft.com/office/drawing/2014/main" id="{7E292C32-B7A9-4627-A618-50331EF7E4B8}"/>
              </a:ext>
            </a:extLst>
          </p:cNvPr>
          <p:cNvSpPr/>
          <p:nvPr/>
        </p:nvSpPr>
        <p:spPr>
          <a:xfrm>
            <a:off x="3097437" y="283524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物流計画策定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4" name="正方形/長方形 293">
            <a:extLst>
              <a:ext uri="{FF2B5EF4-FFF2-40B4-BE49-F238E27FC236}">
                <a16:creationId xmlns:a16="http://schemas.microsoft.com/office/drawing/2014/main" id="{6C4616A4-045D-4D9C-BBD4-AA9E181AE19B}"/>
              </a:ext>
            </a:extLst>
          </p:cNvPr>
          <p:cNvSpPr/>
          <p:nvPr/>
        </p:nvSpPr>
        <p:spPr>
          <a:xfrm>
            <a:off x="4395190" y="3583977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物流作業実績管理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5" name="正方形/長方形 294">
            <a:extLst>
              <a:ext uri="{FF2B5EF4-FFF2-40B4-BE49-F238E27FC236}">
                <a16:creationId xmlns:a16="http://schemas.microsoft.com/office/drawing/2014/main" id="{7B6FAB41-F459-4B8A-A291-E41339AE9519}"/>
              </a:ext>
            </a:extLst>
          </p:cNvPr>
          <p:cNvSpPr/>
          <p:nvPr/>
        </p:nvSpPr>
        <p:spPr>
          <a:xfrm>
            <a:off x="4395190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在庫受払</a:t>
            </a:r>
          </a:p>
        </p:txBody>
      </p:sp>
      <p:sp>
        <p:nvSpPr>
          <p:cNvPr id="296" name="正方形/長方形 295">
            <a:extLst>
              <a:ext uri="{FF2B5EF4-FFF2-40B4-BE49-F238E27FC236}">
                <a16:creationId xmlns:a16="http://schemas.microsoft.com/office/drawing/2014/main" id="{1D1E8474-571D-4BAB-85F3-4A26BB53F210}"/>
              </a:ext>
            </a:extLst>
          </p:cNvPr>
          <p:cNvSpPr/>
          <p:nvPr/>
        </p:nvSpPr>
        <p:spPr>
          <a:xfrm>
            <a:off x="3097437" y="3583977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自社品納期確認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7" name="正方形/長方形 296">
            <a:extLst>
              <a:ext uri="{FF2B5EF4-FFF2-40B4-BE49-F238E27FC236}">
                <a16:creationId xmlns:a16="http://schemas.microsoft.com/office/drawing/2014/main" id="{7CAC2172-5411-452B-AD4A-4A641D01FF59}"/>
              </a:ext>
            </a:extLst>
          </p:cNvPr>
          <p:cNvSpPr/>
          <p:nvPr/>
        </p:nvSpPr>
        <p:spPr>
          <a:xfrm>
            <a:off x="3097437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在庫引当</a:t>
            </a:r>
          </a:p>
        </p:txBody>
      </p:sp>
      <p:sp>
        <p:nvSpPr>
          <p:cNvPr id="298" name="正方形/長方形 297">
            <a:extLst>
              <a:ext uri="{FF2B5EF4-FFF2-40B4-BE49-F238E27FC236}">
                <a16:creationId xmlns:a16="http://schemas.microsoft.com/office/drawing/2014/main" id="{4F019EBC-BE8B-4DEF-9797-EEA18585FF8D}"/>
              </a:ext>
            </a:extLst>
          </p:cNvPr>
          <p:cNvSpPr/>
          <p:nvPr/>
        </p:nvSpPr>
        <p:spPr>
          <a:xfrm>
            <a:off x="5692943" y="2835245"/>
            <a:ext cx="1117175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需要・供給計画管理</a:t>
            </a:r>
          </a:p>
        </p:txBody>
      </p:sp>
      <p:sp>
        <p:nvSpPr>
          <p:cNvPr id="299" name="正方形/長方形 298">
            <a:extLst>
              <a:ext uri="{FF2B5EF4-FFF2-40B4-BE49-F238E27FC236}">
                <a16:creationId xmlns:a16="http://schemas.microsoft.com/office/drawing/2014/main" id="{5F3017E7-C6F5-4CE8-B5FB-D3983029FD1D}"/>
              </a:ext>
            </a:extLst>
          </p:cNvPr>
          <p:cNvSpPr/>
          <p:nvPr/>
        </p:nvSpPr>
        <p:spPr>
          <a:xfrm>
            <a:off x="5692943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棚卸</a:t>
            </a:r>
          </a:p>
        </p:txBody>
      </p:sp>
      <p:sp>
        <p:nvSpPr>
          <p:cNvPr id="300" name="正方形/長方形 299">
            <a:extLst>
              <a:ext uri="{FF2B5EF4-FFF2-40B4-BE49-F238E27FC236}">
                <a16:creationId xmlns:a16="http://schemas.microsoft.com/office/drawing/2014/main" id="{9B208576-6756-43CB-A740-5069C41D4EC8}"/>
              </a:ext>
            </a:extLst>
          </p:cNvPr>
          <p:cNvSpPr/>
          <p:nvPr/>
        </p:nvSpPr>
        <p:spPr>
          <a:xfrm>
            <a:off x="8306546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通関</a:t>
            </a:r>
          </a:p>
        </p:txBody>
      </p:sp>
      <p:sp>
        <p:nvSpPr>
          <p:cNvPr id="302" name="正方形/長方形 301">
            <a:extLst>
              <a:ext uri="{FF2B5EF4-FFF2-40B4-BE49-F238E27FC236}">
                <a16:creationId xmlns:a16="http://schemas.microsoft.com/office/drawing/2014/main" id="{36E1CF24-CE35-41E0-94AD-9C5577FBDD69}"/>
              </a:ext>
            </a:extLst>
          </p:cNvPr>
          <p:cNvSpPr/>
          <p:nvPr/>
        </p:nvSpPr>
        <p:spPr>
          <a:xfrm>
            <a:off x="6990696" y="283524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需要予測</a:t>
            </a:r>
          </a:p>
        </p:txBody>
      </p:sp>
      <p:sp>
        <p:nvSpPr>
          <p:cNvPr id="303" name="正方形/長方形 302">
            <a:extLst>
              <a:ext uri="{FF2B5EF4-FFF2-40B4-BE49-F238E27FC236}">
                <a16:creationId xmlns:a16="http://schemas.microsoft.com/office/drawing/2014/main" id="{92164146-CC72-46C7-9E67-283188FC2DA9}"/>
              </a:ext>
            </a:extLst>
          </p:cNvPr>
          <p:cNvSpPr/>
          <p:nvPr/>
        </p:nvSpPr>
        <p:spPr>
          <a:xfrm>
            <a:off x="6990696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流通加工</a:t>
            </a:r>
          </a:p>
        </p:txBody>
      </p:sp>
      <p:sp>
        <p:nvSpPr>
          <p:cNvPr id="304" name="正方形/長方形 303">
            <a:extLst>
              <a:ext uri="{FF2B5EF4-FFF2-40B4-BE49-F238E27FC236}">
                <a16:creationId xmlns:a16="http://schemas.microsoft.com/office/drawing/2014/main" id="{A8CCDF32-074C-49EE-AF21-38D19EB3D319}"/>
              </a:ext>
            </a:extLst>
          </p:cNvPr>
          <p:cNvSpPr/>
          <p:nvPr/>
        </p:nvSpPr>
        <p:spPr>
          <a:xfrm>
            <a:off x="8313222" y="3583977"/>
            <a:ext cx="1110499" cy="3039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販売終了・供給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サポート終了管理</a:t>
            </a:r>
          </a:p>
        </p:txBody>
      </p:sp>
      <p:sp>
        <p:nvSpPr>
          <p:cNvPr id="305" name="正方形/長方形 304">
            <a:extLst>
              <a:ext uri="{FF2B5EF4-FFF2-40B4-BE49-F238E27FC236}">
                <a16:creationId xmlns:a16="http://schemas.microsoft.com/office/drawing/2014/main" id="{6F942BAF-D299-42F6-8F5F-E1505A8E8EC5}"/>
              </a:ext>
            </a:extLst>
          </p:cNvPr>
          <p:cNvSpPr/>
          <p:nvPr/>
        </p:nvSpPr>
        <p:spPr>
          <a:xfrm>
            <a:off x="4408021" y="283524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輸配送計画策定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06" name="正方形/長方形 305">
            <a:extLst>
              <a:ext uri="{FF2B5EF4-FFF2-40B4-BE49-F238E27FC236}">
                <a16:creationId xmlns:a16="http://schemas.microsoft.com/office/drawing/2014/main" id="{BF482CC3-2D17-4373-B087-F0C2FEB5A6FA}"/>
              </a:ext>
            </a:extLst>
          </p:cNvPr>
          <p:cNvSpPr/>
          <p:nvPr/>
        </p:nvSpPr>
        <p:spPr>
          <a:xfrm>
            <a:off x="5692943" y="3583977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余剰在庫管理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08" name="正方形/長方形 307">
            <a:extLst>
              <a:ext uri="{FF2B5EF4-FFF2-40B4-BE49-F238E27FC236}">
                <a16:creationId xmlns:a16="http://schemas.microsoft.com/office/drawing/2014/main" id="{72B45CC0-D649-4A23-A422-DDE5DFC760F3}"/>
              </a:ext>
            </a:extLst>
          </p:cNvPr>
          <p:cNvSpPr/>
          <p:nvPr/>
        </p:nvSpPr>
        <p:spPr>
          <a:xfrm>
            <a:off x="6990696" y="3587353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業務委託管理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物流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09" name="正方形/長方形 308">
            <a:extLst>
              <a:ext uri="{FF2B5EF4-FFF2-40B4-BE49-F238E27FC236}">
                <a16:creationId xmlns:a16="http://schemas.microsoft.com/office/drawing/2014/main" id="{0D621126-43D5-4BDA-8785-D822FCE937EA}"/>
              </a:ext>
            </a:extLst>
          </p:cNvPr>
          <p:cNvSpPr/>
          <p:nvPr/>
        </p:nvSpPr>
        <p:spPr>
          <a:xfrm>
            <a:off x="3097437" y="1580125"/>
            <a:ext cx="1116532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生産戦略策定</a:t>
            </a:r>
          </a:p>
        </p:txBody>
      </p:sp>
      <p:sp>
        <p:nvSpPr>
          <p:cNvPr id="310" name="正方形/長方形 309">
            <a:extLst>
              <a:ext uri="{FF2B5EF4-FFF2-40B4-BE49-F238E27FC236}">
                <a16:creationId xmlns:a16="http://schemas.microsoft.com/office/drawing/2014/main" id="{C7A77A55-B687-40EC-8425-CBE2C2CFB4CF}"/>
              </a:ext>
            </a:extLst>
          </p:cNvPr>
          <p:cNvSpPr/>
          <p:nvPr/>
        </p:nvSpPr>
        <p:spPr>
          <a:xfrm>
            <a:off x="4395190" y="158012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生産量計画策定</a:t>
            </a:r>
          </a:p>
        </p:txBody>
      </p:sp>
      <p:sp>
        <p:nvSpPr>
          <p:cNvPr id="311" name="正方形/長方形 310">
            <a:extLst>
              <a:ext uri="{FF2B5EF4-FFF2-40B4-BE49-F238E27FC236}">
                <a16:creationId xmlns:a16="http://schemas.microsoft.com/office/drawing/2014/main" id="{2C28333E-5F37-45A0-863B-2BBB9763F35B}"/>
              </a:ext>
            </a:extLst>
          </p:cNvPr>
          <p:cNvSpPr/>
          <p:nvPr/>
        </p:nvSpPr>
        <p:spPr>
          <a:xfrm>
            <a:off x="8300368" y="158012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工場出荷</a:t>
            </a:r>
          </a:p>
        </p:txBody>
      </p:sp>
      <p:sp>
        <p:nvSpPr>
          <p:cNvPr id="312" name="正方形/長方形 311">
            <a:extLst>
              <a:ext uri="{FF2B5EF4-FFF2-40B4-BE49-F238E27FC236}">
                <a16:creationId xmlns:a16="http://schemas.microsoft.com/office/drawing/2014/main" id="{90A42073-F544-4290-BB44-A1EFAE1D3EC4}"/>
              </a:ext>
            </a:extLst>
          </p:cNvPr>
          <p:cNvSpPr/>
          <p:nvPr/>
        </p:nvSpPr>
        <p:spPr>
          <a:xfrm>
            <a:off x="6990696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在庫受払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・棚卸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部材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13" name="正方形/長方形 312">
            <a:extLst>
              <a:ext uri="{FF2B5EF4-FFF2-40B4-BE49-F238E27FC236}">
                <a16:creationId xmlns:a16="http://schemas.microsoft.com/office/drawing/2014/main" id="{C3B69469-D881-429D-906E-9F4BFECFDE5B}"/>
              </a:ext>
            </a:extLst>
          </p:cNvPr>
          <p:cNvSpPr/>
          <p:nvPr/>
        </p:nvSpPr>
        <p:spPr>
          <a:xfrm>
            <a:off x="5692943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部材発注受入</a:t>
            </a:r>
          </a:p>
        </p:txBody>
      </p:sp>
      <p:sp>
        <p:nvSpPr>
          <p:cNvPr id="314" name="正方形/長方形 313">
            <a:extLst>
              <a:ext uri="{FF2B5EF4-FFF2-40B4-BE49-F238E27FC236}">
                <a16:creationId xmlns:a16="http://schemas.microsoft.com/office/drawing/2014/main" id="{AE176925-80A7-4FBB-A7FC-292B37B8CCBA}"/>
              </a:ext>
            </a:extLst>
          </p:cNvPr>
          <p:cNvSpPr/>
          <p:nvPr/>
        </p:nvSpPr>
        <p:spPr>
          <a:xfrm>
            <a:off x="7002615" y="1580125"/>
            <a:ext cx="1116532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製造</a:t>
            </a:r>
          </a:p>
        </p:txBody>
      </p:sp>
      <p:sp>
        <p:nvSpPr>
          <p:cNvPr id="315" name="正方形/長方形 314">
            <a:extLst>
              <a:ext uri="{FF2B5EF4-FFF2-40B4-BE49-F238E27FC236}">
                <a16:creationId xmlns:a16="http://schemas.microsoft.com/office/drawing/2014/main" id="{C5AD231E-D66B-4DDE-8B6E-7E45DD112B33}"/>
              </a:ext>
            </a:extLst>
          </p:cNvPr>
          <p:cNvSpPr/>
          <p:nvPr/>
        </p:nvSpPr>
        <p:spPr>
          <a:xfrm>
            <a:off x="5664396" y="157588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生産依頼受付</a:t>
            </a:r>
          </a:p>
        </p:txBody>
      </p:sp>
      <p:sp>
        <p:nvSpPr>
          <p:cNvPr id="317" name="正方形/長方形 316">
            <a:extLst>
              <a:ext uri="{FF2B5EF4-FFF2-40B4-BE49-F238E27FC236}">
                <a16:creationId xmlns:a16="http://schemas.microsoft.com/office/drawing/2014/main" id="{7408933C-9C3B-4F9B-B28D-EE524535384B}"/>
              </a:ext>
            </a:extLst>
          </p:cNvPr>
          <p:cNvSpPr/>
          <p:nvPr/>
        </p:nvSpPr>
        <p:spPr>
          <a:xfrm>
            <a:off x="3097437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所要量計算</a:t>
            </a:r>
          </a:p>
        </p:txBody>
      </p:sp>
      <p:sp>
        <p:nvSpPr>
          <p:cNvPr id="318" name="正方形/長方形 317">
            <a:extLst>
              <a:ext uri="{FF2B5EF4-FFF2-40B4-BE49-F238E27FC236}">
                <a16:creationId xmlns:a16="http://schemas.microsoft.com/office/drawing/2014/main" id="{FD6A7C3B-F653-453C-9C26-09A327F67DE4}"/>
              </a:ext>
            </a:extLst>
          </p:cNvPr>
          <p:cNvSpPr/>
          <p:nvPr/>
        </p:nvSpPr>
        <p:spPr>
          <a:xfrm>
            <a:off x="4395190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部材発注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0" name="正方形/長方形 319">
            <a:extLst>
              <a:ext uri="{FF2B5EF4-FFF2-40B4-BE49-F238E27FC236}">
                <a16:creationId xmlns:a16="http://schemas.microsoft.com/office/drawing/2014/main" id="{4F8B2C3F-274A-4431-B315-EEB1D32046D3}"/>
              </a:ext>
            </a:extLst>
          </p:cNvPr>
          <p:cNvSpPr/>
          <p:nvPr/>
        </p:nvSpPr>
        <p:spPr>
          <a:xfrm>
            <a:off x="8313222" y="1923732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リサイクル判定</a:t>
            </a:r>
          </a:p>
        </p:txBody>
      </p:sp>
      <p:sp>
        <p:nvSpPr>
          <p:cNvPr id="322" name="正方形/長方形 321">
            <a:extLst>
              <a:ext uri="{FF2B5EF4-FFF2-40B4-BE49-F238E27FC236}">
                <a16:creationId xmlns:a16="http://schemas.microsoft.com/office/drawing/2014/main" id="{9F2189B4-474D-41B9-9C8D-01E795843CAD}"/>
              </a:ext>
            </a:extLst>
          </p:cNvPr>
          <p:cNvSpPr/>
          <p:nvPr/>
        </p:nvSpPr>
        <p:spPr>
          <a:xfrm>
            <a:off x="3097437" y="473807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他社仕入見積依頼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3" name="正方形/長方形 322">
            <a:extLst>
              <a:ext uri="{FF2B5EF4-FFF2-40B4-BE49-F238E27FC236}">
                <a16:creationId xmlns:a16="http://schemas.microsoft.com/office/drawing/2014/main" id="{B7513EF2-1249-411C-9C38-44B4F8C7801F}"/>
              </a:ext>
            </a:extLst>
          </p:cNvPr>
          <p:cNvSpPr/>
          <p:nvPr/>
        </p:nvSpPr>
        <p:spPr>
          <a:xfrm>
            <a:off x="4395190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発注</a:t>
            </a:r>
          </a:p>
        </p:txBody>
      </p:sp>
      <p:sp>
        <p:nvSpPr>
          <p:cNvPr id="324" name="正方形/長方形 323">
            <a:extLst>
              <a:ext uri="{FF2B5EF4-FFF2-40B4-BE49-F238E27FC236}">
                <a16:creationId xmlns:a16="http://schemas.microsoft.com/office/drawing/2014/main" id="{5DE23D31-F82E-4FA5-AE17-0D58D243AAF9}"/>
              </a:ext>
            </a:extLst>
          </p:cNvPr>
          <p:cNvSpPr/>
          <p:nvPr/>
        </p:nvSpPr>
        <p:spPr>
          <a:xfrm>
            <a:off x="8306546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仕入先情報登録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5" name="正方形/長方形 324">
            <a:extLst>
              <a:ext uri="{FF2B5EF4-FFF2-40B4-BE49-F238E27FC236}">
                <a16:creationId xmlns:a16="http://schemas.microsoft.com/office/drawing/2014/main" id="{1B018FE0-0F91-4FEB-A35C-2342A81CBE80}"/>
              </a:ext>
            </a:extLst>
          </p:cNvPr>
          <p:cNvSpPr/>
          <p:nvPr/>
        </p:nvSpPr>
        <p:spPr>
          <a:xfrm>
            <a:off x="5692943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発注受入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6" name="正方形/長方形 325">
            <a:extLst>
              <a:ext uri="{FF2B5EF4-FFF2-40B4-BE49-F238E27FC236}">
                <a16:creationId xmlns:a16="http://schemas.microsoft.com/office/drawing/2014/main" id="{78A9C4FB-31F0-42EB-9ED3-41980E1AB019}"/>
              </a:ext>
            </a:extLst>
          </p:cNvPr>
          <p:cNvSpPr/>
          <p:nvPr/>
        </p:nvSpPr>
        <p:spPr>
          <a:xfrm>
            <a:off x="3097437" y="4365650"/>
            <a:ext cx="1116532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購買戦略</a:t>
            </a:r>
            <a:endParaRPr kumimoji="1" lang="ja-JP" altLang="en-US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7" name="正方形/長方形 326">
            <a:extLst>
              <a:ext uri="{FF2B5EF4-FFF2-40B4-BE49-F238E27FC236}">
                <a16:creationId xmlns:a16="http://schemas.microsoft.com/office/drawing/2014/main" id="{03ACFA73-21D7-4D7B-8E17-8536DD4070EF}"/>
              </a:ext>
            </a:extLst>
          </p:cNvPr>
          <p:cNvSpPr/>
          <p:nvPr/>
        </p:nvSpPr>
        <p:spPr>
          <a:xfrm>
            <a:off x="5692943" y="473807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他社仕入品</a:t>
            </a:r>
            <a:b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8" name="正方形/長方形 327">
            <a:extLst>
              <a:ext uri="{FF2B5EF4-FFF2-40B4-BE49-F238E27FC236}">
                <a16:creationId xmlns:a16="http://schemas.microsoft.com/office/drawing/2014/main" id="{E8117317-23A8-49C1-B244-AE69E805F7E9}"/>
              </a:ext>
            </a:extLst>
          </p:cNvPr>
          <p:cNvSpPr/>
          <p:nvPr/>
        </p:nvSpPr>
        <p:spPr>
          <a:xfrm>
            <a:off x="4395190" y="473807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他社仕入品</a:t>
            </a:r>
            <a:b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納期確認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9" name="正方形/長方形 328">
            <a:extLst>
              <a:ext uri="{FF2B5EF4-FFF2-40B4-BE49-F238E27FC236}">
                <a16:creationId xmlns:a16="http://schemas.microsoft.com/office/drawing/2014/main" id="{1D68951D-D9C2-4FE8-97E0-352D89765483}"/>
              </a:ext>
            </a:extLst>
          </p:cNvPr>
          <p:cNvSpPr/>
          <p:nvPr/>
        </p:nvSpPr>
        <p:spPr>
          <a:xfrm>
            <a:off x="6990696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仕入先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選定</a:t>
            </a:r>
          </a:p>
        </p:txBody>
      </p:sp>
      <p:sp>
        <p:nvSpPr>
          <p:cNvPr id="331" name="正方形/長方形 330">
            <a:extLst>
              <a:ext uri="{FF2B5EF4-FFF2-40B4-BE49-F238E27FC236}">
                <a16:creationId xmlns:a16="http://schemas.microsoft.com/office/drawing/2014/main" id="{4B73C979-BD43-4B15-B8B5-6F0BD685E3A5}"/>
              </a:ext>
            </a:extLst>
          </p:cNvPr>
          <p:cNvSpPr/>
          <p:nvPr/>
        </p:nvSpPr>
        <p:spPr>
          <a:xfrm>
            <a:off x="11188924" y="160595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財務管理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32" name="正方形/長方形 331">
            <a:extLst>
              <a:ext uri="{FF2B5EF4-FFF2-40B4-BE49-F238E27FC236}">
                <a16:creationId xmlns:a16="http://schemas.microsoft.com/office/drawing/2014/main" id="{060A4B0C-4B52-4386-8F4A-AC09F52824F9}"/>
              </a:ext>
            </a:extLst>
          </p:cNvPr>
          <p:cNvSpPr/>
          <p:nvPr/>
        </p:nvSpPr>
        <p:spPr>
          <a:xfrm>
            <a:off x="9892780" y="1615256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支払・出金管理</a:t>
            </a:r>
          </a:p>
        </p:txBody>
      </p:sp>
      <p:sp>
        <p:nvSpPr>
          <p:cNvPr id="333" name="正方形/長方形 332">
            <a:extLst>
              <a:ext uri="{FF2B5EF4-FFF2-40B4-BE49-F238E27FC236}">
                <a16:creationId xmlns:a16="http://schemas.microsoft.com/office/drawing/2014/main" id="{FFA8352E-9F32-4536-9AFF-78E4743DE8D9}"/>
              </a:ext>
            </a:extLst>
          </p:cNvPr>
          <p:cNvSpPr/>
          <p:nvPr/>
        </p:nvSpPr>
        <p:spPr>
          <a:xfrm>
            <a:off x="9892780" y="2253508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回収・入金管理</a:t>
            </a:r>
          </a:p>
        </p:txBody>
      </p:sp>
      <p:sp>
        <p:nvSpPr>
          <p:cNvPr id="334" name="正方形/長方形 333">
            <a:extLst>
              <a:ext uri="{FF2B5EF4-FFF2-40B4-BE49-F238E27FC236}">
                <a16:creationId xmlns:a16="http://schemas.microsoft.com/office/drawing/2014/main" id="{F39792FB-75F2-4C42-A60C-075F85B38DE2}"/>
              </a:ext>
            </a:extLst>
          </p:cNvPr>
          <p:cNvSpPr/>
          <p:nvPr/>
        </p:nvSpPr>
        <p:spPr>
          <a:xfrm>
            <a:off x="11188924" y="2254023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財務資金管理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36" name="正方形/長方形 335">
            <a:extLst>
              <a:ext uri="{FF2B5EF4-FFF2-40B4-BE49-F238E27FC236}">
                <a16:creationId xmlns:a16="http://schemas.microsoft.com/office/drawing/2014/main" id="{8626BB40-B599-4447-A4B1-952C58AD9CE7}"/>
              </a:ext>
            </a:extLst>
          </p:cNvPr>
          <p:cNvSpPr/>
          <p:nvPr/>
        </p:nvSpPr>
        <p:spPr>
          <a:xfrm>
            <a:off x="11188924" y="2863538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キャッシュフロー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管理</a:t>
            </a:r>
          </a:p>
        </p:txBody>
      </p:sp>
      <p:sp>
        <p:nvSpPr>
          <p:cNvPr id="339" name="正方形/長方形 338">
            <a:extLst>
              <a:ext uri="{FF2B5EF4-FFF2-40B4-BE49-F238E27FC236}">
                <a16:creationId xmlns:a16="http://schemas.microsoft.com/office/drawing/2014/main" id="{1D2E89F6-BC50-4FD0-ACAA-DB978C6FAD47}"/>
              </a:ext>
            </a:extLst>
          </p:cNvPr>
          <p:cNvSpPr/>
          <p:nvPr/>
        </p:nvSpPr>
        <p:spPr>
          <a:xfrm>
            <a:off x="9892780" y="350762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原価計算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プロジェクトを含む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1" name="正方形/長方形 340">
            <a:extLst>
              <a:ext uri="{FF2B5EF4-FFF2-40B4-BE49-F238E27FC236}">
                <a16:creationId xmlns:a16="http://schemas.microsoft.com/office/drawing/2014/main" id="{3B3E004F-AB21-499E-BFCB-32900D327FB1}"/>
              </a:ext>
            </a:extLst>
          </p:cNvPr>
          <p:cNvSpPr/>
          <p:nvPr/>
        </p:nvSpPr>
        <p:spPr>
          <a:xfrm>
            <a:off x="11175387" y="759120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情報システム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保守運用</a:t>
            </a:r>
          </a:p>
        </p:txBody>
      </p:sp>
      <p:sp>
        <p:nvSpPr>
          <p:cNvPr id="342" name="正方形/長方形 341">
            <a:extLst>
              <a:ext uri="{FF2B5EF4-FFF2-40B4-BE49-F238E27FC236}">
                <a16:creationId xmlns:a16="http://schemas.microsoft.com/office/drawing/2014/main" id="{3F36C2E4-A98C-447B-B21C-CA33C0A3F6EE}"/>
              </a:ext>
            </a:extLst>
          </p:cNvPr>
          <p:cNvSpPr/>
          <p:nvPr/>
        </p:nvSpPr>
        <p:spPr>
          <a:xfrm>
            <a:off x="9892780" y="542237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固定資産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4" name="正方形/長方形 343">
            <a:extLst>
              <a:ext uri="{FF2B5EF4-FFF2-40B4-BE49-F238E27FC236}">
                <a16:creationId xmlns:a16="http://schemas.microsoft.com/office/drawing/2014/main" id="{99FB5FE6-EC71-4ACC-897F-46F2F2AEDBAB}"/>
              </a:ext>
            </a:extLst>
          </p:cNvPr>
          <p:cNvSpPr/>
          <p:nvPr/>
        </p:nvSpPr>
        <p:spPr>
          <a:xfrm>
            <a:off x="9933580" y="759120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品目情報登録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5" name="正方形/長方形 344">
            <a:extLst>
              <a:ext uri="{FF2B5EF4-FFF2-40B4-BE49-F238E27FC236}">
                <a16:creationId xmlns:a16="http://schemas.microsoft.com/office/drawing/2014/main" id="{9E55249D-61B3-4F95-AED3-FD8EE234082F}"/>
              </a:ext>
            </a:extLst>
          </p:cNvPr>
          <p:cNvSpPr/>
          <p:nvPr/>
        </p:nvSpPr>
        <p:spPr>
          <a:xfrm>
            <a:off x="9933580" y="820440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価格情報登録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6" name="正方形/長方形 345">
            <a:extLst>
              <a:ext uri="{FF2B5EF4-FFF2-40B4-BE49-F238E27FC236}">
                <a16:creationId xmlns:a16="http://schemas.microsoft.com/office/drawing/2014/main" id="{00631EEA-1E71-4007-84AF-2707CB4043D8}"/>
              </a:ext>
            </a:extLst>
          </p:cNvPr>
          <p:cNvSpPr/>
          <p:nvPr/>
        </p:nvSpPr>
        <p:spPr>
          <a:xfrm>
            <a:off x="9933580" y="8817596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市場・取引先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情報登録</a:t>
            </a:r>
          </a:p>
        </p:txBody>
      </p:sp>
      <p:sp>
        <p:nvSpPr>
          <p:cNvPr id="347" name="正方形/長方形 346">
            <a:extLst>
              <a:ext uri="{FF2B5EF4-FFF2-40B4-BE49-F238E27FC236}">
                <a16:creationId xmlns:a16="http://schemas.microsoft.com/office/drawing/2014/main" id="{750DD6E8-D1CF-453F-98F5-66E23E03A0BC}"/>
              </a:ext>
            </a:extLst>
          </p:cNvPr>
          <p:cNvSpPr/>
          <p:nvPr/>
        </p:nvSpPr>
        <p:spPr>
          <a:xfrm>
            <a:off x="11188924" y="4777998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事業別・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案件別損益管理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0DD286E5-FC99-4C2D-8104-C2B0ED1D5FD7}"/>
              </a:ext>
            </a:extLst>
          </p:cNvPr>
          <p:cNvCxnSpPr>
            <a:stCxn id="2" idx="2"/>
            <a:endCxn id="233" idx="0"/>
          </p:cNvCxnSpPr>
          <p:nvPr/>
        </p:nvCxnSpPr>
        <p:spPr>
          <a:xfrm flipH="1">
            <a:off x="1469662" y="1932992"/>
            <a:ext cx="17726" cy="15393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直線矢印コネクタ 357">
            <a:extLst>
              <a:ext uri="{FF2B5EF4-FFF2-40B4-BE49-F238E27FC236}">
                <a16:creationId xmlns:a16="http://schemas.microsoft.com/office/drawing/2014/main" id="{29C837B0-9B95-455F-B8BD-D6542A790633}"/>
              </a:ext>
            </a:extLst>
          </p:cNvPr>
          <p:cNvCxnSpPr>
            <a:cxnSpLocks/>
            <a:stCxn id="245" idx="2"/>
            <a:endCxn id="246" idx="0"/>
          </p:cNvCxnSpPr>
          <p:nvPr/>
        </p:nvCxnSpPr>
        <p:spPr>
          <a:xfrm>
            <a:off x="1488248" y="3584877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四角形: 角を丸くする 363">
            <a:extLst>
              <a:ext uri="{FF2B5EF4-FFF2-40B4-BE49-F238E27FC236}">
                <a16:creationId xmlns:a16="http://schemas.microsoft.com/office/drawing/2014/main" id="{97D7DE0D-F8D7-4A76-9A07-97B37E24101B}"/>
              </a:ext>
            </a:extLst>
          </p:cNvPr>
          <p:cNvSpPr/>
          <p:nvPr/>
        </p:nvSpPr>
        <p:spPr>
          <a:xfrm>
            <a:off x="496144" y="2783153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営業・営業支援</a:t>
            </a:r>
          </a:p>
        </p:txBody>
      </p:sp>
      <p:cxnSp>
        <p:nvCxnSpPr>
          <p:cNvPr id="367" name="直線矢印コネクタ 366">
            <a:extLst>
              <a:ext uri="{FF2B5EF4-FFF2-40B4-BE49-F238E27FC236}">
                <a16:creationId xmlns:a16="http://schemas.microsoft.com/office/drawing/2014/main" id="{AC8DE76C-133C-4EA8-8FCE-C5D4E7F350AA}"/>
              </a:ext>
            </a:extLst>
          </p:cNvPr>
          <p:cNvCxnSpPr>
            <a:cxnSpLocks/>
            <a:stCxn id="247" idx="2"/>
            <a:endCxn id="254" idx="0"/>
          </p:cNvCxnSpPr>
          <p:nvPr/>
        </p:nvCxnSpPr>
        <p:spPr>
          <a:xfrm flipH="1">
            <a:off x="1473684" y="4540081"/>
            <a:ext cx="0" cy="13849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直線矢印コネクタ 369">
            <a:extLst>
              <a:ext uri="{FF2B5EF4-FFF2-40B4-BE49-F238E27FC236}">
                <a16:creationId xmlns:a16="http://schemas.microsoft.com/office/drawing/2014/main" id="{6C6DBE94-F14A-4777-B0BE-8499730E0D77}"/>
              </a:ext>
            </a:extLst>
          </p:cNvPr>
          <p:cNvCxnSpPr>
            <a:cxnSpLocks/>
            <a:stCxn id="252" idx="2"/>
            <a:endCxn id="265" idx="0"/>
          </p:cNvCxnSpPr>
          <p:nvPr/>
        </p:nvCxnSpPr>
        <p:spPr>
          <a:xfrm>
            <a:off x="1488248" y="5487179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直線矢印コネクタ 379">
            <a:extLst>
              <a:ext uri="{FF2B5EF4-FFF2-40B4-BE49-F238E27FC236}">
                <a16:creationId xmlns:a16="http://schemas.microsoft.com/office/drawing/2014/main" id="{2D1C71DE-D58D-425E-AC8C-7199C3CFD3D3}"/>
              </a:ext>
            </a:extLst>
          </p:cNvPr>
          <p:cNvCxnSpPr>
            <a:cxnSpLocks/>
            <a:stCxn id="256" idx="2"/>
            <a:endCxn id="257" idx="0"/>
          </p:cNvCxnSpPr>
          <p:nvPr/>
        </p:nvCxnSpPr>
        <p:spPr>
          <a:xfrm>
            <a:off x="1488248" y="6450489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直線矢印コネクタ 382">
            <a:extLst>
              <a:ext uri="{FF2B5EF4-FFF2-40B4-BE49-F238E27FC236}">
                <a16:creationId xmlns:a16="http://schemas.microsoft.com/office/drawing/2014/main" id="{D0A1B61A-36D8-44A6-B1A3-7AD11C9394A7}"/>
              </a:ext>
            </a:extLst>
          </p:cNvPr>
          <p:cNvCxnSpPr>
            <a:cxnSpLocks/>
            <a:stCxn id="257" idx="2"/>
            <a:endCxn id="259" idx="0"/>
          </p:cNvCxnSpPr>
          <p:nvPr/>
        </p:nvCxnSpPr>
        <p:spPr>
          <a:xfrm>
            <a:off x="1488248" y="6928091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直線矢印コネクタ 385">
            <a:extLst>
              <a:ext uri="{FF2B5EF4-FFF2-40B4-BE49-F238E27FC236}">
                <a16:creationId xmlns:a16="http://schemas.microsoft.com/office/drawing/2014/main" id="{98B638E0-5132-4876-89A2-4CD358D0CF02}"/>
              </a:ext>
            </a:extLst>
          </p:cNvPr>
          <p:cNvCxnSpPr>
            <a:cxnSpLocks/>
            <a:stCxn id="259" idx="2"/>
            <a:endCxn id="260" idx="0"/>
          </p:cNvCxnSpPr>
          <p:nvPr/>
        </p:nvCxnSpPr>
        <p:spPr>
          <a:xfrm>
            <a:off x="1488248" y="7405693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四角形: 角を丸くする 408">
            <a:extLst>
              <a:ext uri="{FF2B5EF4-FFF2-40B4-BE49-F238E27FC236}">
                <a16:creationId xmlns:a16="http://schemas.microsoft.com/office/drawing/2014/main" id="{47E4C974-4F94-4262-9878-E07940B45141}"/>
              </a:ext>
            </a:extLst>
          </p:cNvPr>
          <p:cNvSpPr/>
          <p:nvPr/>
        </p:nvSpPr>
        <p:spPr>
          <a:xfrm>
            <a:off x="3464588" y="2495121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需給・物流</a:t>
            </a:r>
          </a:p>
        </p:txBody>
      </p:sp>
      <p:sp>
        <p:nvSpPr>
          <p:cNvPr id="411" name="四角形: 角を丸くする 410">
            <a:extLst>
              <a:ext uri="{FF2B5EF4-FFF2-40B4-BE49-F238E27FC236}">
                <a16:creationId xmlns:a16="http://schemas.microsoft.com/office/drawing/2014/main" id="{2E194C17-7773-406B-BA38-F4DC4CD81418}"/>
              </a:ext>
            </a:extLst>
          </p:cNvPr>
          <p:cNvSpPr/>
          <p:nvPr/>
        </p:nvSpPr>
        <p:spPr>
          <a:xfrm>
            <a:off x="9984086" y="127098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財務管理・管理会計</a:t>
            </a:r>
          </a:p>
        </p:txBody>
      </p:sp>
      <p:sp>
        <p:nvSpPr>
          <p:cNvPr id="423" name="四角形: 角を丸くする 422">
            <a:extLst>
              <a:ext uri="{FF2B5EF4-FFF2-40B4-BE49-F238E27FC236}">
                <a16:creationId xmlns:a16="http://schemas.microsoft.com/office/drawing/2014/main" id="{22306C78-EE42-4081-B334-6282FBD52B5C}"/>
              </a:ext>
            </a:extLst>
          </p:cNvPr>
          <p:cNvSpPr/>
          <p:nvPr/>
        </p:nvSpPr>
        <p:spPr>
          <a:xfrm>
            <a:off x="3464588" y="1198977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製造</a:t>
            </a:r>
          </a:p>
        </p:txBody>
      </p:sp>
      <p:sp>
        <p:nvSpPr>
          <p:cNvPr id="474" name="四角形: 角を丸くする 473">
            <a:extLst>
              <a:ext uri="{FF2B5EF4-FFF2-40B4-BE49-F238E27FC236}">
                <a16:creationId xmlns:a16="http://schemas.microsoft.com/office/drawing/2014/main" id="{86C666E7-E8BE-476D-9A10-71529D4C0229}"/>
              </a:ext>
            </a:extLst>
          </p:cNvPr>
          <p:cNvSpPr/>
          <p:nvPr/>
        </p:nvSpPr>
        <p:spPr>
          <a:xfrm>
            <a:off x="3464588" y="4079297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購買</a:t>
            </a:r>
          </a:p>
        </p:txBody>
      </p:sp>
      <p:sp>
        <p:nvSpPr>
          <p:cNvPr id="477" name="四角形: 角を丸くする 476">
            <a:extLst>
              <a:ext uri="{FF2B5EF4-FFF2-40B4-BE49-F238E27FC236}">
                <a16:creationId xmlns:a16="http://schemas.microsoft.com/office/drawing/2014/main" id="{1293F002-CB1B-4718-8C97-21A491290768}"/>
              </a:ext>
            </a:extLst>
          </p:cNvPr>
          <p:cNvSpPr/>
          <p:nvPr/>
        </p:nvSpPr>
        <p:spPr>
          <a:xfrm>
            <a:off x="3464588" y="6815601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ソリューション・サービス</a:t>
            </a:r>
          </a:p>
        </p:txBody>
      </p:sp>
      <p:sp>
        <p:nvSpPr>
          <p:cNvPr id="488" name="四角形: 角を丸くする 487">
            <a:extLst>
              <a:ext uri="{FF2B5EF4-FFF2-40B4-BE49-F238E27FC236}">
                <a16:creationId xmlns:a16="http://schemas.microsoft.com/office/drawing/2014/main" id="{D2AE6AB6-116F-419A-870C-ABA1E79B827A}"/>
              </a:ext>
            </a:extLst>
          </p:cNvPr>
          <p:cNvSpPr/>
          <p:nvPr/>
        </p:nvSpPr>
        <p:spPr>
          <a:xfrm>
            <a:off x="9984086" y="6815601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ビジネス・サポート</a:t>
            </a:r>
          </a:p>
        </p:txBody>
      </p:sp>
      <p:cxnSp>
        <p:nvCxnSpPr>
          <p:cNvPr id="505" name="直線矢印コネクタ 504">
            <a:extLst>
              <a:ext uri="{FF2B5EF4-FFF2-40B4-BE49-F238E27FC236}">
                <a16:creationId xmlns:a16="http://schemas.microsoft.com/office/drawing/2014/main" id="{F83B5EE1-3245-4F52-8BA2-33ACE13EDDF6}"/>
              </a:ext>
            </a:extLst>
          </p:cNvPr>
          <p:cNvCxnSpPr>
            <a:cxnSpLocks/>
            <a:stCxn id="309" idx="3"/>
            <a:endCxn id="310" idx="1"/>
          </p:cNvCxnSpPr>
          <p:nvPr/>
        </p:nvCxnSpPr>
        <p:spPr>
          <a:xfrm>
            <a:off x="4213969" y="1724944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直線矢印コネクタ 511">
            <a:extLst>
              <a:ext uri="{FF2B5EF4-FFF2-40B4-BE49-F238E27FC236}">
                <a16:creationId xmlns:a16="http://schemas.microsoft.com/office/drawing/2014/main" id="{9D0E6B93-F6F9-4BF0-9D6D-65FE5CE41D0A}"/>
              </a:ext>
            </a:extLst>
          </p:cNvPr>
          <p:cNvCxnSpPr>
            <a:cxnSpLocks/>
            <a:stCxn id="310" idx="3"/>
            <a:endCxn id="315" idx="1"/>
          </p:cNvCxnSpPr>
          <p:nvPr/>
        </p:nvCxnSpPr>
        <p:spPr>
          <a:xfrm flipV="1">
            <a:off x="5511722" y="1720704"/>
            <a:ext cx="152674" cy="424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直線矢印コネクタ 512">
            <a:extLst>
              <a:ext uri="{FF2B5EF4-FFF2-40B4-BE49-F238E27FC236}">
                <a16:creationId xmlns:a16="http://schemas.microsoft.com/office/drawing/2014/main" id="{EAEF5535-7D80-4032-8ECD-8EB4D5A56763}"/>
              </a:ext>
            </a:extLst>
          </p:cNvPr>
          <p:cNvCxnSpPr>
            <a:cxnSpLocks/>
            <a:stCxn id="314" idx="3"/>
            <a:endCxn id="311" idx="1"/>
          </p:cNvCxnSpPr>
          <p:nvPr/>
        </p:nvCxnSpPr>
        <p:spPr>
          <a:xfrm>
            <a:off x="8119147" y="1724944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直線矢印コネクタ 513">
            <a:extLst>
              <a:ext uri="{FF2B5EF4-FFF2-40B4-BE49-F238E27FC236}">
                <a16:creationId xmlns:a16="http://schemas.microsoft.com/office/drawing/2014/main" id="{2959C29F-4386-45D2-B5D3-0142BD8602B2}"/>
              </a:ext>
            </a:extLst>
          </p:cNvPr>
          <p:cNvCxnSpPr>
            <a:cxnSpLocks/>
            <a:stCxn id="270" idx="3"/>
            <a:endCxn id="271" idx="1"/>
          </p:cNvCxnSpPr>
          <p:nvPr/>
        </p:nvCxnSpPr>
        <p:spPr>
          <a:xfrm>
            <a:off x="4209843" y="7400785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直線矢印コネクタ 514">
            <a:extLst>
              <a:ext uri="{FF2B5EF4-FFF2-40B4-BE49-F238E27FC236}">
                <a16:creationId xmlns:a16="http://schemas.microsoft.com/office/drawing/2014/main" id="{84DF0F1E-A30D-4430-B0A1-162D5347566A}"/>
              </a:ext>
            </a:extLst>
          </p:cNvPr>
          <p:cNvCxnSpPr>
            <a:cxnSpLocks/>
            <a:stCxn id="271" idx="3"/>
            <a:endCxn id="272" idx="1"/>
          </p:cNvCxnSpPr>
          <p:nvPr/>
        </p:nvCxnSpPr>
        <p:spPr>
          <a:xfrm>
            <a:off x="5507596" y="7400785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直線矢印コネクタ 564">
            <a:extLst>
              <a:ext uri="{FF2B5EF4-FFF2-40B4-BE49-F238E27FC236}">
                <a16:creationId xmlns:a16="http://schemas.microsoft.com/office/drawing/2014/main" id="{54A88606-A953-4A9E-A0FC-BF5EC7EB705C}"/>
              </a:ext>
            </a:extLst>
          </p:cNvPr>
          <p:cNvCxnSpPr>
            <a:cxnSpLocks/>
            <a:stCxn id="318" idx="3"/>
            <a:endCxn id="313" idx="1"/>
          </p:cNvCxnSpPr>
          <p:nvPr/>
        </p:nvCxnSpPr>
        <p:spPr>
          <a:xfrm>
            <a:off x="5511722" y="2088800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7" name="四角形: 角を丸くする 706">
            <a:extLst>
              <a:ext uri="{FF2B5EF4-FFF2-40B4-BE49-F238E27FC236}">
                <a16:creationId xmlns:a16="http://schemas.microsoft.com/office/drawing/2014/main" id="{7DCDCE38-AD06-423B-B315-8F8EC4B7B3EE}"/>
              </a:ext>
            </a:extLst>
          </p:cNvPr>
          <p:cNvSpPr/>
          <p:nvPr/>
        </p:nvSpPr>
        <p:spPr>
          <a:xfrm>
            <a:off x="9984086" y="702248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情報システム</a:t>
            </a:r>
            <a:r>
              <a:rPr kumimoji="1" lang="en-US" altLang="ja-JP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/</a:t>
            </a:r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業務改革</a:t>
            </a:r>
            <a:endParaRPr kumimoji="1" lang="en-US" altLang="ja-JP" sz="1400" b="1" dirty="0">
              <a:solidFill>
                <a:schemeClr val="bg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6" name="正方形/長方形 505">
            <a:extLst>
              <a:ext uri="{FF2B5EF4-FFF2-40B4-BE49-F238E27FC236}">
                <a16:creationId xmlns:a16="http://schemas.microsoft.com/office/drawing/2014/main" id="{DF228DE6-C7F8-4C44-B045-30260486E886}"/>
              </a:ext>
            </a:extLst>
          </p:cNvPr>
          <p:cNvSpPr/>
          <p:nvPr/>
        </p:nvSpPr>
        <p:spPr>
          <a:xfrm>
            <a:off x="2978043" y="5357630"/>
            <a:ext cx="6580771" cy="1313955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7" name="四角形: 角を丸くする 506">
            <a:extLst>
              <a:ext uri="{FF2B5EF4-FFF2-40B4-BE49-F238E27FC236}">
                <a16:creationId xmlns:a16="http://schemas.microsoft.com/office/drawing/2014/main" id="{3A7A01D5-4460-48D5-B956-C9F2EC21A87F}"/>
              </a:ext>
            </a:extLst>
          </p:cNvPr>
          <p:cNvSpPr/>
          <p:nvPr/>
        </p:nvSpPr>
        <p:spPr>
          <a:xfrm>
            <a:off x="3464588" y="523142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</a:p>
        </p:txBody>
      </p:sp>
      <p:sp>
        <p:nvSpPr>
          <p:cNvPr id="508" name="正方形/長方形 507">
            <a:extLst>
              <a:ext uri="{FF2B5EF4-FFF2-40B4-BE49-F238E27FC236}">
                <a16:creationId xmlns:a16="http://schemas.microsoft.com/office/drawing/2014/main" id="{B973957C-DA83-4FC1-B9EA-394800645380}"/>
              </a:ext>
            </a:extLst>
          </p:cNvPr>
          <p:cNvSpPr/>
          <p:nvPr/>
        </p:nvSpPr>
        <p:spPr>
          <a:xfrm>
            <a:off x="2978043" y="8569917"/>
            <a:ext cx="6580771" cy="981988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9" name="四角形: 角を丸くする 508">
            <a:extLst>
              <a:ext uri="{FF2B5EF4-FFF2-40B4-BE49-F238E27FC236}">
                <a16:creationId xmlns:a16="http://schemas.microsoft.com/office/drawing/2014/main" id="{117F9CA5-9F4B-452C-817D-95085D3CC790}"/>
              </a:ext>
            </a:extLst>
          </p:cNvPr>
          <p:cNvSpPr/>
          <p:nvPr/>
        </p:nvSpPr>
        <p:spPr>
          <a:xfrm>
            <a:off x="3464588" y="847178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顧客管理</a:t>
            </a: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1617B97C-4A1B-4383-A419-B9573C69AE66}"/>
              </a:ext>
            </a:extLst>
          </p:cNvPr>
          <p:cNvSpPr/>
          <p:nvPr/>
        </p:nvSpPr>
        <p:spPr>
          <a:xfrm>
            <a:off x="3097193" y="8796632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顧客情報登録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36" name="正方形/長方形 235">
            <a:extLst>
              <a:ext uri="{FF2B5EF4-FFF2-40B4-BE49-F238E27FC236}">
                <a16:creationId xmlns:a16="http://schemas.microsoft.com/office/drawing/2014/main" id="{62E5355E-6D4E-4FE7-AB37-3965D18880B8}"/>
              </a:ext>
            </a:extLst>
          </p:cNvPr>
          <p:cNvSpPr/>
          <p:nvPr/>
        </p:nvSpPr>
        <p:spPr>
          <a:xfrm>
            <a:off x="4394946" y="8799570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クレーム・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問合せ対応</a:t>
            </a:r>
          </a:p>
        </p:txBody>
      </p:sp>
      <p:sp>
        <p:nvSpPr>
          <p:cNvPr id="237" name="正方形/長方形 236">
            <a:extLst>
              <a:ext uri="{FF2B5EF4-FFF2-40B4-BE49-F238E27FC236}">
                <a16:creationId xmlns:a16="http://schemas.microsoft.com/office/drawing/2014/main" id="{E90CA838-03C6-440D-A557-BC4AFB0165E3}"/>
              </a:ext>
            </a:extLst>
          </p:cNvPr>
          <p:cNvSpPr/>
          <p:nvPr/>
        </p:nvSpPr>
        <p:spPr>
          <a:xfrm>
            <a:off x="5654411" y="8785213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お客様問合せ対応</a:t>
            </a:r>
          </a:p>
        </p:txBody>
      </p:sp>
      <p:sp>
        <p:nvSpPr>
          <p:cNvPr id="239" name="正方形/長方形 238">
            <a:extLst>
              <a:ext uri="{FF2B5EF4-FFF2-40B4-BE49-F238E27FC236}">
                <a16:creationId xmlns:a16="http://schemas.microsoft.com/office/drawing/2014/main" id="{D8B02DAB-8EAB-4FBF-A617-97B13F70064D}"/>
              </a:ext>
            </a:extLst>
          </p:cNvPr>
          <p:cNvSpPr/>
          <p:nvPr/>
        </p:nvSpPr>
        <p:spPr>
          <a:xfrm>
            <a:off x="3097193" y="9179185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信用状況管理</a:t>
            </a:r>
          </a:p>
        </p:txBody>
      </p:sp>
      <p:sp>
        <p:nvSpPr>
          <p:cNvPr id="240" name="正方形/長方形 239">
            <a:extLst>
              <a:ext uri="{FF2B5EF4-FFF2-40B4-BE49-F238E27FC236}">
                <a16:creationId xmlns:a16="http://schemas.microsoft.com/office/drawing/2014/main" id="{5075D01B-5E70-404A-9F64-C56BC07A880B}"/>
              </a:ext>
            </a:extLst>
          </p:cNvPr>
          <p:cNvSpPr/>
          <p:nvPr/>
        </p:nvSpPr>
        <p:spPr>
          <a:xfrm>
            <a:off x="6990452" y="8799570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お客様接点情報配信</a:t>
            </a:r>
          </a:p>
        </p:txBody>
      </p:sp>
      <p:sp>
        <p:nvSpPr>
          <p:cNvPr id="241" name="正方形/長方形 240">
            <a:extLst>
              <a:ext uri="{FF2B5EF4-FFF2-40B4-BE49-F238E27FC236}">
                <a16:creationId xmlns:a16="http://schemas.microsoft.com/office/drawing/2014/main" id="{0A251DE0-3B0B-4A58-96A8-6F5C51D17914}"/>
              </a:ext>
            </a:extLst>
          </p:cNvPr>
          <p:cNvSpPr/>
          <p:nvPr/>
        </p:nvSpPr>
        <p:spPr>
          <a:xfrm>
            <a:off x="8306302" y="8799570"/>
            <a:ext cx="1034421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お客様満足度分析</a:t>
            </a: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90F04673-3924-4063-8C98-A6ED993AEF45}"/>
              </a:ext>
            </a:extLst>
          </p:cNvPr>
          <p:cNvSpPr/>
          <p:nvPr/>
        </p:nvSpPr>
        <p:spPr>
          <a:xfrm>
            <a:off x="3097193" y="5554184"/>
            <a:ext cx="1034421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  <a:br>
              <a:rPr kumimoji="1" lang="en-US" altLang="ja-JP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874D7244-14FB-4173-BB2C-D30D50B45ED7}"/>
              </a:ext>
            </a:extLst>
          </p:cNvPr>
          <p:cNvSpPr/>
          <p:nvPr/>
        </p:nvSpPr>
        <p:spPr>
          <a:xfrm>
            <a:off x="5692699" y="5554184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作業実施</a:t>
            </a: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850DD6DE-3A50-4E3E-96CA-A7F03AA12048}"/>
              </a:ext>
            </a:extLst>
          </p:cNvPr>
          <p:cNvSpPr/>
          <p:nvPr/>
        </p:nvSpPr>
        <p:spPr>
          <a:xfrm>
            <a:off x="4394946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料金計算</a:t>
            </a:r>
            <a:b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機械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01D28D58-BF1C-4E7E-ABFC-3AE1132ACA87}"/>
              </a:ext>
            </a:extLst>
          </p:cNvPr>
          <p:cNvSpPr/>
          <p:nvPr/>
        </p:nvSpPr>
        <p:spPr>
          <a:xfrm>
            <a:off x="4394946" y="63178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消耗品自動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配送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4" name="正方形/長方形 283">
            <a:extLst>
              <a:ext uri="{FF2B5EF4-FFF2-40B4-BE49-F238E27FC236}">
                <a16:creationId xmlns:a16="http://schemas.microsoft.com/office/drawing/2014/main" id="{73104199-C2B6-4549-83E5-BA8179114042}"/>
              </a:ext>
            </a:extLst>
          </p:cNvPr>
          <p:cNvSpPr/>
          <p:nvPr/>
        </p:nvSpPr>
        <p:spPr>
          <a:xfrm>
            <a:off x="5692699" y="63178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業務委託料計算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64EB003E-9CA0-4B12-A5B2-AA28483C8173}"/>
              </a:ext>
            </a:extLst>
          </p:cNvPr>
          <p:cNvSpPr/>
          <p:nvPr/>
        </p:nvSpPr>
        <p:spPr>
          <a:xfrm>
            <a:off x="3097193" y="63178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消耗品配送方式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策定</a:t>
            </a:r>
          </a:p>
        </p:txBody>
      </p:sp>
      <p:sp>
        <p:nvSpPr>
          <p:cNvPr id="286" name="正方形/長方形 285">
            <a:extLst>
              <a:ext uri="{FF2B5EF4-FFF2-40B4-BE49-F238E27FC236}">
                <a16:creationId xmlns:a16="http://schemas.microsoft.com/office/drawing/2014/main" id="{76E3EBF1-E8C4-4EFA-99A2-0BEF3969D231}"/>
              </a:ext>
            </a:extLst>
          </p:cNvPr>
          <p:cNvSpPr/>
          <p:nvPr/>
        </p:nvSpPr>
        <p:spPr>
          <a:xfrm>
            <a:off x="4394946" y="5554184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訪問計画策定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7" name="正方形/長方形 286">
            <a:extLst>
              <a:ext uri="{FF2B5EF4-FFF2-40B4-BE49-F238E27FC236}">
                <a16:creationId xmlns:a16="http://schemas.microsoft.com/office/drawing/2014/main" id="{291A8EC9-595C-416D-B48F-503EDA313BF0}"/>
              </a:ext>
            </a:extLst>
          </p:cNvPr>
          <p:cNvSpPr/>
          <p:nvPr/>
        </p:nvSpPr>
        <p:spPr>
          <a:xfrm>
            <a:off x="5692699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機械通知対応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8" name="正方形/長方形 287">
            <a:extLst>
              <a:ext uri="{FF2B5EF4-FFF2-40B4-BE49-F238E27FC236}">
                <a16:creationId xmlns:a16="http://schemas.microsoft.com/office/drawing/2014/main" id="{B9987344-817E-40EE-A234-EFD2DB38570E}"/>
              </a:ext>
            </a:extLst>
          </p:cNvPr>
          <p:cNvSpPr/>
          <p:nvPr/>
        </p:nvSpPr>
        <p:spPr>
          <a:xfrm>
            <a:off x="3097193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メーター情報収集</a:t>
            </a:r>
          </a:p>
        </p:txBody>
      </p:sp>
      <p:sp>
        <p:nvSpPr>
          <p:cNvPr id="289" name="正方形/長方形 288">
            <a:extLst>
              <a:ext uri="{FF2B5EF4-FFF2-40B4-BE49-F238E27FC236}">
                <a16:creationId xmlns:a16="http://schemas.microsoft.com/office/drawing/2014/main" id="{8C7383CE-FB5F-40A9-A454-6EF24C994AC6}"/>
              </a:ext>
            </a:extLst>
          </p:cNvPr>
          <p:cNvSpPr/>
          <p:nvPr/>
        </p:nvSpPr>
        <p:spPr>
          <a:xfrm>
            <a:off x="6990452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機械情報管理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0" name="正方形/長方形 289">
            <a:extLst>
              <a:ext uri="{FF2B5EF4-FFF2-40B4-BE49-F238E27FC236}">
                <a16:creationId xmlns:a16="http://schemas.microsoft.com/office/drawing/2014/main" id="{B32320EA-89B5-4903-88FC-4CA3CC3C035F}"/>
              </a:ext>
            </a:extLst>
          </p:cNvPr>
          <p:cNvSpPr/>
          <p:nvPr/>
        </p:nvSpPr>
        <p:spPr>
          <a:xfrm>
            <a:off x="8318707" y="59304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品質管理</a:t>
            </a:r>
          </a:p>
        </p:txBody>
      </p:sp>
      <p:sp>
        <p:nvSpPr>
          <p:cNvPr id="291" name="正方形/長方形 290">
            <a:extLst>
              <a:ext uri="{FF2B5EF4-FFF2-40B4-BE49-F238E27FC236}">
                <a16:creationId xmlns:a16="http://schemas.microsoft.com/office/drawing/2014/main" id="{BE2F99A5-8D86-482A-B9BB-CEF04E850154}"/>
              </a:ext>
            </a:extLst>
          </p:cNvPr>
          <p:cNvSpPr/>
          <p:nvPr/>
        </p:nvSpPr>
        <p:spPr>
          <a:xfrm>
            <a:off x="6990452" y="5554184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ナレッジ対応</a:t>
            </a:r>
          </a:p>
        </p:txBody>
      </p:sp>
      <p:cxnSp>
        <p:nvCxnSpPr>
          <p:cNvPr id="510" name="直線矢印コネクタ 509">
            <a:extLst>
              <a:ext uri="{FF2B5EF4-FFF2-40B4-BE49-F238E27FC236}">
                <a16:creationId xmlns:a16="http://schemas.microsoft.com/office/drawing/2014/main" id="{9A4FDC17-8C33-4D40-A52C-0D1CDF00A04A}"/>
              </a:ext>
            </a:extLst>
          </p:cNvPr>
          <p:cNvCxnSpPr>
            <a:cxnSpLocks/>
            <a:stCxn id="246" idx="2"/>
            <a:endCxn id="247" idx="0"/>
          </p:cNvCxnSpPr>
          <p:nvPr/>
        </p:nvCxnSpPr>
        <p:spPr>
          <a:xfrm>
            <a:off x="1488248" y="4062479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6" name="正方形/長方形 405">
            <a:extLst>
              <a:ext uri="{FF2B5EF4-FFF2-40B4-BE49-F238E27FC236}">
                <a16:creationId xmlns:a16="http://schemas.microsoft.com/office/drawing/2014/main" id="{53C0132C-6F1B-48E5-A283-B4D2CA6B1F33}"/>
              </a:ext>
            </a:extLst>
          </p:cNvPr>
          <p:cNvSpPr/>
          <p:nvPr/>
        </p:nvSpPr>
        <p:spPr>
          <a:xfrm>
            <a:off x="9892780" y="4166346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一般会計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単体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2" name="正方形/長方形 411">
            <a:extLst>
              <a:ext uri="{FF2B5EF4-FFF2-40B4-BE49-F238E27FC236}">
                <a16:creationId xmlns:a16="http://schemas.microsoft.com/office/drawing/2014/main" id="{87B6C99D-71B0-4CBB-92BF-F8BA2B5F2559}"/>
              </a:ext>
            </a:extLst>
          </p:cNvPr>
          <p:cNvSpPr/>
          <p:nvPr/>
        </p:nvSpPr>
        <p:spPr>
          <a:xfrm>
            <a:off x="9892780" y="4774303"/>
            <a:ext cx="1116532" cy="372392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一般会計</a:t>
            </a:r>
            <a:r>
              <a:rPr kumimoji="1" lang="en-US" altLang="zh-TW" sz="100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連結</a:t>
            </a:r>
            <a:r>
              <a:rPr kumimoji="1" lang="en-US" altLang="zh-TW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3" name="正方形/長方形 412">
            <a:extLst>
              <a:ext uri="{FF2B5EF4-FFF2-40B4-BE49-F238E27FC236}">
                <a16:creationId xmlns:a16="http://schemas.microsoft.com/office/drawing/2014/main" id="{B46AE3FC-D764-4946-9CC3-2C16C1AECB5A}"/>
              </a:ext>
            </a:extLst>
          </p:cNvPr>
          <p:cNvSpPr/>
          <p:nvPr/>
        </p:nvSpPr>
        <p:spPr>
          <a:xfrm>
            <a:off x="9892780" y="287668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売上・棚卸資産</a:t>
            </a:r>
          </a:p>
        </p:txBody>
      </p:sp>
      <p:sp>
        <p:nvSpPr>
          <p:cNvPr id="465" name="正方形/長方形 464">
            <a:extLst>
              <a:ext uri="{FF2B5EF4-FFF2-40B4-BE49-F238E27FC236}">
                <a16:creationId xmlns:a16="http://schemas.microsoft.com/office/drawing/2014/main" id="{E5D57477-5161-4CF8-80E6-EBB648795ABA}"/>
              </a:ext>
            </a:extLst>
          </p:cNvPr>
          <p:cNvSpPr/>
          <p:nvPr/>
        </p:nvSpPr>
        <p:spPr>
          <a:xfrm>
            <a:off x="11188924" y="4154938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計画・立案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管理会計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4" name="正方形/長方形 503">
            <a:extLst>
              <a:ext uri="{FF2B5EF4-FFF2-40B4-BE49-F238E27FC236}">
                <a16:creationId xmlns:a16="http://schemas.microsoft.com/office/drawing/2014/main" id="{7B82E3B4-2D90-425E-9882-865894D07837}"/>
              </a:ext>
            </a:extLst>
          </p:cNvPr>
          <p:cNvSpPr/>
          <p:nvPr/>
        </p:nvSpPr>
        <p:spPr>
          <a:xfrm>
            <a:off x="11188924" y="541472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業績・見通予測管理</a:t>
            </a:r>
          </a:p>
        </p:txBody>
      </p:sp>
      <p:cxnSp>
        <p:nvCxnSpPr>
          <p:cNvPr id="552" name="直線矢印コネクタ 551">
            <a:extLst>
              <a:ext uri="{FF2B5EF4-FFF2-40B4-BE49-F238E27FC236}">
                <a16:creationId xmlns:a16="http://schemas.microsoft.com/office/drawing/2014/main" id="{315F52CE-00D5-4D51-A698-4079B178F4D1}"/>
              </a:ext>
            </a:extLst>
          </p:cNvPr>
          <p:cNvCxnSpPr>
            <a:cxnSpLocks/>
            <a:stCxn id="315" idx="3"/>
            <a:endCxn id="314" idx="1"/>
          </p:cNvCxnSpPr>
          <p:nvPr/>
        </p:nvCxnSpPr>
        <p:spPr>
          <a:xfrm>
            <a:off x="6780928" y="1720704"/>
            <a:ext cx="221687" cy="424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0" name="楕円 629">
            <a:extLst>
              <a:ext uri="{FF2B5EF4-FFF2-40B4-BE49-F238E27FC236}">
                <a16:creationId xmlns:a16="http://schemas.microsoft.com/office/drawing/2014/main" id="{E9EFB2CC-3EA2-43E0-B202-DA941AD5F547}"/>
              </a:ext>
            </a:extLst>
          </p:cNvPr>
          <p:cNvSpPr/>
          <p:nvPr/>
        </p:nvSpPr>
        <p:spPr>
          <a:xfrm>
            <a:off x="109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3" name="正方形/長方形 742">
            <a:extLst>
              <a:ext uri="{FF2B5EF4-FFF2-40B4-BE49-F238E27FC236}">
                <a16:creationId xmlns:a16="http://schemas.microsoft.com/office/drawing/2014/main" id="{DCC34A0F-0640-4B20-A761-BC81228C2AED}"/>
              </a:ext>
            </a:extLst>
          </p:cNvPr>
          <p:cNvSpPr/>
          <p:nvPr/>
        </p:nvSpPr>
        <p:spPr>
          <a:xfrm>
            <a:off x="-3392288" y="3864664"/>
            <a:ext cx="3240000" cy="936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タイムリーな情報提供による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向上：⑨⑪⑫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情報共有・集約による需要予測の精度向上・業務の迅速化：③⑫</a:t>
            </a: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標準化・自動化による業務削減・業務品質向上：㉞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04" name="正方形/長方形 403">
            <a:extLst>
              <a:ext uri="{FF2B5EF4-FFF2-40B4-BE49-F238E27FC236}">
                <a16:creationId xmlns:a16="http://schemas.microsoft.com/office/drawing/2014/main" id="{D5444E08-DA5F-43FD-9588-F3688C5310DE}"/>
              </a:ext>
            </a:extLst>
          </p:cNvPr>
          <p:cNvSpPr/>
          <p:nvPr/>
        </p:nvSpPr>
        <p:spPr>
          <a:xfrm>
            <a:off x="-3392288" y="7105016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~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提供までは、ソリューションの強化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パートナーを活用したソリューションの販売強化：②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料金計算、アサインは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向上及び効率化</a:t>
            </a:r>
          </a:p>
        </p:txBody>
      </p:sp>
      <p:sp>
        <p:nvSpPr>
          <p:cNvPr id="420" name="正方形/長方形 419">
            <a:extLst>
              <a:ext uri="{FF2B5EF4-FFF2-40B4-BE49-F238E27FC236}">
                <a16:creationId xmlns:a16="http://schemas.microsoft.com/office/drawing/2014/main" id="{7E0385DC-395A-40B7-BC23-59DA1458DFC4}"/>
              </a:ext>
            </a:extLst>
          </p:cNvPr>
          <p:cNvSpPr/>
          <p:nvPr/>
        </p:nvSpPr>
        <p:spPr>
          <a:xfrm>
            <a:off x="-3392288" y="8113048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情報共有による問い合わせ対応の効率化、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1" name="正方形/長方形 420">
            <a:extLst>
              <a:ext uri="{FF2B5EF4-FFF2-40B4-BE49-F238E27FC236}">
                <a16:creationId xmlns:a16="http://schemas.microsoft.com/office/drawing/2014/main" id="{30D6393C-430C-4C17-A8BB-BACD010E217D}"/>
              </a:ext>
            </a:extLst>
          </p:cNvPr>
          <p:cNvSpPr/>
          <p:nvPr/>
        </p:nvSpPr>
        <p:spPr>
          <a:xfrm>
            <a:off x="-3392288" y="6096824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作業の効率化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消耗品などの需給管理の高度化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情報共有による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の向上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特約店作業の品質担保：①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1" name="正方形/長方形 750">
            <a:extLst>
              <a:ext uri="{FF2B5EF4-FFF2-40B4-BE49-F238E27FC236}">
                <a16:creationId xmlns:a16="http://schemas.microsoft.com/office/drawing/2014/main" id="{870EE602-8734-43DD-8122-664CCE764A07}"/>
              </a:ext>
            </a:extLst>
          </p:cNvPr>
          <p:cNvSpPr/>
          <p:nvPr/>
        </p:nvSpPr>
        <p:spPr>
          <a:xfrm>
            <a:off x="-3391928" y="1488288"/>
            <a:ext cx="3240000" cy="1133393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【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戦略策定～セリング・納期確認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】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（営業活動系）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代販チャネルへの情報共有・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AI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による販売促進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タイムリーな情報提供による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【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契約書作成～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】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（販売事務系）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自動化・情報共有・ルールの見直しによる業務効率化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5" name="正方形/長方形 424">
            <a:extLst>
              <a:ext uri="{FF2B5EF4-FFF2-40B4-BE49-F238E27FC236}">
                <a16:creationId xmlns:a16="http://schemas.microsoft.com/office/drawing/2014/main" id="{3F444CE7-0375-44A6-9DF6-6931620233B2}"/>
              </a:ext>
            </a:extLst>
          </p:cNvPr>
          <p:cNvSpPr/>
          <p:nvPr/>
        </p:nvSpPr>
        <p:spPr>
          <a:xfrm>
            <a:off x="-3392288" y="5088688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自動化による業務効率化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2" name="正方形/長方形 751">
            <a:extLst>
              <a:ext uri="{FF2B5EF4-FFF2-40B4-BE49-F238E27FC236}">
                <a16:creationId xmlns:a16="http://schemas.microsoft.com/office/drawing/2014/main" id="{D6C12468-4506-4786-8D7E-944C140C0D55}"/>
              </a:ext>
            </a:extLst>
          </p:cNvPr>
          <p:cNvSpPr/>
          <p:nvPr/>
        </p:nvSpPr>
        <p:spPr>
          <a:xfrm>
            <a:off x="-3392288" y="2856520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需要情報共有による生産計画の向上：⑫</a:t>
            </a: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戦略的在庫保有により需給機能を生産側へ統合：⑬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56" name="タイトル 7">
            <a:extLst>
              <a:ext uri="{FF2B5EF4-FFF2-40B4-BE49-F238E27FC236}">
                <a16:creationId xmlns:a16="http://schemas.microsoft.com/office/drawing/2014/main" id="{6D304BF6-0A04-4972-A428-753B70EA285B}"/>
              </a:ext>
            </a:extLst>
          </p:cNvPr>
          <p:cNvSpPr txBox="1">
            <a:spLocks/>
          </p:cNvSpPr>
          <p:nvPr/>
        </p:nvSpPr>
        <p:spPr>
          <a:xfrm>
            <a:off x="628467" y="135475"/>
            <a:ext cx="8938159" cy="562000"/>
          </a:xfrm>
          <a:prstGeom prst="rect">
            <a:avLst/>
          </a:prstGeom>
        </p:spPr>
        <p:txBody>
          <a:bodyPr vert="horz" lIns="0" tIns="0" rIns="0" bIns="14400" rtlCol="0" anchor="ctr" anchorCtr="0">
            <a:noAutofit/>
          </a:bodyPr>
          <a:lstStyle>
            <a:lvl1pPr algn="l" defTabSz="6649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1" sz="3103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中地図</a:t>
            </a:r>
          </a:p>
        </p:txBody>
      </p:sp>
      <p:sp>
        <p:nvSpPr>
          <p:cNvPr id="431" name="四角形: 角を丸くする 430">
            <a:extLst>
              <a:ext uri="{FF2B5EF4-FFF2-40B4-BE49-F238E27FC236}">
                <a16:creationId xmlns:a16="http://schemas.microsoft.com/office/drawing/2014/main" id="{459551E5-905B-4C59-9EC3-5E2C963FB782}"/>
              </a:ext>
            </a:extLst>
          </p:cNvPr>
          <p:cNvSpPr/>
          <p:nvPr/>
        </p:nvSpPr>
        <p:spPr>
          <a:xfrm>
            <a:off x="-3320280" y="1344296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営業・営業支援</a:t>
            </a:r>
          </a:p>
        </p:txBody>
      </p:sp>
      <p:sp>
        <p:nvSpPr>
          <p:cNvPr id="432" name="四角形: 角を丸くする 431">
            <a:extLst>
              <a:ext uri="{FF2B5EF4-FFF2-40B4-BE49-F238E27FC236}">
                <a16:creationId xmlns:a16="http://schemas.microsoft.com/office/drawing/2014/main" id="{47A561C6-56D9-4C56-B86C-DC17388AA98C}"/>
              </a:ext>
            </a:extLst>
          </p:cNvPr>
          <p:cNvSpPr/>
          <p:nvPr/>
        </p:nvSpPr>
        <p:spPr>
          <a:xfrm>
            <a:off x="-3320280" y="2712528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製造</a:t>
            </a:r>
          </a:p>
        </p:txBody>
      </p:sp>
      <p:sp>
        <p:nvSpPr>
          <p:cNvPr id="434" name="四角形: 角を丸くする 433">
            <a:extLst>
              <a:ext uri="{FF2B5EF4-FFF2-40B4-BE49-F238E27FC236}">
                <a16:creationId xmlns:a16="http://schemas.microsoft.com/office/drawing/2014/main" id="{C5B5E240-18E5-44E5-BE51-4FE579FADE87}"/>
              </a:ext>
            </a:extLst>
          </p:cNvPr>
          <p:cNvSpPr/>
          <p:nvPr/>
        </p:nvSpPr>
        <p:spPr>
          <a:xfrm>
            <a:off x="-3320280" y="3720560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需給・物流</a:t>
            </a:r>
          </a:p>
        </p:txBody>
      </p:sp>
      <p:sp>
        <p:nvSpPr>
          <p:cNvPr id="435" name="四角形: 角を丸くする 434">
            <a:extLst>
              <a:ext uri="{FF2B5EF4-FFF2-40B4-BE49-F238E27FC236}">
                <a16:creationId xmlns:a16="http://schemas.microsoft.com/office/drawing/2014/main" id="{0A84015A-B747-4D6E-AD37-AD0DE5FA7B1C}"/>
              </a:ext>
            </a:extLst>
          </p:cNvPr>
          <p:cNvSpPr/>
          <p:nvPr/>
        </p:nvSpPr>
        <p:spPr>
          <a:xfrm>
            <a:off x="-3320280" y="4944672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購買</a:t>
            </a:r>
          </a:p>
        </p:txBody>
      </p:sp>
      <p:sp>
        <p:nvSpPr>
          <p:cNvPr id="437" name="四角形: 角を丸くする 436">
            <a:extLst>
              <a:ext uri="{FF2B5EF4-FFF2-40B4-BE49-F238E27FC236}">
                <a16:creationId xmlns:a16="http://schemas.microsoft.com/office/drawing/2014/main" id="{F1D9CDF0-B179-4C88-AD59-0ED5FA9452C5}"/>
              </a:ext>
            </a:extLst>
          </p:cNvPr>
          <p:cNvSpPr/>
          <p:nvPr/>
        </p:nvSpPr>
        <p:spPr>
          <a:xfrm>
            <a:off x="-3320280" y="5952808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</a:p>
        </p:txBody>
      </p:sp>
      <p:sp>
        <p:nvSpPr>
          <p:cNvPr id="438" name="四角形: 角を丸くする 437">
            <a:extLst>
              <a:ext uri="{FF2B5EF4-FFF2-40B4-BE49-F238E27FC236}">
                <a16:creationId xmlns:a16="http://schemas.microsoft.com/office/drawing/2014/main" id="{FC136869-BC14-4051-B5E7-9A654505CBE1}"/>
              </a:ext>
            </a:extLst>
          </p:cNvPr>
          <p:cNvSpPr/>
          <p:nvPr/>
        </p:nvSpPr>
        <p:spPr>
          <a:xfrm>
            <a:off x="-3320280" y="6960920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ソリューション・サービス</a:t>
            </a:r>
          </a:p>
        </p:txBody>
      </p:sp>
      <p:sp>
        <p:nvSpPr>
          <p:cNvPr id="440" name="四角形: 角を丸くする 439">
            <a:extLst>
              <a:ext uri="{FF2B5EF4-FFF2-40B4-BE49-F238E27FC236}">
                <a16:creationId xmlns:a16="http://schemas.microsoft.com/office/drawing/2014/main" id="{A800A681-F3A9-4526-B8FB-6FE4039BE7A6}"/>
              </a:ext>
            </a:extLst>
          </p:cNvPr>
          <p:cNvSpPr/>
          <p:nvPr/>
        </p:nvSpPr>
        <p:spPr>
          <a:xfrm>
            <a:off x="-3320280" y="7969032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顧客管理</a:t>
            </a:r>
          </a:p>
        </p:txBody>
      </p:sp>
      <p:sp>
        <p:nvSpPr>
          <p:cNvPr id="351" name="楕円 350">
            <a:extLst>
              <a:ext uri="{FF2B5EF4-FFF2-40B4-BE49-F238E27FC236}">
                <a16:creationId xmlns:a16="http://schemas.microsoft.com/office/drawing/2014/main" id="{17AA7426-F7DB-46E8-8B61-852E9D2C4F38}"/>
              </a:ext>
            </a:extLst>
          </p:cNvPr>
          <p:cNvSpPr/>
          <p:nvPr/>
        </p:nvSpPr>
        <p:spPr>
          <a:xfrm>
            <a:off x="109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91" name="楕円 390">
            <a:extLst>
              <a:ext uri="{FF2B5EF4-FFF2-40B4-BE49-F238E27FC236}">
                <a16:creationId xmlns:a16="http://schemas.microsoft.com/office/drawing/2014/main" id="{D1565226-7559-4044-8D3C-9636451C8722}"/>
              </a:ext>
            </a:extLst>
          </p:cNvPr>
          <p:cNvSpPr/>
          <p:nvPr/>
        </p:nvSpPr>
        <p:spPr>
          <a:xfrm>
            <a:off x="91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05" name="楕円 404">
            <a:extLst>
              <a:ext uri="{FF2B5EF4-FFF2-40B4-BE49-F238E27FC236}">
                <a16:creationId xmlns:a16="http://schemas.microsoft.com/office/drawing/2014/main" id="{B17FA750-A3C2-4A32-9CFE-44B2B3096635}"/>
              </a:ext>
            </a:extLst>
          </p:cNvPr>
          <p:cNvSpPr/>
          <p:nvPr/>
        </p:nvSpPr>
        <p:spPr>
          <a:xfrm>
            <a:off x="181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5" name="楕円 414">
            <a:extLst>
              <a:ext uri="{FF2B5EF4-FFF2-40B4-BE49-F238E27FC236}">
                <a16:creationId xmlns:a16="http://schemas.microsoft.com/office/drawing/2014/main" id="{E379368F-EE54-49DA-B80A-2351FF1FB196}"/>
              </a:ext>
            </a:extLst>
          </p:cNvPr>
          <p:cNvSpPr/>
          <p:nvPr/>
        </p:nvSpPr>
        <p:spPr>
          <a:xfrm>
            <a:off x="1926926" y="378660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2" name="楕円 421">
            <a:extLst>
              <a:ext uri="{FF2B5EF4-FFF2-40B4-BE49-F238E27FC236}">
                <a16:creationId xmlns:a16="http://schemas.microsoft.com/office/drawing/2014/main" id="{4424E4E4-A8DB-40D2-ABF7-572E0E0A3898}"/>
              </a:ext>
            </a:extLst>
          </p:cNvPr>
          <p:cNvSpPr/>
          <p:nvPr/>
        </p:nvSpPr>
        <p:spPr>
          <a:xfrm>
            <a:off x="127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7" name="楕円 426">
            <a:extLst>
              <a:ext uri="{FF2B5EF4-FFF2-40B4-BE49-F238E27FC236}">
                <a16:creationId xmlns:a16="http://schemas.microsoft.com/office/drawing/2014/main" id="{C7AE2614-F297-4D3B-8D31-1D6C10F6E5D6}"/>
              </a:ext>
            </a:extLst>
          </p:cNvPr>
          <p:cNvSpPr/>
          <p:nvPr/>
        </p:nvSpPr>
        <p:spPr>
          <a:xfrm>
            <a:off x="145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8" name="楕円 427">
            <a:extLst>
              <a:ext uri="{FF2B5EF4-FFF2-40B4-BE49-F238E27FC236}">
                <a16:creationId xmlns:a16="http://schemas.microsoft.com/office/drawing/2014/main" id="{B3DBCF51-9B37-4B5B-B37A-7F9C168AB83E}"/>
              </a:ext>
            </a:extLst>
          </p:cNvPr>
          <p:cNvSpPr/>
          <p:nvPr/>
        </p:nvSpPr>
        <p:spPr>
          <a:xfrm>
            <a:off x="181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36" name="四角形: 角を丸くする 435">
            <a:extLst>
              <a:ext uri="{FF2B5EF4-FFF2-40B4-BE49-F238E27FC236}">
                <a16:creationId xmlns:a16="http://schemas.microsoft.com/office/drawing/2014/main" id="{D1437C07-303F-4C07-A03A-05D563612FF6}"/>
              </a:ext>
            </a:extLst>
          </p:cNvPr>
          <p:cNvSpPr/>
          <p:nvPr/>
        </p:nvSpPr>
        <p:spPr>
          <a:xfrm>
            <a:off x="109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39" name="四角形: 角を丸くする 438">
            <a:extLst>
              <a:ext uri="{FF2B5EF4-FFF2-40B4-BE49-F238E27FC236}">
                <a16:creationId xmlns:a16="http://schemas.microsoft.com/office/drawing/2014/main" id="{B88853C8-7653-42E1-B2A3-6427C9DBF52D}"/>
              </a:ext>
            </a:extLst>
          </p:cNvPr>
          <p:cNvSpPr/>
          <p:nvPr/>
        </p:nvSpPr>
        <p:spPr>
          <a:xfrm>
            <a:off x="163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1" name="四角形: 角を丸くする 440">
            <a:extLst>
              <a:ext uri="{FF2B5EF4-FFF2-40B4-BE49-F238E27FC236}">
                <a16:creationId xmlns:a16="http://schemas.microsoft.com/office/drawing/2014/main" id="{0E3E5661-890A-4C1D-9057-27E1DD3EF32E}"/>
              </a:ext>
            </a:extLst>
          </p:cNvPr>
          <p:cNvSpPr/>
          <p:nvPr/>
        </p:nvSpPr>
        <p:spPr>
          <a:xfrm>
            <a:off x="91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2" name="四角形: 角を丸くする 441">
            <a:extLst>
              <a:ext uri="{FF2B5EF4-FFF2-40B4-BE49-F238E27FC236}">
                <a16:creationId xmlns:a16="http://schemas.microsoft.com/office/drawing/2014/main" id="{0C735B14-AAE8-4EB5-8657-D2CA79CBD2F7}"/>
              </a:ext>
            </a:extLst>
          </p:cNvPr>
          <p:cNvSpPr/>
          <p:nvPr/>
        </p:nvSpPr>
        <p:spPr>
          <a:xfrm>
            <a:off x="181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3" name="四角形: 角を丸くする 442">
            <a:extLst>
              <a:ext uri="{FF2B5EF4-FFF2-40B4-BE49-F238E27FC236}">
                <a16:creationId xmlns:a16="http://schemas.microsoft.com/office/drawing/2014/main" id="{29622D1A-4B76-42C6-A098-4B25D40DBB20}"/>
              </a:ext>
            </a:extLst>
          </p:cNvPr>
          <p:cNvSpPr/>
          <p:nvPr/>
        </p:nvSpPr>
        <p:spPr>
          <a:xfrm>
            <a:off x="127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4" name="四角形: 角を丸くする 443">
            <a:extLst>
              <a:ext uri="{FF2B5EF4-FFF2-40B4-BE49-F238E27FC236}">
                <a16:creationId xmlns:a16="http://schemas.microsoft.com/office/drawing/2014/main" id="{7613EF4D-A2DB-4155-8CDA-15950D0D8B54}"/>
              </a:ext>
            </a:extLst>
          </p:cNvPr>
          <p:cNvSpPr/>
          <p:nvPr/>
        </p:nvSpPr>
        <p:spPr>
          <a:xfrm>
            <a:off x="91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5" name="四角形: 角を丸くする 444">
            <a:extLst>
              <a:ext uri="{FF2B5EF4-FFF2-40B4-BE49-F238E27FC236}">
                <a16:creationId xmlns:a16="http://schemas.microsoft.com/office/drawing/2014/main" id="{A662DA88-3711-4526-AEA5-82511B542DB1}"/>
              </a:ext>
            </a:extLst>
          </p:cNvPr>
          <p:cNvSpPr/>
          <p:nvPr/>
        </p:nvSpPr>
        <p:spPr>
          <a:xfrm>
            <a:off x="163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6" name="四角形: 角を丸くする 445">
            <a:extLst>
              <a:ext uri="{FF2B5EF4-FFF2-40B4-BE49-F238E27FC236}">
                <a16:creationId xmlns:a16="http://schemas.microsoft.com/office/drawing/2014/main" id="{8D86815D-075A-45D2-86CC-A5C3595E57E2}"/>
              </a:ext>
            </a:extLst>
          </p:cNvPr>
          <p:cNvSpPr/>
          <p:nvPr/>
        </p:nvSpPr>
        <p:spPr>
          <a:xfrm>
            <a:off x="1926926" y="42962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1" name="四角形: 角を丸くする 450">
            <a:extLst>
              <a:ext uri="{FF2B5EF4-FFF2-40B4-BE49-F238E27FC236}">
                <a16:creationId xmlns:a16="http://schemas.microsoft.com/office/drawing/2014/main" id="{21C62D73-6D0B-4369-B1A7-D04B11DD7828}"/>
              </a:ext>
            </a:extLst>
          </p:cNvPr>
          <p:cNvSpPr/>
          <p:nvPr/>
        </p:nvSpPr>
        <p:spPr>
          <a:xfrm>
            <a:off x="145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2" name="四角形: 角を丸くする 451">
            <a:extLst>
              <a:ext uri="{FF2B5EF4-FFF2-40B4-BE49-F238E27FC236}">
                <a16:creationId xmlns:a16="http://schemas.microsoft.com/office/drawing/2014/main" id="{90E183E0-9B85-4A0E-8CFF-4051E3608E5E}"/>
              </a:ext>
            </a:extLst>
          </p:cNvPr>
          <p:cNvSpPr/>
          <p:nvPr/>
        </p:nvSpPr>
        <p:spPr>
          <a:xfrm>
            <a:off x="127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3" name="四角形: 角を丸くする 452">
            <a:extLst>
              <a:ext uri="{FF2B5EF4-FFF2-40B4-BE49-F238E27FC236}">
                <a16:creationId xmlns:a16="http://schemas.microsoft.com/office/drawing/2014/main" id="{7EFF0630-2265-46F1-A338-5153E374D6F4}"/>
              </a:ext>
            </a:extLst>
          </p:cNvPr>
          <p:cNvSpPr/>
          <p:nvPr/>
        </p:nvSpPr>
        <p:spPr>
          <a:xfrm>
            <a:off x="109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4" name="四角形: 角を丸くする 453">
            <a:extLst>
              <a:ext uri="{FF2B5EF4-FFF2-40B4-BE49-F238E27FC236}">
                <a16:creationId xmlns:a16="http://schemas.microsoft.com/office/drawing/2014/main" id="{A33B5B4B-F927-435E-A623-E6D8C390B011}"/>
              </a:ext>
            </a:extLst>
          </p:cNvPr>
          <p:cNvSpPr/>
          <p:nvPr/>
        </p:nvSpPr>
        <p:spPr>
          <a:xfrm>
            <a:off x="145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6" name="四角形: 角を丸くする 455">
            <a:extLst>
              <a:ext uri="{FF2B5EF4-FFF2-40B4-BE49-F238E27FC236}">
                <a16:creationId xmlns:a16="http://schemas.microsoft.com/office/drawing/2014/main" id="{04FCAC4D-F480-46F3-A54D-E3410F0E2642}"/>
              </a:ext>
            </a:extLst>
          </p:cNvPr>
          <p:cNvSpPr/>
          <p:nvPr/>
        </p:nvSpPr>
        <p:spPr>
          <a:xfrm>
            <a:off x="181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3" name="四角形: 角を丸くする 462">
            <a:extLst>
              <a:ext uri="{FF2B5EF4-FFF2-40B4-BE49-F238E27FC236}">
                <a16:creationId xmlns:a16="http://schemas.microsoft.com/office/drawing/2014/main" id="{1688B318-DAAA-4013-B590-2B8841454798}"/>
              </a:ext>
            </a:extLst>
          </p:cNvPr>
          <p:cNvSpPr/>
          <p:nvPr/>
        </p:nvSpPr>
        <p:spPr>
          <a:xfrm>
            <a:off x="164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6" name="四角形: 角を丸くする 465">
            <a:extLst>
              <a:ext uri="{FF2B5EF4-FFF2-40B4-BE49-F238E27FC236}">
                <a16:creationId xmlns:a16="http://schemas.microsoft.com/office/drawing/2014/main" id="{715986FF-A8BC-4FF7-B5B3-CD69F4588AAE}"/>
              </a:ext>
            </a:extLst>
          </p:cNvPr>
          <p:cNvSpPr/>
          <p:nvPr/>
        </p:nvSpPr>
        <p:spPr>
          <a:xfrm>
            <a:off x="92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7" name="四角形: 角を丸くする 466">
            <a:extLst>
              <a:ext uri="{FF2B5EF4-FFF2-40B4-BE49-F238E27FC236}">
                <a16:creationId xmlns:a16="http://schemas.microsoft.com/office/drawing/2014/main" id="{FB5D9C0C-D046-429D-8BD5-51B6987CD196}"/>
              </a:ext>
            </a:extLst>
          </p:cNvPr>
          <p:cNvSpPr/>
          <p:nvPr/>
        </p:nvSpPr>
        <p:spPr>
          <a:xfrm>
            <a:off x="110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9" name="四角形: 角を丸くする 468">
            <a:extLst>
              <a:ext uri="{FF2B5EF4-FFF2-40B4-BE49-F238E27FC236}">
                <a16:creationId xmlns:a16="http://schemas.microsoft.com/office/drawing/2014/main" id="{4A43FE4B-8AFE-4CFB-8E0C-649E7EBE66A1}"/>
              </a:ext>
            </a:extLst>
          </p:cNvPr>
          <p:cNvSpPr/>
          <p:nvPr/>
        </p:nvSpPr>
        <p:spPr>
          <a:xfrm>
            <a:off x="163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70" name="四角形: 角を丸くする 469">
            <a:extLst>
              <a:ext uri="{FF2B5EF4-FFF2-40B4-BE49-F238E27FC236}">
                <a16:creationId xmlns:a16="http://schemas.microsoft.com/office/drawing/2014/main" id="{C5133212-05F7-41CF-8890-6DA1295D1D04}"/>
              </a:ext>
            </a:extLst>
          </p:cNvPr>
          <p:cNvSpPr/>
          <p:nvPr/>
        </p:nvSpPr>
        <p:spPr>
          <a:xfrm>
            <a:off x="182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79" name="四角形: 角を丸くする 478">
            <a:extLst>
              <a:ext uri="{FF2B5EF4-FFF2-40B4-BE49-F238E27FC236}">
                <a16:creationId xmlns:a16="http://schemas.microsoft.com/office/drawing/2014/main" id="{73108889-6726-4A30-98A0-6140316B6946}"/>
              </a:ext>
            </a:extLst>
          </p:cNvPr>
          <p:cNvSpPr/>
          <p:nvPr/>
        </p:nvSpPr>
        <p:spPr>
          <a:xfrm>
            <a:off x="128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83" name="四角形: 角を丸くする 482">
            <a:extLst>
              <a:ext uri="{FF2B5EF4-FFF2-40B4-BE49-F238E27FC236}">
                <a16:creationId xmlns:a16="http://schemas.microsoft.com/office/drawing/2014/main" id="{4A752A83-8D40-4617-A22F-677E7E5DB102}"/>
              </a:ext>
            </a:extLst>
          </p:cNvPr>
          <p:cNvSpPr/>
          <p:nvPr/>
        </p:nvSpPr>
        <p:spPr>
          <a:xfrm>
            <a:off x="181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89" name="四角形: 角を丸くする 488">
            <a:extLst>
              <a:ext uri="{FF2B5EF4-FFF2-40B4-BE49-F238E27FC236}">
                <a16:creationId xmlns:a16="http://schemas.microsoft.com/office/drawing/2014/main" id="{3AC1099A-CD6E-4C61-BD8B-841F6CC6C92F}"/>
              </a:ext>
            </a:extLst>
          </p:cNvPr>
          <p:cNvSpPr/>
          <p:nvPr/>
        </p:nvSpPr>
        <p:spPr>
          <a:xfrm>
            <a:off x="127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0" name="四角形: 角を丸くする 489">
            <a:extLst>
              <a:ext uri="{FF2B5EF4-FFF2-40B4-BE49-F238E27FC236}">
                <a16:creationId xmlns:a16="http://schemas.microsoft.com/office/drawing/2014/main" id="{7FCC73B9-E203-4C73-B2D5-C1D287E13865}"/>
              </a:ext>
            </a:extLst>
          </p:cNvPr>
          <p:cNvSpPr/>
          <p:nvPr/>
        </p:nvSpPr>
        <p:spPr>
          <a:xfrm>
            <a:off x="145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1" name="四角形: 角を丸くする 490">
            <a:extLst>
              <a:ext uri="{FF2B5EF4-FFF2-40B4-BE49-F238E27FC236}">
                <a16:creationId xmlns:a16="http://schemas.microsoft.com/office/drawing/2014/main" id="{C0BE4757-DA0C-409B-BE1B-B2A6AB3574D1}"/>
              </a:ext>
            </a:extLst>
          </p:cNvPr>
          <p:cNvSpPr/>
          <p:nvPr/>
        </p:nvSpPr>
        <p:spPr>
          <a:xfrm>
            <a:off x="146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2" name="四角形: 角を丸くする 491">
            <a:extLst>
              <a:ext uri="{FF2B5EF4-FFF2-40B4-BE49-F238E27FC236}">
                <a16:creationId xmlns:a16="http://schemas.microsoft.com/office/drawing/2014/main" id="{6D0345B9-2E84-43DC-BFB4-2AE652911EC8}"/>
              </a:ext>
            </a:extLst>
          </p:cNvPr>
          <p:cNvSpPr/>
          <p:nvPr/>
        </p:nvSpPr>
        <p:spPr>
          <a:xfrm>
            <a:off x="92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3" name="四角形: 角を丸くする 492">
            <a:extLst>
              <a:ext uri="{FF2B5EF4-FFF2-40B4-BE49-F238E27FC236}">
                <a16:creationId xmlns:a16="http://schemas.microsoft.com/office/drawing/2014/main" id="{4F5569A8-9619-435D-A736-0FF7E919256E}"/>
              </a:ext>
            </a:extLst>
          </p:cNvPr>
          <p:cNvSpPr/>
          <p:nvPr/>
        </p:nvSpPr>
        <p:spPr>
          <a:xfrm>
            <a:off x="110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4" name="四角形: 角を丸くする 493">
            <a:extLst>
              <a:ext uri="{FF2B5EF4-FFF2-40B4-BE49-F238E27FC236}">
                <a16:creationId xmlns:a16="http://schemas.microsoft.com/office/drawing/2014/main" id="{C684F4F4-3AD4-4235-9033-839127CFD64D}"/>
              </a:ext>
            </a:extLst>
          </p:cNvPr>
          <p:cNvSpPr/>
          <p:nvPr/>
        </p:nvSpPr>
        <p:spPr>
          <a:xfrm>
            <a:off x="128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5" name="四角形: 角を丸くする 494">
            <a:extLst>
              <a:ext uri="{FF2B5EF4-FFF2-40B4-BE49-F238E27FC236}">
                <a16:creationId xmlns:a16="http://schemas.microsoft.com/office/drawing/2014/main" id="{26411FDA-58FB-4710-9506-089CD0A719D2}"/>
              </a:ext>
            </a:extLst>
          </p:cNvPr>
          <p:cNvSpPr/>
          <p:nvPr/>
        </p:nvSpPr>
        <p:spPr>
          <a:xfrm>
            <a:off x="146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38" name="四角形: 角を丸くする 537">
            <a:extLst>
              <a:ext uri="{FF2B5EF4-FFF2-40B4-BE49-F238E27FC236}">
                <a16:creationId xmlns:a16="http://schemas.microsoft.com/office/drawing/2014/main" id="{2618ADE6-74D7-4505-BF27-026911C64ABE}"/>
              </a:ext>
            </a:extLst>
          </p:cNvPr>
          <p:cNvSpPr/>
          <p:nvPr/>
        </p:nvSpPr>
        <p:spPr>
          <a:xfrm>
            <a:off x="93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0" name="四角形: 角を丸くする 539">
            <a:extLst>
              <a:ext uri="{FF2B5EF4-FFF2-40B4-BE49-F238E27FC236}">
                <a16:creationId xmlns:a16="http://schemas.microsoft.com/office/drawing/2014/main" id="{FD9D5AAE-ED4E-4409-9D8A-0D7A74594B81}"/>
              </a:ext>
            </a:extLst>
          </p:cNvPr>
          <p:cNvSpPr/>
          <p:nvPr/>
        </p:nvSpPr>
        <p:spPr>
          <a:xfrm>
            <a:off x="111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2" name="四角形: 角を丸くする 541">
            <a:extLst>
              <a:ext uri="{FF2B5EF4-FFF2-40B4-BE49-F238E27FC236}">
                <a16:creationId xmlns:a16="http://schemas.microsoft.com/office/drawing/2014/main" id="{85A90072-71EE-4C97-BB14-9E7EA54B97BB}"/>
              </a:ext>
            </a:extLst>
          </p:cNvPr>
          <p:cNvSpPr/>
          <p:nvPr/>
        </p:nvSpPr>
        <p:spPr>
          <a:xfrm>
            <a:off x="129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3" name="四角形: 角を丸くする 542">
            <a:extLst>
              <a:ext uri="{FF2B5EF4-FFF2-40B4-BE49-F238E27FC236}">
                <a16:creationId xmlns:a16="http://schemas.microsoft.com/office/drawing/2014/main" id="{854B7EBB-6210-4683-AAB9-6E98681261E6}"/>
              </a:ext>
            </a:extLst>
          </p:cNvPr>
          <p:cNvSpPr/>
          <p:nvPr/>
        </p:nvSpPr>
        <p:spPr>
          <a:xfrm>
            <a:off x="147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4" name="四角形: 角を丸くする 543">
            <a:extLst>
              <a:ext uri="{FF2B5EF4-FFF2-40B4-BE49-F238E27FC236}">
                <a16:creationId xmlns:a16="http://schemas.microsoft.com/office/drawing/2014/main" id="{7DEB249B-861B-4EDF-BDF2-A7185452538D}"/>
              </a:ext>
            </a:extLst>
          </p:cNvPr>
          <p:cNvSpPr/>
          <p:nvPr/>
        </p:nvSpPr>
        <p:spPr>
          <a:xfrm>
            <a:off x="165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5" name="四角形: 角を丸くする 544">
            <a:extLst>
              <a:ext uri="{FF2B5EF4-FFF2-40B4-BE49-F238E27FC236}">
                <a16:creationId xmlns:a16="http://schemas.microsoft.com/office/drawing/2014/main" id="{1FE23EEC-998B-4FCD-8955-9FA8300BA338}"/>
              </a:ext>
            </a:extLst>
          </p:cNvPr>
          <p:cNvSpPr/>
          <p:nvPr/>
        </p:nvSpPr>
        <p:spPr>
          <a:xfrm>
            <a:off x="183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6" name="四角形: 角を丸くする 545">
            <a:extLst>
              <a:ext uri="{FF2B5EF4-FFF2-40B4-BE49-F238E27FC236}">
                <a16:creationId xmlns:a16="http://schemas.microsoft.com/office/drawing/2014/main" id="{1DC3CD9B-B7C4-4D33-8C5C-C7C2BD0CE0EF}"/>
              </a:ext>
            </a:extLst>
          </p:cNvPr>
          <p:cNvSpPr/>
          <p:nvPr/>
        </p:nvSpPr>
        <p:spPr>
          <a:xfrm>
            <a:off x="1926926" y="61956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7" name="四角形: 角を丸くする 546">
            <a:extLst>
              <a:ext uri="{FF2B5EF4-FFF2-40B4-BE49-F238E27FC236}">
                <a16:creationId xmlns:a16="http://schemas.microsoft.com/office/drawing/2014/main" id="{4C50F26D-8A8F-4063-8C99-7B6B9A7B09D0}"/>
              </a:ext>
            </a:extLst>
          </p:cNvPr>
          <p:cNvSpPr/>
          <p:nvPr/>
        </p:nvSpPr>
        <p:spPr>
          <a:xfrm>
            <a:off x="93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9" name="四角形: 角を丸くする 548">
            <a:extLst>
              <a:ext uri="{FF2B5EF4-FFF2-40B4-BE49-F238E27FC236}">
                <a16:creationId xmlns:a16="http://schemas.microsoft.com/office/drawing/2014/main" id="{4D5C1B4A-944A-43E1-A264-1BE852CEE4D0}"/>
              </a:ext>
            </a:extLst>
          </p:cNvPr>
          <p:cNvSpPr/>
          <p:nvPr/>
        </p:nvSpPr>
        <p:spPr>
          <a:xfrm>
            <a:off x="111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0" name="四角形: 角を丸くする 549">
            <a:extLst>
              <a:ext uri="{FF2B5EF4-FFF2-40B4-BE49-F238E27FC236}">
                <a16:creationId xmlns:a16="http://schemas.microsoft.com/office/drawing/2014/main" id="{AE360D32-BD44-4348-AB9C-440026B50822}"/>
              </a:ext>
            </a:extLst>
          </p:cNvPr>
          <p:cNvSpPr/>
          <p:nvPr/>
        </p:nvSpPr>
        <p:spPr>
          <a:xfrm>
            <a:off x="147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1" name="四角形: 角を丸くする 550">
            <a:extLst>
              <a:ext uri="{FF2B5EF4-FFF2-40B4-BE49-F238E27FC236}">
                <a16:creationId xmlns:a16="http://schemas.microsoft.com/office/drawing/2014/main" id="{4336311C-9F9B-4B15-A546-40C1226957ED}"/>
              </a:ext>
            </a:extLst>
          </p:cNvPr>
          <p:cNvSpPr/>
          <p:nvPr/>
        </p:nvSpPr>
        <p:spPr>
          <a:xfrm>
            <a:off x="1819117" y="679635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3" name="四角形: 角を丸くする 552">
            <a:extLst>
              <a:ext uri="{FF2B5EF4-FFF2-40B4-BE49-F238E27FC236}">
                <a16:creationId xmlns:a16="http://schemas.microsoft.com/office/drawing/2014/main" id="{17BA6BF0-349D-412E-9478-5E486CED4468}"/>
              </a:ext>
            </a:extLst>
          </p:cNvPr>
          <p:cNvSpPr/>
          <p:nvPr/>
        </p:nvSpPr>
        <p:spPr>
          <a:xfrm>
            <a:off x="129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4" name="四角形: 角を丸くする 553">
            <a:extLst>
              <a:ext uri="{FF2B5EF4-FFF2-40B4-BE49-F238E27FC236}">
                <a16:creationId xmlns:a16="http://schemas.microsoft.com/office/drawing/2014/main" id="{06B28185-3E62-4145-BD1B-A454D7CEEC4B}"/>
              </a:ext>
            </a:extLst>
          </p:cNvPr>
          <p:cNvSpPr/>
          <p:nvPr/>
        </p:nvSpPr>
        <p:spPr>
          <a:xfrm>
            <a:off x="165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5" name="四角形: 角を丸くする 554">
            <a:extLst>
              <a:ext uri="{FF2B5EF4-FFF2-40B4-BE49-F238E27FC236}">
                <a16:creationId xmlns:a16="http://schemas.microsoft.com/office/drawing/2014/main" id="{BFA07098-0BDD-4209-9122-91648F4AADD4}"/>
              </a:ext>
            </a:extLst>
          </p:cNvPr>
          <p:cNvSpPr/>
          <p:nvPr/>
        </p:nvSpPr>
        <p:spPr>
          <a:xfrm>
            <a:off x="1926926" y="667353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6" name="四角形: 角を丸くする 555">
            <a:extLst>
              <a:ext uri="{FF2B5EF4-FFF2-40B4-BE49-F238E27FC236}">
                <a16:creationId xmlns:a16="http://schemas.microsoft.com/office/drawing/2014/main" id="{C4574AEE-C3E8-4FC0-8998-293D8EF142E1}"/>
              </a:ext>
            </a:extLst>
          </p:cNvPr>
          <p:cNvSpPr/>
          <p:nvPr/>
        </p:nvSpPr>
        <p:spPr>
          <a:xfrm>
            <a:off x="183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9" name="四角形: 角を丸くする 558">
            <a:extLst>
              <a:ext uri="{FF2B5EF4-FFF2-40B4-BE49-F238E27FC236}">
                <a16:creationId xmlns:a16="http://schemas.microsoft.com/office/drawing/2014/main" id="{244E4BD3-DDBA-4B2C-B5E4-9815BD0B9D0D}"/>
              </a:ext>
            </a:extLst>
          </p:cNvPr>
          <p:cNvSpPr/>
          <p:nvPr/>
        </p:nvSpPr>
        <p:spPr>
          <a:xfrm>
            <a:off x="93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0" name="四角形: 角を丸くする 559">
            <a:extLst>
              <a:ext uri="{FF2B5EF4-FFF2-40B4-BE49-F238E27FC236}">
                <a16:creationId xmlns:a16="http://schemas.microsoft.com/office/drawing/2014/main" id="{1281B1DF-4090-4055-8052-1776D511ABC2}"/>
              </a:ext>
            </a:extLst>
          </p:cNvPr>
          <p:cNvSpPr/>
          <p:nvPr/>
        </p:nvSpPr>
        <p:spPr>
          <a:xfrm>
            <a:off x="111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1" name="四角形: 角を丸くする 560">
            <a:extLst>
              <a:ext uri="{FF2B5EF4-FFF2-40B4-BE49-F238E27FC236}">
                <a16:creationId xmlns:a16="http://schemas.microsoft.com/office/drawing/2014/main" id="{B2D555BD-F57D-4533-938B-E00239A16BFE}"/>
              </a:ext>
            </a:extLst>
          </p:cNvPr>
          <p:cNvSpPr/>
          <p:nvPr/>
        </p:nvSpPr>
        <p:spPr>
          <a:xfrm>
            <a:off x="147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2" name="四角形: 角を丸くする 561">
            <a:extLst>
              <a:ext uri="{FF2B5EF4-FFF2-40B4-BE49-F238E27FC236}">
                <a16:creationId xmlns:a16="http://schemas.microsoft.com/office/drawing/2014/main" id="{AF2EDABF-A264-4443-940C-20AE1E436BC2}"/>
              </a:ext>
            </a:extLst>
          </p:cNvPr>
          <p:cNvSpPr/>
          <p:nvPr/>
        </p:nvSpPr>
        <p:spPr>
          <a:xfrm>
            <a:off x="165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4" name="四角形: 角を丸くする 563">
            <a:extLst>
              <a:ext uri="{FF2B5EF4-FFF2-40B4-BE49-F238E27FC236}">
                <a16:creationId xmlns:a16="http://schemas.microsoft.com/office/drawing/2014/main" id="{3295C26E-D89A-4553-ACFE-C661F158FC56}"/>
              </a:ext>
            </a:extLst>
          </p:cNvPr>
          <p:cNvSpPr/>
          <p:nvPr/>
        </p:nvSpPr>
        <p:spPr>
          <a:xfrm>
            <a:off x="129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6" name="四角形: 角を丸くする 565">
            <a:extLst>
              <a:ext uri="{FF2B5EF4-FFF2-40B4-BE49-F238E27FC236}">
                <a16:creationId xmlns:a16="http://schemas.microsoft.com/office/drawing/2014/main" id="{31B5B630-E839-4249-9798-151AE0F5D46B}"/>
              </a:ext>
            </a:extLst>
          </p:cNvPr>
          <p:cNvSpPr/>
          <p:nvPr/>
        </p:nvSpPr>
        <p:spPr>
          <a:xfrm>
            <a:off x="183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1" name="四角形: 角を丸くする 570">
            <a:extLst>
              <a:ext uri="{FF2B5EF4-FFF2-40B4-BE49-F238E27FC236}">
                <a16:creationId xmlns:a16="http://schemas.microsoft.com/office/drawing/2014/main" id="{4C55A641-3BB7-45FD-80B7-C3154FF4E628}"/>
              </a:ext>
            </a:extLst>
          </p:cNvPr>
          <p:cNvSpPr/>
          <p:nvPr/>
        </p:nvSpPr>
        <p:spPr>
          <a:xfrm>
            <a:off x="1819117" y="726995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4" name="四角形: 角を丸くする 573">
            <a:extLst>
              <a:ext uri="{FF2B5EF4-FFF2-40B4-BE49-F238E27FC236}">
                <a16:creationId xmlns:a16="http://schemas.microsoft.com/office/drawing/2014/main" id="{6A3686CD-00C2-4E1A-8424-1B5653D032BF}"/>
              </a:ext>
            </a:extLst>
          </p:cNvPr>
          <p:cNvSpPr/>
          <p:nvPr/>
        </p:nvSpPr>
        <p:spPr>
          <a:xfrm>
            <a:off x="1926926" y="717395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8" name="四角形: 角を丸くする 577">
            <a:extLst>
              <a:ext uri="{FF2B5EF4-FFF2-40B4-BE49-F238E27FC236}">
                <a16:creationId xmlns:a16="http://schemas.microsoft.com/office/drawing/2014/main" id="{15B353EF-C638-48A1-92A7-E5EB39973566}"/>
              </a:ext>
            </a:extLst>
          </p:cNvPr>
          <p:cNvSpPr/>
          <p:nvPr/>
        </p:nvSpPr>
        <p:spPr>
          <a:xfrm>
            <a:off x="939455" y="74969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9" name="四角形: 角を丸くする 578">
            <a:extLst>
              <a:ext uri="{FF2B5EF4-FFF2-40B4-BE49-F238E27FC236}">
                <a16:creationId xmlns:a16="http://schemas.microsoft.com/office/drawing/2014/main" id="{A06745DC-2949-428A-B233-457F507EAEDA}"/>
              </a:ext>
            </a:extLst>
          </p:cNvPr>
          <p:cNvSpPr/>
          <p:nvPr/>
        </p:nvSpPr>
        <p:spPr>
          <a:xfrm>
            <a:off x="1119455" y="74969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6" name="四角形: 角を丸くする 585">
            <a:extLst>
              <a:ext uri="{FF2B5EF4-FFF2-40B4-BE49-F238E27FC236}">
                <a16:creationId xmlns:a16="http://schemas.microsoft.com/office/drawing/2014/main" id="{5DC9BE05-4C3B-46BA-85E2-00621391CE23}"/>
              </a:ext>
            </a:extLst>
          </p:cNvPr>
          <p:cNvSpPr/>
          <p:nvPr/>
        </p:nvSpPr>
        <p:spPr>
          <a:xfrm>
            <a:off x="1299455" y="74969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7" name="四角形: 角を丸くする 586">
            <a:extLst>
              <a:ext uri="{FF2B5EF4-FFF2-40B4-BE49-F238E27FC236}">
                <a16:creationId xmlns:a16="http://schemas.microsoft.com/office/drawing/2014/main" id="{E0F25E9A-1DD1-479E-97F6-22B6F54078AF}"/>
              </a:ext>
            </a:extLst>
          </p:cNvPr>
          <p:cNvSpPr/>
          <p:nvPr/>
        </p:nvSpPr>
        <p:spPr>
          <a:xfrm>
            <a:off x="939455" y="800564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8" name="四角形: 角を丸くする 587">
            <a:extLst>
              <a:ext uri="{FF2B5EF4-FFF2-40B4-BE49-F238E27FC236}">
                <a16:creationId xmlns:a16="http://schemas.microsoft.com/office/drawing/2014/main" id="{709FF482-C3CE-47E6-B8A7-3A20A95902FB}"/>
              </a:ext>
            </a:extLst>
          </p:cNvPr>
          <p:cNvSpPr/>
          <p:nvPr/>
        </p:nvSpPr>
        <p:spPr>
          <a:xfrm>
            <a:off x="2376536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9" name="四角形: 角を丸くする 588">
            <a:extLst>
              <a:ext uri="{FF2B5EF4-FFF2-40B4-BE49-F238E27FC236}">
                <a16:creationId xmlns:a16="http://schemas.microsoft.com/office/drawing/2014/main" id="{B927303E-8A20-4436-BB86-6FF9243DEE25}"/>
              </a:ext>
            </a:extLst>
          </p:cNvPr>
          <p:cNvSpPr/>
          <p:nvPr/>
        </p:nvSpPr>
        <p:spPr>
          <a:xfrm>
            <a:off x="2196536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2" name="四角形: 角を丸くする 591">
            <a:extLst>
              <a:ext uri="{FF2B5EF4-FFF2-40B4-BE49-F238E27FC236}">
                <a16:creationId xmlns:a16="http://schemas.microsoft.com/office/drawing/2014/main" id="{8E1753E8-0776-4AE7-8341-F80C7CD66C43}"/>
              </a:ext>
            </a:extLst>
          </p:cNvPr>
          <p:cNvSpPr/>
          <p:nvPr/>
        </p:nvSpPr>
        <p:spPr>
          <a:xfrm>
            <a:off x="2196536" y="60738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3" name="四角形: 角を丸くする 592">
            <a:extLst>
              <a:ext uri="{FF2B5EF4-FFF2-40B4-BE49-F238E27FC236}">
                <a16:creationId xmlns:a16="http://schemas.microsoft.com/office/drawing/2014/main" id="{FDE074A4-7331-4202-BAF2-F4546594D5EB}"/>
              </a:ext>
            </a:extLst>
          </p:cNvPr>
          <p:cNvSpPr/>
          <p:nvPr/>
        </p:nvSpPr>
        <p:spPr>
          <a:xfrm>
            <a:off x="2376536" y="60738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6" name="四角形: 角を丸くする 595">
            <a:extLst>
              <a:ext uri="{FF2B5EF4-FFF2-40B4-BE49-F238E27FC236}">
                <a16:creationId xmlns:a16="http://schemas.microsoft.com/office/drawing/2014/main" id="{F96CABA7-1AC8-4436-A6C8-8145CC0C85F2}"/>
              </a:ext>
            </a:extLst>
          </p:cNvPr>
          <p:cNvSpPr/>
          <p:nvPr/>
        </p:nvSpPr>
        <p:spPr>
          <a:xfrm>
            <a:off x="939455" y="89677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6" name="四角形: 角を丸くする 605">
            <a:extLst>
              <a:ext uri="{FF2B5EF4-FFF2-40B4-BE49-F238E27FC236}">
                <a16:creationId xmlns:a16="http://schemas.microsoft.com/office/drawing/2014/main" id="{69C8E429-45FA-4881-AAEF-A135FD3EE324}"/>
              </a:ext>
            </a:extLst>
          </p:cNvPr>
          <p:cNvSpPr/>
          <p:nvPr/>
        </p:nvSpPr>
        <p:spPr>
          <a:xfrm>
            <a:off x="3101494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9" name="四角形: 角を丸くする 608">
            <a:extLst>
              <a:ext uri="{FF2B5EF4-FFF2-40B4-BE49-F238E27FC236}">
                <a16:creationId xmlns:a16="http://schemas.microsoft.com/office/drawing/2014/main" id="{749F85F0-B17A-46DC-AC88-0E1FC19BC795}"/>
              </a:ext>
            </a:extLst>
          </p:cNvPr>
          <p:cNvSpPr/>
          <p:nvPr/>
        </p:nvSpPr>
        <p:spPr>
          <a:xfrm>
            <a:off x="3281494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3" name="四角形: 角を丸くする 612">
            <a:extLst>
              <a:ext uri="{FF2B5EF4-FFF2-40B4-BE49-F238E27FC236}">
                <a16:creationId xmlns:a16="http://schemas.microsoft.com/office/drawing/2014/main" id="{E1CD782A-1FC6-45B4-AA92-D3608BC42180}"/>
              </a:ext>
            </a:extLst>
          </p:cNvPr>
          <p:cNvSpPr/>
          <p:nvPr/>
        </p:nvSpPr>
        <p:spPr>
          <a:xfrm>
            <a:off x="566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6" name="四角形: 角を丸くする 615">
            <a:extLst>
              <a:ext uri="{FF2B5EF4-FFF2-40B4-BE49-F238E27FC236}">
                <a16:creationId xmlns:a16="http://schemas.microsoft.com/office/drawing/2014/main" id="{FF243754-B91E-4942-84C4-34AEEE7C018F}"/>
              </a:ext>
            </a:extLst>
          </p:cNvPr>
          <p:cNvSpPr/>
          <p:nvPr/>
        </p:nvSpPr>
        <p:spPr>
          <a:xfrm>
            <a:off x="584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8" name="四角形: 角を丸くする 617">
            <a:extLst>
              <a:ext uri="{FF2B5EF4-FFF2-40B4-BE49-F238E27FC236}">
                <a16:creationId xmlns:a16="http://schemas.microsoft.com/office/drawing/2014/main" id="{AF801EF8-BB93-4700-8F66-E8E03D5F186B}"/>
              </a:ext>
            </a:extLst>
          </p:cNvPr>
          <p:cNvSpPr/>
          <p:nvPr/>
        </p:nvSpPr>
        <p:spPr>
          <a:xfrm>
            <a:off x="638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9" name="四角形: 角を丸くする 618">
            <a:extLst>
              <a:ext uri="{FF2B5EF4-FFF2-40B4-BE49-F238E27FC236}">
                <a16:creationId xmlns:a16="http://schemas.microsoft.com/office/drawing/2014/main" id="{9CA71E2A-B03E-448B-A240-70A5157C5CD7}"/>
              </a:ext>
            </a:extLst>
          </p:cNvPr>
          <p:cNvSpPr/>
          <p:nvPr/>
        </p:nvSpPr>
        <p:spPr>
          <a:xfrm>
            <a:off x="656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0" name="四角形: 角を丸くする 619">
            <a:extLst>
              <a:ext uri="{FF2B5EF4-FFF2-40B4-BE49-F238E27FC236}">
                <a16:creationId xmlns:a16="http://schemas.microsoft.com/office/drawing/2014/main" id="{CE7F99FA-BEEA-47B8-AFCC-A96D4DE8E988}"/>
              </a:ext>
            </a:extLst>
          </p:cNvPr>
          <p:cNvSpPr/>
          <p:nvPr/>
        </p:nvSpPr>
        <p:spPr>
          <a:xfrm>
            <a:off x="5846059" y="897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1" name="四角形: 角を丸くする 620">
            <a:extLst>
              <a:ext uri="{FF2B5EF4-FFF2-40B4-BE49-F238E27FC236}">
                <a16:creationId xmlns:a16="http://schemas.microsoft.com/office/drawing/2014/main" id="{BEA2E957-70AE-4471-952D-C90DBABBF373}"/>
              </a:ext>
            </a:extLst>
          </p:cNvPr>
          <p:cNvSpPr/>
          <p:nvPr/>
        </p:nvSpPr>
        <p:spPr>
          <a:xfrm>
            <a:off x="602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4" name="四角形: 角を丸くする 623">
            <a:extLst>
              <a:ext uri="{FF2B5EF4-FFF2-40B4-BE49-F238E27FC236}">
                <a16:creationId xmlns:a16="http://schemas.microsoft.com/office/drawing/2014/main" id="{010D5252-AB8F-48DE-B967-ECB8D597B489}"/>
              </a:ext>
            </a:extLst>
          </p:cNvPr>
          <p:cNvSpPr/>
          <p:nvPr/>
        </p:nvSpPr>
        <p:spPr>
          <a:xfrm>
            <a:off x="620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6" name="四角形: 角を丸くする 625">
            <a:extLst>
              <a:ext uri="{FF2B5EF4-FFF2-40B4-BE49-F238E27FC236}">
                <a16:creationId xmlns:a16="http://schemas.microsoft.com/office/drawing/2014/main" id="{402932A6-1EE7-420C-A761-42A5EDBC0975}"/>
              </a:ext>
            </a:extLst>
          </p:cNvPr>
          <p:cNvSpPr/>
          <p:nvPr/>
        </p:nvSpPr>
        <p:spPr>
          <a:xfrm>
            <a:off x="5666059" y="897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9" name="四角形: 角を丸くする 628">
            <a:extLst>
              <a:ext uri="{FF2B5EF4-FFF2-40B4-BE49-F238E27FC236}">
                <a16:creationId xmlns:a16="http://schemas.microsoft.com/office/drawing/2014/main" id="{22E0A24A-1845-454A-B7BD-EE5F819F6C60}"/>
              </a:ext>
            </a:extLst>
          </p:cNvPr>
          <p:cNvSpPr/>
          <p:nvPr/>
        </p:nvSpPr>
        <p:spPr>
          <a:xfrm>
            <a:off x="3101494" y="91850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5" name="四角形: 角を丸くする 634">
            <a:extLst>
              <a:ext uri="{FF2B5EF4-FFF2-40B4-BE49-F238E27FC236}">
                <a16:creationId xmlns:a16="http://schemas.microsoft.com/office/drawing/2014/main" id="{39E5A1FB-15F8-4ED6-A0DE-CCFC5E6B4D1E}"/>
              </a:ext>
            </a:extLst>
          </p:cNvPr>
          <p:cNvSpPr/>
          <p:nvPr/>
        </p:nvSpPr>
        <p:spPr>
          <a:xfrm>
            <a:off x="7002401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9" name="四角形: 角を丸くする 638">
            <a:extLst>
              <a:ext uri="{FF2B5EF4-FFF2-40B4-BE49-F238E27FC236}">
                <a16:creationId xmlns:a16="http://schemas.microsoft.com/office/drawing/2014/main" id="{039246EA-8C22-40C0-A201-C001EF317D2C}"/>
              </a:ext>
            </a:extLst>
          </p:cNvPr>
          <p:cNvSpPr/>
          <p:nvPr/>
        </p:nvSpPr>
        <p:spPr>
          <a:xfrm>
            <a:off x="7362401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0" name="四角形: 角を丸くする 639">
            <a:extLst>
              <a:ext uri="{FF2B5EF4-FFF2-40B4-BE49-F238E27FC236}">
                <a16:creationId xmlns:a16="http://schemas.microsoft.com/office/drawing/2014/main" id="{31E366D9-A6E8-4655-9C45-D96BD3460DEE}"/>
              </a:ext>
            </a:extLst>
          </p:cNvPr>
          <p:cNvSpPr/>
          <p:nvPr/>
        </p:nvSpPr>
        <p:spPr>
          <a:xfrm>
            <a:off x="7182401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3" name="四角形: 角を丸くする 642">
            <a:extLst>
              <a:ext uri="{FF2B5EF4-FFF2-40B4-BE49-F238E27FC236}">
                <a16:creationId xmlns:a16="http://schemas.microsoft.com/office/drawing/2014/main" id="{041EF94E-66E5-4C27-8408-B23CE7A0BA6E}"/>
              </a:ext>
            </a:extLst>
          </p:cNvPr>
          <p:cNvSpPr/>
          <p:nvPr/>
        </p:nvSpPr>
        <p:spPr>
          <a:xfrm>
            <a:off x="440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4" name="四角形: 角を丸くする 643">
            <a:extLst>
              <a:ext uri="{FF2B5EF4-FFF2-40B4-BE49-F238E27FC236}">
                <a16:creationId xmlns:a16="http://schemas.microsoft.com/office/drawing/2014/main" id="{45FDE5D5-ED15-475E-AF2D-83C5F7EDB681}"/>
              </a:ext>
            </a:extLst>
          </p:cNvPr>
          <p:cNvSpPr/>
          <p:nvPr/>
        </p:nvSpPr>
        <p:spPr>
          <a:xfrm>
            <a:off x="458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5" name="四角形: 角を丸くする 644">
            <a:extLst>
              <a:ext uri="{FF2B5EF4-FFF2-40B4-BE49-F238E27FC236}">
                <a16:creationId xmlns:a16="http://schemas.microsoft.com/office/drawing/2014/main" id="{AC9DB1F9-421F-4375-A5D3-189A1F5A9FC3}"/>
              </a:ext>
            </a:extLst>
          </p:cNvPr>
          <p:cNvSpPr/>
          <p:nvPr/>
        </p:nvSpPr>
        <p:spPr>
          <a:xfrm>
            <a:off x="494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6" name="四角形: 角を丸くする 645">
            <a:extLst>
              <a:ext uri="{FF2B5EF4-FFF2-40B4-BE49-F238E27FC236}">
                <a16:creationId xmlns:a16="http://schemas.microsoft.com/office/drawing/2014/main" id="{4FCB8EEC-ED80-43A8-8CFD-7C43582B1C61}"/>
              </a:ext>
            </a:extLst>
          </p:cNvPr>
          <p:cNvSpPr/>
          <p:nvPr/>
        </p:nvSpPr>
        <p:spPr>
          <a:xfrm>
            <a:off x="4408021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7" name="四角形: 角を丸くする 646">
            <a:extLst>
              <a:ext uri="{FF2B5EF4-FFF2-40B4-BE49-F238E27FC236}">
                <a16:creationId xmlns:a16="http://schemas.microsoft.com/office/drawing/2014/main" id="{E0D7E2C9-3B8C-4FDB-8A72-D3460214500E}"/>
              </a:ext>
            </a:extLst>
          </p:cNvPr>
          <p:cNvSpPr/>
          <p:nvPr/>
        </p:nvSpPr>
        <p:spPr>
          <a:xfrm>
            <a:off x="476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8" name="四角形: 角を丸くする 647">
            <a:extLst>
              <a:ext uri="{FF2B5EF4-FFF2-40B4-BE49-F238E27FC236}">
                <a16:creationId xmlns:a16="http://schemas.microsoft.com/office/drawing/2014/main" id="{C1F77053-6A90-497E-8D63-EF900690F9A1}"/>
              </a:ext>
            </a:extLst>
          </p:cNvPr>
          <p:cNvSpPr/>
          <p:nvPr/>
        </p:nvSpPr>
        <p:spPr>
          <a:xfrm>
            <a:off x="512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0" name="四角形: 角を丸くする 649">
            <a:extLst>
              <a:ext uri="{FF2B5EF4-FFF2-40B4-BE49-F238E27FC236}">
                <a16:creationId xmlns:a16="http://schemas.microsoft.com/office/drawing/2014/main" id="{E17347DE-783A-4D10-96E5-366B7C786549}"/>
              </a:ext>
            </a:extLst>
          </p:cNvPr>
          <p:cNvSpPr/>
          <p:nvPr/>
        </p:nvSpPr>
        <p:spPr>
          <a:xfrm>
            <a:off x="530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9" name="四角形: 角を丸くする 658">
            <a:extLst>
              <a:ext uri="{FF2B5EF4-FFF2-40B4-BE49-F238E27FC236}">
                <a16:creationId xmlns:a16="http://schemas.microsoft.com/office/drawing/2014/main" id="{AF654516-9B7E-491F-8AD5-03F403D5390E}"/>
              </a:ext>
            </a:extLst>
          </p:cNvPr>
          <p:cNvSpPr/>
          <p:nvPr/>
        </p:nvSpPr>
        <p:spPr>
          <a:xfrm>
            <a:off x="569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75" name="四角形: 角を丸くする 674">
            <a:extLst>
              <a:ext uri="{FF2B5EF4-FFF2-40B4-BE49-F238E27FC236}">
                <a16:creationId xmlns:a16="http://schemas.microsoft.com/office/drawing/2014/main" id="{934919C3-16F8-44EE-9F48-859501E2C513}"/>
              </a:ext>
            </a:extLst>
          </p:cNvPr>
          <p:cNvSpPr/>
          <p:nvPr/>
        </p:nvSpPr>
        <p:spPr>
          <a:xfrm>
            <a:off x="587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78" name="四角形: 角を丸くする 677">
            <a:extLst>
              <a:ext uri="{FF2B5EF4-FFF2-40B4-BE49-F238E27FC236}">
                <a16:creationId xmlns:a16="http://schemas.microsoft.com/office/drawing/2014/main" id="{40C310A4-DA85-4BA2-A013-7BDFC77F2A3A}"/>
              </a:ext>
            </a:extLst>
          </p:cNvPr>
          <p:cNvSpPr/>
          <p:nvPr/>
        </p:nvSpPr>
        <p:spPr>
          <a:xfrm>
            <a:off x="605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79" name="四角形: 角を丸くする 678">
            <a:extLst>
              <a:ext uri="{FF2B5EF4-FFF2-40B4-BE49-F238E27FC236}">
                <a16:creationId xmlns:a16="http://schemas.microsoft.com/office/drawing/2014/main" id="{29C54B0E-5DF5-4DE3-A6C8-9E43AF6B9CCB}"/>
              </a:ext>
            </a:extLst>
          </p:cNvPr>
          <p:cNvSpPr/>
          <p:nvPr/>
        </p:nvSpPr>
        <p:spPr>
          <a:xfrm>
            <a:off x="623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0" name="四角形: 角を丸くする 679">
            <a:extLst>
              <a:ext uri="{FF2B5EF4-FFF2-40B4-BE49-F238E27FC236}">
                <a16:creationId xmlns:a16="http://schemas.microsoft.com/office/drawing/2014/main" id="{A6A993A2-BEEF-4F81-B299-AB26669EB4F3}"/>
              </a:ext>
            </a:extLst>
          </p:cNvPr>
          <p:cNvSpPr/>
          <p:nvPr/>
        </p:nvSpPr>
        <p:spPr>
          <a:xfrm>
            <a:off x="5696460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1" name="四角形: 角を丸くする 680">
            <a:extLst>
              <a:ext uri="{FF2B5EF4-FFF2-40B4-BE49-F238E27FC236}">
                <a16:creationId xmlns:a16="http://schemas.microsoft.com/office/drawing/2014/main" id="{EECF9461-1C48-4399-8FA3-4C3C8F0AAB2F}"/>
              </a:ext>
            </a:extLst>
          </p:cNvPr>
          <p:cNvSpPr/>
          <p:nvPr/>
        </p:nvSpPr>
        <p:spPr>
          <a:xfrm>
            <a:off x="641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2" name="四角形: 角を丸くする 681">
            <a:extLst>
              <a:ext uri="{FF2B5EF4-FFF2-40B4-BE49-F238E27FC236}">
                <a16:creationId xmlns:a16="http://schemas.microsoft.com/office/drawing/2014/main" id="{860119BB-2A7D-426C-99C0-A6D7A001D741}"/>
              </a:ext>
            </a:extLst>
          </p:cNvPr>
          <p:cNvSpPr/>
          <p:nvPr/>
        </p:nvSpPr>
        <p:spPr>
          <a:xfrm>
            <a:off x="659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3" name="四角形: 角を丸くする 682">
            <a:extLst>
              <a:ext uri="{FF2B5EF4-FFF2-40B4-BE49-F238E27FC236}">
                <a16:creationId xmlns:a16="http://schemas.microsoft.com/office/drawing/2014/main" id="{7182BE98-9867-45E7-B35A-508A39F5E561}"/>
              </a:ext>
            </a:extLst>
          </p:cNvPr>
          <p:cNvSpPr/>
          <p:nvPr/>
        </p:nvSpPr>
        <p:spPr>
          <a:xfrm>
            <a:off x="4403566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4" name="四角形: 角を丸くする 683">
            <a:extLst>
              <a:ext uri="{FF2B5EF4-FFF2-40B4-BE49-F238E27FC236}">
                <a16:creationId xmlns:a16="http://schemas.microsoft.com/office/drawing/2014/main" id="{A0115CD1-25A8-437E-9D19-A6E7F1BDC0FA}"/>
              </a:ext>
            </a:extLst>
          </p:cNvPr>
          <p:cNvSpPr/>
          <p:nvPr/>
        </p:nvSpPr>
        <p:spPr>
          <a:xfrm>
            <a:off x="7005462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5" name="四角形: 角を丸くする 684">
            <a:extLst>
              <a:ext uri="{FF2B5EF4-FFF2-40B4-BE49-F238E27FC236}">
                <a16:creationId xmlns:a16="http://schemas.microsoft.com/office/drawing/2014/main" id="{CB5F4424-F627-44CE-974C-0740FE16ED21}"/>
              </a:ext>
            </a:extLst>
          </p:cNvPr>
          <p:cNvSpPr/>
          <p:nvPr/>
        </p:nvSpPr>
        <p:spPr>
          <a:xfrm>
            <a:off x="8300298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6" name="四角形: 角を丸くする 685">
            <a:extLst>
              <a:ext uri="{FF2B5EF4-FFF2-40B4-BE49-F238E27FC236}">
                <a16:creationId xmlns:a16="http://schemas.microsoft.com/office/drawing/2014/main" id="{52355DBE-5981-4B06-97D9-CE25F149650E}"/>
              </a:ext>
            </a:extLst>
          </p:cNvPr>
          <p:cNvSpPr/>
          <p:nvPr/>
        </p:nvSpPr>
        <p:spPr>
          <a:xfrm>
            <a:off x="569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7" name="四角形: 角を丸くする 686">
            <a:extLst>
              <a:ext uri="{FF2B5EF4-FFF2-40B4-BE49-F238E27FC236}">
                <a16:creationId xmlns:a16="http://schemas.microsoft.com/office/drawing/2014/main" id="{1FFC8AF8-659B-417F-BE9E-9B30E28D2841}"/>
              </a:ext>
            </a:extLst>
          </p:cNvPr>
          <p:cNvSpPr/>
          <p:nvPr/>
        </p:nvSpPr>
        <p:spPr>
          <a:xfrm>
            <a:off x="587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92" name="四角形: 角を丸くする 691">
            <a:extLst>
              <a:ext uri="{FF2B5EF4-FFF2-40B4-BE49-F238E27FC236}">
                <a16:creationId xmlns:a16="http://schemas.microsoft.com/office/drawing/2014/main" id="{CBF3685E-130D-4A78-9722-B84B7EF0DCAE}"/>
              </a:ext>
            </a:extLst>
          </p:cNvPr>
          <p:cNvSpPr/>
          <p:nvPr/>
        </p:nvSpPr>
        <p:spPr>
          <a:xfrm>
            <a:off x="623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97" name="四角形: 角を丸くする 696">
            <a:extLst>
              <a:ext uri="{FF2B5EF4-FFF2-40B4-BE49-F238E27FC236}">
                <a16:creationId xmlns:a16="http://schemas.microsoft.com/office/drawing/2014/main" id="{C75CF8CF-1B79-4207-AAE2-166C9E9093F6}"/>
              </a:ext>
            </a:extLst>
          </p:cNvPr>
          <p:cNvSpPr/>
          <p:nvPr/>
        </p:nvSpPr>
        <p:spPr>
          <a:xfrm>
            <a:off x="605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98" name="四角形: 角を丸くする 697">
            <a:extLst>
              <a:ext uri="{FF2B5EF4-FFF2-40B4-BE49-F238E27FC236}">
                <a16:creationId xmlns:a16="http://schemas.microsoft.com/office/drawing/2014/main" id="{227CEEFF-5DF8-44CB-B33C-F78AD7E74A69}"/>
              </a:ext>
            </a:extLst>
          </p:cNvPr>
          <p:cNvSpPr/>
          <p:nvPr/>
        </p:nvSpPr>
        <p:spPr>
          <a:xfrm>
            <a:off x="641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03" name="四角形: 角を丸くする 702">
            <a:extLst>
              <a:ext uri="{FF2B5EF4-FFF2-40B4-BE49-F238E27FC236}">
                <a16:creationId xmlns:a16="http://schemas.microsoft.com/office/drawing/2014/main" id="{4B3FA22E-1F5F-44F5-9027-2AA2546293AD}"/>
              </a:ext>
            </a:extLst>
          </p:cNvPr>
          <p:cNvSpPr/>
          <p:nvPr/>
        </p:nvSpPr>
        <p:spPr>
          <a:xfrm>
            <a:off x="659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08" name="四角形: 角を丸くする 707">
            <a:extLst>
              <a:ext uri="{FF2B5EF4-FFF2-40B4-BE49-F238E27FC236}">
                <a16:creationId xmlns:a16="http://schemas.microsoft.com/office/drawing/2014/main" id="{EADB90DC-2251-48A9-BC96-1F2147840D0E}"/>
              </a:ext>
            </a:extLst>
          </p:cNvPr>
          <p:cNvSpPr/>
          <p:nvPr/>
        </p:nvSpPr>
        <p:spPr>
          <a:xfrm>
            <a:off x="570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09" name="四角形: 角を丸くする 708">
            <a:extLst>
              <a:ext uri="{FF2B5EF4-FFF2-40B4-BE49-F238E27FC236}">
                <a16:creationId xmlns:a16="http://schemas.microsoft.com/office/drawing/2014/main" id="{51AD2998-C809-4C87-AC10-9ED266068FC8}"/>
              </a:ext>
            </a:extLst>
          </p:cNvPr>
          <p:cNvSpPr/>
          <p:nvPr/>
        </p:nvSpPr>
        <p:spPr>
          <a:xfrm>
            <a:off x="588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0" name="四角形: 角を丸くする 709">
            <a:extLst>
              <a:ext uri="{FF2B5EF4-FFF2-40B4-BE49-F238E27FC236}">
                <a16:creationId xmlns:a16="http://schemas.microsoft.com/office/drawing/2014/main" id="{F01A277F-939F-4806-944D-1C9CEC5E2B0C}"/>
              </a:ext>
            </a:extLst>
          </p:cNvPr>
          <p:cNvSpPr/>
          <p:nvPr/>
        </p:nvSpPr>
        <p:spPr>
          <a:xfrm>
            <a:off x="606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1" name="四角形: 角を丸くする 710">
            <a:extLst>
              <a:ext uri="{FF2B5EF4-FFF2-40B4-BE49-F238E27FC236}">
                <a16:creationId xmlns:a16="http://schemas.microsoft.com/office/drawing/2014/main" id="{B2F5DAC0-77BA-4CC7-AF55-2CC6EE1BD00C}"/>
              </a:ext>
            </a:extLst>
          </p:cNvPr>
          <p:cNvSpPr/>
          <p:nvPr/>
        </p:nvSpPr>
        <p:spPr>
          <a:xfrm>
            <a:off x="624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3" name="四角形: 角を丸くする 712">
            <a:extLst>
              <a:ext uri="{FF2B5EF4-FFF2-40B4-BE49-F238E27FC236}">
                <a16:creationId xmlns:a16="http://schemas.microsoft.com/office/drawing/2014/main" id="{C7BE84B8-A5AE-436F-909B-094E096AB436}"/>
              </a:ext>
            </a:extLst>
          </p:cNvPr>
          <p:cNvSpPr/>
          <p:nvPr/>
        </p:nvSpPr>
        <p:spPr>
          <a:xfrm>
            <a:off x="476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4" name="四角形: 角を丸くする 713">
            <a:extLst>
              <a:ext uri="{FF2B5EF4-FFF2-40B4-BE49-F238E27FC236}">
                <a16:creationId xmlns:a16="http://schemas.microsoft.com/office/drawing/2014/main" id="{78D6EE80-491B-4023-A439-EBE9C0B0A5A9}"/>
              </a:ext>
            </a:extLst>
          </p:cNvPr>
          <p:cNvSpPr/>
          <p:nvPr/>
        </p:nvSpPr>
        <p:spPr>
          <a:xfrm>
            <a:off x="512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5" name="四角形: 角を丸くする 714">
            <a:extLst>
              <a:ext uri="{FF2B5EF4-FFF2-40B4-BE49-F238E27FC236}">
                <a16:creationId xmlns:a16="http://schemas.microsoft.com/office/drawing/2014/main" id="{35E1A8AB-0112-4D4F-9108-A6F58BFE98F2}"/>
              </a:ext>
            </a:extLst>
          </p:cNvPr>
          <p:cNvSpPr/>
          <p:nvPr/>
        </p:nvSpPr>
        <p:spPr>
          <a:xfrm>
            <a:off x="530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6" name="四角形: 角を丸くする 715">
            <a:extLst>
              <a:ext uri="{FF2B5EF4-FFF2-40B4-BE49-F238E27FC236}">
                <a16:creationId xmlns:a16="http://schemas.microsoft.com/office/drawing/2014/main" id="{EBB38C1B-BA61-4600-9481-DA75B53FE151}"/>
              </a:ext>
            </a:extLst>
          </p:cNvPr>
          <p:cNvSpPr/>
          <p:nvPr/>
        </p:nvSpPr>
        <p:spPr>
          <a:xfrm>
            <a:off x="440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7" name="四角形: 角を丸くする 716">
            <a:extLst>
              <a:ext uri="{FF2B5EF4-FFF2-40B4-BE49-F238E27FC236}">
                <a16:creationId xmlns:a16="http://schemas.microsoft.com/office/drawing/2014/main" id="{5823EB68-2700-4BB9-AAB9-B62A71C2632C}"/>
              </a:ext>
            </a:extLst>
          </p:cNvPr>
          <p:cNvSpPr/>
          <p:nvPr/>
        </p:nvSpPr>
        <p:spPr>
          <a:xfrm>
            <a:off x="458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8" name="四角形: 角を丸くする 717">
            <a:extLst>
              <a:ext uri="{FF2B5EF4-FFF2-40B4-BE49-F238E27FC236}">
                <a16:creationId xmlns:a16="http://schemas.microsoft.com/office/drawing/2014/main" id="{CE419A2E-4DD8-49B4-8D0B-E831D2DD9C30}"/>
              </a:ext>
            </a:extLst>
          </p:cNvPr>
          <p:cNvSpPr/>
          <p:nvPr/>
        </p:nvSpPr>
        <p:spPr>
          <a:xfrm>
            <a:off x="494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9" name="四角形: 角を丸くする 718">
            <a:extLst>
              <a:ext uri="{FF2B5EF4-FFF2-40B4-BE49-F238E27FC236}">
                <a16:creationId xmlns:a16="http://schemas.microsoft.com/office/drawing/2014/main" id="{915C58AE-25D5-44DA-AD6D-187BB6012B84}"/>
              </a:ext>
            </a:extLst>
          </p:cNvPr>
          <p:cNvSpPr/>
          <p:nvPr/>
        </p:nvSpPr>
        <p:spPr>
          <a:xfrm>
            <a:off x="773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0" name="四角形: 角を丸くする 719">
            <a:extLst>
              <a:ext uri="{FF2B5EF4-FFF2-40B4-BE49-F238E27FC236}">
                <a16:creationId xmlns:a16="http://schemas.microsoft.com/office/drawing/2014/main" id="{2DF9FB57-7300-4B49-B2AD-6C7C94514387}"/>
              </a:ext>
            </a:extLst>
          </p:cNvPr>
          <p:cNvSpPr/>
          <p:nvPr/>
        </p:nvSpPr>
        <p:spPr>
          <a:xfrm>
            <a:off x="701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1" name="四角形: 角を丸くする 720">
            <a:extLst>
              <a:ext uri="{FF2B5EF4-FFF2-40B4-BE49-F238E27FC236}">
                <a16:creationId xmlns:a16="http://schemas.microsoft.com/office/drawing/2014/main" id="{0CA153CB-114C-4F9B-A6A6-1767AD9DB66B}"/>
              </a:ext>
            </a:extLst>
          </p:cNvPr>
          <p:cNvSpPr/>
          <p:nvPr/>
        </p:nvSpPr>
        <p:spPr>
          <a:xfrm>
            <a:off x="719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2" name="四角形: 角を丸くする 721">
            <a:extLst>
              <a:ext uri="{FF2B5EF4-FFF2-40B4-BE49-F238E27FC236}">
                <a16:creationId xmlns:a16="http://schemas.microsoft.com/office/drawing/2014/main" id="{0246A82C-BFBA-4EBF-A214-C98AEAEB9961}"/>
              </a:ext>
            </a:extLst>
          </p:cNvPr>
          <p:cNvSpPr/>
          <p:nvPr/>
        </p:nvSpPr>
        <p:spPr>
          <a:xfrm>
            <a:off x="737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3" name="四角形: 角を丸くする 722">
            <a:extLst>
              <a:ext uri="{FF2B5EF4-FFF2-40B4-BE49-F238E27FC236}">
                <a16:creationId xmlns:a16="http://schemas.microsoft.com/office/drawing/2014/main" id="{8E45580C-11AC-48BD-A606-D175741CF4C3}"/>
              </a:ext>
            </a:extLst>
          </p:cNvPr>
          <p:cNvSpPr/>
          <p:nvPr/>
        </p:nvSpPr>
        <p:spPr>
          <a:xfrm>
            <a:off x="755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4" name="四角形: 角を丸くする 723">
            <a:extLst>
              <a:ext uri="{FF2B5EF4-FFF2-40B4-BE49-F238E27FC236}">
                <a16:creationId xmlns:a16="http://schemas.microsoft.com/office/drawing/2014/main" id="{9B0D30C0-04AF-4027-A3F9-D1AC46D78E0A}"/>
              </a:ext>
            </a:extLst>
          </p:cNvPr>
          <p:cNvSpPr/>
          <p:nvPr/>
        </p:nvSpPr>
        <p:spPr>
          <a:xfrm>
            <a:off x="3101000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5" name="四角形: 角を丸くする 724">
            <a:extLst>
              <a:ext uri="{FF2B5EF4-FFF2-40B4-BE49-F238E27FC236}">
                <a16:creationId xmlns:a16="http://schemas.microsoft.com/office/drawing/2014/main" id="{C9A1BD6F-0758-40AD-B4FC-6451E4AEEF3B}"/>
              </a:ext>
            </a:extLst>
          </p:cNvPr>
          <p:cNvSpPr/>
          <p:nvPr/>
        </p:nvSpPr>
        <p:spPr>
          <a:xfrm>
            <a:off x="3101000" y="63165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6" name="四角形: 角を丸くする 725">
            <a:extLst>
              <a:ext uri="{FF2B5EF4-FFF2-40B4-BE49-F238E27FC236}">
                <a16:creationId xmlns:a16="http://schemas.microsoft.com/office/drawing/2014/main" id="{D9333730-F788-4D84-81D4-0D567F3C8CAD}"/>
              </a:ext>
            </a:extLst>
          </p:cNvPr>
          <p:cNvSpPr/>
          <p:nvPr/>
        </p:nvSpPr>
        <p:spPr>
          <a:xfrm>
            <a:off x="4408021" y="63165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7" name="四角形: 角を丸くする 726">
            <a:extLst>
              <a:ext uri="{FF2B5EF4-FFF2-40B4-BE49-F238E27FC236}">
                <a16:creationId xmlns:a16="http://schemas.microsoft.com/office/drawing/2014/main" id="{7080504D-C637-4C62-85B2-10EA28EB83F2}"/>
              </a:ext>
            </a:extLst>
          </p:cNvPr>
          <p:cNvSpPr/>
          <p:nvPr/>
        </p:nvSpPr>
        <p:spPr>
          <a:xfrm>
            <a:off x="4588021" y="63165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8" name="四角形: 角を丸くする 727">
            <a:extLst>
              <a:ext uri="{FF2B5EF4-FFF2-40B4-BE49-F238E27FC236}">
                <a16:creationId xmlns:a16="http://schemas.microsoft.com/office/drawing/2014/main" id="{DC7AA1DF-1230-48DA-9D7D-B0CCDC070F60}"/>
              </a:ext>
            </a:extLst>
          </p:cNvPr>
          <p:cNvSpPr/>
          <p:nvPr/>
        </p:nvSpPr>
        <p:spPr>
          <a:xfrm>
            <a:off x="5708984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9" name="四角形: 角を丸くする 728">
            <a:extLst>
              <a:ext uri="{FF2B5EF4-FFF2-40B4-BE49-F238E27FC236}">
                <a16:creationId xmlns:a16="http://schemas.microsoft.com/office/drawing/2014/main" id="{297CACA2-501D-457B-802A-1F69245E8267}"/>
              </a:ext>
            </a:extLst>
          </p:cNvPr>
          <p:cNvSpPr/>
          <p:nvPr/>
        </p:nvSpPr>
        <p:spPr>
          <a:xfrm>
            <a:off x="5888984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0" name="四角形: 角を丸くする 729">
            <a:extLst>
              <a:ext uri="{FF2B5EF4-FFF2-40B4-BE49-F238E27FC236}">
                <a16:creationId xmlns:a16="http://schemas.microsoft.com/office/drawing/2014/main" id="{11515A9E-2F8C-46B2-9644-6F572743A834}"/>
              </a:ext>
            </a:extLst>
          </p:cNvPr>
          <p:cNvSpPr/>
          <p:nvPr/>
        </p:nvSpPr>
        <p:spPr>
          <a:xfrm>
            <a:off x="736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1" name="四角形: 角を丸くする 730">
            <a:extLst>
              <a:ext uri="{FF2B5EF4-FFF2-40B4-BE49-F238E27FC236}">
                <a16:creationId xmlns:a16="http://schemas.microsoft.com/office/drawing/2014/main" id="{052459B8-C377-4824-98EE-422DD5BC749C}"/>
              </a:ext>
            </a:extLst>
          </p:cNvPr>
          <p:cNvSpPr/>
          <p:nvPr/>
        </p:nvSpPr>
        <p:spPr>
          <a:xfrm>
            <a:off x="7182058" y="610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2" name="四角形: 角を丸くする 731">
            <a:extLst>
              <a:ext uri="{FF2B5EF4-FFF2-40B4-BE49-F238E27FC236}">
                <a16:creationId xmlns:a16="http://schemas.microsoft.com/office/drawing/2014/main" id="{0EFF3696-E97B-4C98-B7C2-C6A42356C34D}"/>
              </a:ext>
            </a:extLst>
          </p:cNvPr>
          <p:cNvSpPr/>
          <p:nvPr/>
        </p:nvSpPr>
        <p:spPr>
          <a:xfrm>
            <a:off x="754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3" name="四角形: 角を丸くする 732">
            <a:extLst>
              <a:ext uri="{FF2B5EF4-FFF2-40B4-BE49-F238E27FC236}">
                <a16:creationId xmlns:a16="http://schemas.microsoft.com/office/drawing/2014/main" id="{6CCE6696-0E81-46D9-8145-254BD10B41F3}"/>
              </a:ext>
            </a:extLst>
          </p:cNvPr>
          <p:cNvSpPr/>
          <p:nvPr/>
        </p:nvSpPr>
        <p:spPr>
          <a:xfrm>
            <a:off x="718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4" name="四角形: 角を丸くする 733">
            <a:extLst>
              <a:ext uri="{FF2B5EF4-FFF2-40B4-BE49-F238E27FC236}">
                <a16:creationId xmlns:a16="http://schemas.microsoft.com/office/drawing/2014/main" id="{2E8D5C6F-7F5E-4CE2-A142-5796867ABC58}"/>
              </a:ext>
            </a:extLst>
          </p:cNvPr>
          <p:cNvSpPr/>
          <p:nvPr/>
        </p:nvSpPr>
        <p:spPr>
          <a:xfrm>
            <a:off x="700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5" name="四角形: 角を丸くする 734">
            <a:extLst>
              <a:ext uri="{FF2B5EF4-FFF2-40B4-BE49-F238E27FC236}">
                <a16:creationId xmlns:a16="http://schemas.microsoft.com/office/drawing/2014/main" id="{7B4F6D05-6534-4E7B-9950-A35FF70273A6}"/>
              </a:ext>
            </a:extLst>
          </p:cNvPr>
          <p:cNvSpPr/>
          <p:nvPr/>
        </p:nvSpPr>
        <p:spPr>
          <a:xfrm>
            <a:off x="772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6" name="四角形: 角を丸くする 735">
            <a:extLst>
              <a:ext uri="{FF2B5EF4-FFF2-40B4-BE49-F238E27FC236}">
                <a16:creationId xmlns:a16="http://schemas.microsoft.com/office/drawing/2014/main" id="{7AAC34CE-1437-42E2-8C26-83C4B74603CB}"/>
              </a:ext>
            </a:extLst>
          </p:cNvPr>
          <p:cNvSpPr/>
          <p:nvPr/>
        </p:nvSpPr>
        <p:spPr>
          <a:xfrm>
            <a:off x="7002058" y="610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7" name="四角形: 角を丸くする 736">
            <a:extLst>
              <a:ext uri="{FF2B5EF4-FFF2-40B4-BE49-F238E27FC236}">
                <a16:creationId xmlns:a16="http://schemas.microsoft.com/office/drawing/2014/main" id="{A9F39E85-469B-4D75-8F9A-B5329B251AF3}"/>
              </a:ext>
            </a:extLst>
          </p:cNvPr>
          <p:cNvSpPr/>
          <p:nvPr/>
        </p:nvSpPr>
        <p:spPr>
          <a:xfrm>
            <a:off x="790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8" name="四角形: 角を丸くする 737">
            <a:extLst>
              <a:ext uri="{FF2B5EF4-FFF2-40B4-BE49-F238E27FC236}">
                <a16:creationId xmlns:a16="http://schemas.microsoft.com/office/drawing/2014/main" id="{9AE5AF01-554D-4BB6-8362-063117BCD0DE}"/>
              </a:ext>
            </a:extLst>
          </p:cNvPr>
          <p:cNvSpPr/>
          <p:nvPr/>
        </p:nvSpPr>
        <p:spPr>
          <a:xfrm>
            <a:off x="7362058" y="610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9" name="四角形: 角を丸くする 738">
            <a:extLst>
              <a:ext uri="{FF2B5EF4-FFF2-40B4-BE49-F238E27FC236}">
                <a16:creationId xmlns:a16="http://schemas.microsoft.com/office/drawing/2014/main" id="{EDC09558-BFC3-41A3-827F-376A0484F671}"/>
              </a:ext>
            </a:extLst>
          </p:cNvPr>
          <p:cNvSpPr/>
          <p:nvPr/>
        </p:nvSpPr>
        <p:spPr>
          <a:xfrm>
            <a:off x="8325546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0" name="四角形: 角を丸くする 739">
            <a:extLst>
              <a:ext uri="{FF2B5EF4-FFF2-40B4-BE49-F238E27FC236}">
                <a16:creationId xmlns:a16="http://schemas.microsoft.com/office/drawing/2014/main" id="{F94BD85D-351A-4526-BB4C-B9CCDB1CD07A}"/>
              </a:ext>
            </a:extLst>
          </p:cNvPr>
          <p:cNvSpPr/>
          <p:nvPr/>
        </p:nvSpPr>
        <p:spPr>
          <a:xfrm>
            <a:off x="4420978" y="27619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1" name="四角形: 角を丸くする 740">
            <a:extLst>
              <a:ext uri="{FF2B5EF4-FFF2-40B4-BE49-F238E27FC236}">
                <a16:creationId xmlns:a16="http://schemas.microsoft.com/office/drawing/2014/main" id="{A91933D1-BBD4-4DA9-9857-B143209EC2DE}"/>
              </a:ext>
            </a:extLst>
          </p:cNvPr>
          <p:cNvSpPr/>
          <p:nvPr/>
        </p:nvSpPr>
        <p:spPr>
          <a:xfrm>
            <a:off x="4780978" y="27619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2" name="四角形: 角を丸くする 741">
            <a:extLst>
              <a:ext uri="{FF2B5EF4-FFF2-40B4-BE49-F238E27FC236}">
                <a16:creationId xmlns:a16="http://schemas.microsoft.com/office/drawing/2014/main" id="{19C72D38-F0C3-49CE-9750-A1148E965F78}"/>
              </a:ext>
            </a:extLst>
          </p:cNvPr>
          <p:cNvSpPr/>
          <p:nvPr/>
        </p:nvSpPr>
        <p:spPr>
          <a:xfrm>
            <a:off x="4600978" y="27619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5" name="四角形: 角を丸くする 744">
            <a:extLst>
              <a:ext uri="{FF2B5EF4-FFF2-40B4-BE49-F238E27FC236}">
                <a16:creationId xmlns:a16="http://schemas.microsoft.com/office/drawing/2014/main" id="{E1F0FCAF-F681-4F24-984F-E2A6630019A8}"/>
              </a:ext>
            </a:extLst>
          </p:cNvPr>
          <p:cNvSpPr/>
          <p:nvPr/>
        </p:nvSpPr>
        <p:spPr>
          <a:xfrm>
            <a:off x="4960978" y="27619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7" name="四角形: 角を丸くする 746">
            <a:extLst>
              <a:ext uri="{FF2B5EF4-FFF2-40B4-BE49-F238E27FC236}">
                <a16:creationId xmlns:a16="http://schemas.microsoft.com/office/drawing/2014/main" id="{047140BC-5614-4542-B95E-73815C28ADEF}"/>
              </a:ext>
            </a:extLst>
          </p:cNvPr>
          <p:cNvSpPr/>
          <p:nvPr/>
        </p:nvSpPr>
        <p:spPr>
          <a:xfrm>
            <a:off x="7182058" y="27619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8" name="四角形: 角を丸くする 747">
            <a:extLst>
              <a:ext uri="{FF2B5EF4-FFF2-40B4-BE49-F238E27FC236}">
                <a16:creationId xmlns:a16="http://schemas.microsoft.com/office/drawing/2014/main" id="{857CF7BF-910F-4EDE-8066-3080D038AB67}"/>
              </a:ext>
            </a:extLst>
          </p:cNvPr>
          <p:cNvSpPr/>
          <p:nvPr/>
        </p:nvSpPr>
        <p:spPr>
          <a:xfrm>
            <a:off x="7002058" y="27619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0" name="四角形: 角を丸くする 749">
            <a:extLst>
              <a:ext uri="{FF2B5EF4-FFF2-40B4-BE49-F238E27FC236}">
                <a16:creationId xmlns:a16="http://schemas.microsoft.com/office/drawing/2014/main" id="{A559ED0E-5DAE-4483-BF26-72255E70203A}"/>
              </a:ext>
            </a:extLst>
          </p:cNvPr>
          <p:cNvSpPr/>
          <p:nvPr/>
        </p:nvSpPr>
        <p:spPr>
          <a:xfrm>
            <a:off x="3112208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3" name="四角形: 角を丸くする 752">
            <a:extLst>
              <a:ext uri="{FF2B5EF4-FFF2-40B4-BE49-F238E27FC236}">
                <a16:creationId xmlns:a16="http://schemas.microsoft.com/office/drawing/2014/main" id="{E02B11C5-42A4-4B29-88CB-C38990FDD9A5}"/>
              </a:ext>
            </a:extLst>
          </p:cNvPr>
          <p:cNvSpPr/>
          <p:nvPr/>
        </p:nvSpPr>
        <p:spPr>
          <a:xfrm>
            <a:off x="4403566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4" name="四角形: 角を丸くする 753">
            <a:extLst>
              <a:ext uri="{FF2B5EF4-FFF2-40B4-BE49-F238E27FC236}">
                <a16:creationId xmlns:a16="http://schemas.microsoft.com/office/drawing/2014/main" id="{EDB7774C-F40E-4F0B-AAB2-5A465837B0F3}"/>
              </a:ext>
            </a:extLst>
          </p:cNvPr>
          <p:cNvSpPr/>
          <p:nvPr/>
        </p:nvSpPr>
        <p:spPr>
          <a:xfrm>
            <a:off x="8314237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5" name="四角形: 角を丸くする 754">
            <a:extLst>
              <a:ext uri="{FF2B5EF4-FFF2-40B4-BE49-F238E27FC236}">
                <a16:creationId xmlns:a16="http://schemas.microsoft.com/office/drawing/2014/main" id="{AD14C832-899D-42F9-B5C4-EE4F0362ECDB}"/>
              </a:ext>
            </a:extLst>
          </p:cNvPr>
          <p:cNvSpPr/>
          <p:nvPr/>
        </p:nvSpPr>
        <p:spPr>
          <a:xfrm>
            <a:off x="8494237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6" name="四角形: 角を丸くする 755">
            <a:extLst>
              <a:ext uri="{FF2B5EF4-FFF2-40B4-BE49-F238E27FC236}">
                <a16:creationId xmlns:a16="http://schemas.microsoft.com/office/drawing/2014/main" id="{E60C1B98-35D9-4C9A-86E0-2DC47EB4AEE4}"/>
              </a:ext>
            </a:extLst>
          </p:cNvPr>
          <p:cNvSpPr/>
          <p:nvPr/>
        </p:nvSpPr>
        <p:spPr>
          <a:xfrm>
            <a:off x="311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7" name="四角形: 角を丸くする 756">
            <a:extLst>
              <a:ext uri="{FF2B5EF4-FFF2-40B4-BE49-F238E27FC236}">
                <a16:creationId xmlns:a16="http://schemas.microsoft.com/office/drawing/2014/main" id="{C15BA473-4526-48F9-BE75-5EF8742A3275}"/>
              </a:ext>
            </a:extLst>
          </p:cNvPr>
          <p:cNvSpPr/>
          <p:nvPr/>
        </p:nvSpPr>
        <p:spPr>
          <a:xfrm>
            <a:off x="329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8" name="四角形: 角を丸くする 757">
            <a:extLst>
              <a:ext uri="{FF2B5EF4-FFF2-40B4-BE49-F238E27FC236}">
                <a16:creationId xmlns:a16="http://schemas.microsoft.com/office/drawing/2014/main" id="{BFD5B55F-5EB4-450C-B3F2-391A1F688BF2}"/>
              </a:ext>
            </a:extLst>
          </p:cNvPr>
          <p:cNvSpPr/>
          <p:nvPr/>
        </p:nvSpPr>
        <p:spPr>
          <a:xfrm>
            <a:off x="347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9" name="四角形: 角を丸くする 758">
            <a:extLst>
              <a:ext uri="{FF2B5EF4-FFF2-40B4-BE49-F238E27FC236}">
                <a16:creationId xmlns:a16="http://schemas.microsoft.com/office/drawing/2014/main" id="{4DFB3949-967D-40B0-B30E-7CFBE920565E}"/>
              </a:ext>
            </a:extLst>
          </p:cNvPr>
          <p:cNvSpPr/>
          <p:nvPr/>
        </p:nvSpPr>
        <p:spPr>
          <a:xfrm>
            <a:off x="365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0" name="四角形: 角を丸くする 759">
            <a:extLst>
              <a:ext uri="{FF2B5EF4-FFF2-40B4-BE49-F238E27FC236}">
                <a16:creationId xmlns:a16="http://schemas.microsoft.com/office/drawing/2014/main" id="{A312DBDF-CF78-48E7-8662-CE52FCC8D3BD}"/>
              </a:ext>
            </a:extLst>
          </p:cNvPr>
          <p:cNvSpPr/>
          <p:nvPr/>
        </p:nvSpPr>
        <p:spPr>
          <a:xfrm>
            <a:off x="4403566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1" name="四角形: 角を丸くする 760">
            <a:extLst>
              <a:ext uri="{FF2B5EF4-FFF2-40B4-BE49-F238E27FC236}">
                <a16:creationId xmlns:a16="http://schemas.microsoft.com/office/drawing/2014/main" id="{5C4A17DE-14DE-414C-BE75-D6C2DD8ED644}"/>
              </a:ext>
            </a:extLst>
          </p:cNvPr>
          <p:cNvSpPr/>
          <p:nvPr/>
        </p:nvSpPr>
        <p:spPr>
          <a:xfrm>
            <a:off x="4583566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2" name="四角形: 角を丸くする 761">
            <a:extLst>
              <a:ext uri="{FF2B5EF4-FFF2-40B4-BE49-F238E27FC236}">
                <a16:creationId xmlns:a16="http://schemas.microsoft.com/office/drawing/2014/main" id="{EA2426F2-ACDA-4979-8594-E83BE06C05FE}"/>
              </a:ext>
            </a:extLst>
          </p:cNvPr>
          <p:cNvSpPr/>
          <p:nvPr/>
        </p:nvSpPr>
        <p:spPr>
          <a:xfrm>
            <a:off x="4763566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3" name="四角形: 角を丸くする 762">
            <a:extLst>
              <a:ext uri="{FF2B5EF4-FFF2-40B4-BE49-F238E27FC236}">
                <a16:creationId xmlns:a16="http://schemas.microsoft.com/office/drawing/2014/main" id="{D78C397C-55A6-4654-A5A5-D7E2BED44968}"/>
              </a:ext>
            </a:extLst>
          </p:cNvPr>
          <p:cNvSpPr/>
          <p:nvPr/>
        </p:nvSpPr>
        <p:spPr>
          <a:xfrm>
            <a:off x="5701242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4" name="四角形: 角を丸くする 763">
            <a:extLst>
              <a:ext uri="{FF2B5EF4-FFF2-40B4-BE49-F238E27FC236}">
                <a16:creationId xmlns:a16="http://schemas.microsoft.com/office/drawing/2014/main" id="{C42DA0F1-E25D-45E3-BD4F-0645EAF379F0}"/>
              </a:ext>
            </a:extLst>
          </p:cNvPr>
          <p:cNvSpPr/>
          <p:nvPr/>
        </p:nvSpPr>
        <p:spPr>
          <a:xfrm>
            <a:off x="5881242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5" name="四角形: 角を丸くする 764">
            <a:extLst>
              <a:ext uri="{FF2B5EF4-FFF2-40B4-BE49-F238E27FC236}">
                <a16:creationId xmlns:a16="http://schemas.microsoft.com/office/drawing/2014/main" id="{5340FEB0-7620-41CA-B8EA-F2B5AF3DE268}"/>
              </a:ext>
            </a:extLst>
          </p:cNvPr>
          <p:cNvSpPr/>
          <p:nvPr/>
        </p:nvSpPr>
        <p:spPr>
          <a:xfrm>
            <a:off x="700205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6" name="四角形: 角を丸くする 765">
            <a:extLst>
              <a:ext uri="{FF2B5EF4-FFF2-40B4-BE49-F238E27FC236}">
                <a16:creationId xmlns:a16="http://schemas.microsoft.com/office/drawing/2014/main" id="{E8CC2A67-9BD3-4D62-B5F4-69721EC6731C}"/>
              </a:ext>
            </a:extLst>
          </p:cNvPr>
          <p:cNvSpPr/>
          <p:nvPr/>
        </p:nvSpPr>
        <p:spPr>
          <a:xfrm>
            <a:off x="4409980" y="15947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7" name="四角形: 角を丸くする 766">
            <a:extLst>
              <a:ext uri="{FF2B5EF4-FFF2-40B4-BE49-F238E27FC236}">
                <a16:creationId xmlns:a16="http://schemas.microsoft.com/office/drawing/2014/main" id="{01E2E5D9-F7D2-422B-9E14-2200D051A718}"/>
              </a:ext>
            </a:extLst>
          </p:cNvPr>
          <p:cNvSpPr/>
          <p:nvPr/>
        </p:nvSpPr>
        <p:spPr>
          <a:xfrm>
            <a:off x="4589980" y="15947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8" name="四角形: 角を丸くする 767">
            <a:extLst>
              <a:ext uri="{FF2B5EF4-FFF2-40B4-BE49-F238E27FC236}">
                <a16:creationId xmlns:a16="http://schemas.microsoft.com/office/drawing/2014/main" id="{68FE8AC4-AEAA-4443-916C-EFD46D95C0E0}"/>
              </a:ext>
            </a:extLst>
          </p:cNvPr>
          <p:cNvSpPr/>
          <p:nvPr/>
        </p:nvSpPr>
        <p:spPr>
          <a:xfrm>
            <a:off x="4409980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9" name="四角形: 角を丸くする 768">
            <a:extLst>
              <a:ext uri="{FF2B5EF4-FFF2-40B4-BE49-F238E27FC236}">
                <a16:creationId xmlns:a16="http://schemas.microsoft.com/office/drawing/2014/main" id="{4FE1E952-C8E6-452B-B327-C7C207A2FF58}"/>
              </a:ext>
            </a:extLst>
          </p:cNvPr>
          <p:cNvSpPr/>
          <p:nvPr/>
        </p:nvSpPr>
        <p:spPr>
          <a:xfrm>
            <a:off x="4589980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0" name="四角形: 角を丸くする 769">
            <a:extLst>
              <a:ext uri="{FF2B5EF4-FFF2-40B4-BE49-F238E27FC236}">
                <a16:creationId xmlns:a16="http://schemas.microsoft.com/office/drawing/2014/main" id="{B30F6D9B-4414-4C44-865C-9A0A7C59B2E7}"/>
              </a:ext>
            </a:extLst>
          </p:cNvPr>
          <p:cNvSpPr/>
          <p:nvPr/>
        </p:nvSpPr>
        <p:spPr>
          <a:xfrm>
            <a:off x="570274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1" name="四角形: 角を丸くする 770">
            <a:extLst>
              <a:ext uri="{FF2B5EF4-FFF2-40B4-BE49-F238E27FC236}">
                <a16:creationId xmlns:a16="http://schemas.microsoft.com/office/drawing/2014/main" id="{6B6652B4-1CD5-4955-BE91-285841FDC4E9}"/>
              </a:ext>
            </a:extLst>
          </p:cNvPr>
          <p:cNvSpPr/>
          <p:nvPr/>
        </p:nvSpPr>
        <p:spPr>
          <a:xfrm>
            <a:off x="588274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2" name="四角形: 角を丸くする 771">
            <a:extLst>
              <a:ext uri="{FF2B5EF4-FFF2-40B4-BE49-F238E27FC236}">
                <a16:creationId xmlns:a16="http://schemas.microsoft.com/office/drawing/2014/main" id="{2B6F1AE9-24A7-4791-B771-260251113CDA}"/>
              </a:ext>
            </a:extLst>
          </p:cNvPr>
          <p:cNvSpPr/>
          <p:nvPr/>
        </p:nvSpPr>
        <p:spPr>
          <a:xfrm>
            <a:off x="8321379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3" name="四角形: 角を丸くする 772">
            <a:extLst>
              <a:ext uri="{FF2B5EF4-FFF2-40B4-BE49-F238E27FC236}">
                <a16:creationId xmlns:a16="http://schemas.microsoft.com/office/drawing/2014/main" id="{DAA71C5A-56A9-4742-8888-9B50356AF079}"/>
              </a:ext>
            </a:extLst>
          </p:cNvPr>
          <p:cNvSpPr/>
          <p:nvPr/>
        </p:nvSpPr>
        <p:spPr>
          <a:xfrm>
            <a:off x="700205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4" name="四角形: 角を丸くする 773">
            <a:extLst>
              <a:ext uri="{FF2B5EF4-FFF2-40B4-BE49-F238E27FC236}">
                <a16:creationId xmlns:a16="http://schemas.microsoft.com/office/drawing/2014/main" id="{EC2747E7-97D7-44AC-9768-B8D194E16952}"/>
              </a:ext>
            </a:extLst>
          </p:cNvPr>
          <p:cNvSpPr/>
          <p:nvPr/>
        </p:nvSpPr>
        <p:spPr>
          <a:xfrm>
            <a:off x="718205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5" name="四角形: 角を丸くする 774">
            <a:extLst>
              <a:ext uri="{FF2B5EF4-FFF2-40B4-BE49-F238E27FC236}">
                <a16:creationId xmlns:a16="http://schemas.microsoft.com/office/drawing/2014/main" id="{C4A7C47C-56A3-4CD8-95DD-E91AB266A349}"/>
              </a:ext>
            </a:extLst>
          </p:cNvPr>
          <p:cNvSpPr/>
          <p:nvPr/>
        </p:nvSpPr>
        <p:spPr>
          <a:xfrm>
            <a:off x="3112208" y="47384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6" name="四角形: 角を丸くする 775">
            <a:extLst>
              <a:ext uri="{FF2B5EF4-FFF2-40B4-BE49-F238E27FC236}">
                <a16:creationId xmlns:a16="http://schemas.microsoft.com/office/drawing/2014/main" id="{89B97484-DD13-48C9-8440-D3758F7B146B}"/>
              </a:ext>
            </a:extLst>
          </p:cNvPr>
          <p:cNvSpPr/>
          <p:nvPr/>
        </p:nvSpPr>
        <p:spPr>
          <a:xfrm>
            <a:off x="3292208" y="47384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7" name="四角形: 角を丸くする 776">
            <a:extLst>
              <a:ext uri="{FF2B5EF4-FFF2-40B4-BE49-F238E27FC236}">
                <a16:creationId xmlns:a16="http://schemas.microsoft.com/office/drawing/2014/main" id="{49ADA06E-64D0-4D18-AF87-CEF5E12E31B1}"/>
              </a:ext>
            </a:extLst>
          </p:cNvPr>
          <p:cNvSpPr/>
          <p:nvPr/>
        </p:nvSpPr>
        <p:spPr>
          <a:xfrm>
            <a:off x="5702748" y="47384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8" name="四角形: 角を丸くする 777">
            <a:extLst>
              <a:ext uri="{FF2B5EF4-FFF2-40B4-BE49-F238E27FC236}">
                <a16:creationId xmlns:a16="http://schemas.microsoft.com/office/drawing/2014/main" id="{6D9606B9-505B-4238-98B5-7A1B35D2F909}"/>
              </a:ext>
            </a:extLst>
          </p:cNvPr>
          <p:cNvSpPr/>
          <p:nvPr/>
        </p:nvSpPr>
        <p:spPr>
          <a:xfrm>
            <a:off x="990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9" name="四角形: 角を丸くする 778">
            <a:extLst>
              <a:ext uri="{FF2B5EF4-FFF2-40B4-BE49-F238E27FC236}">
                <a16:creationId xmlns:a16="http://schemas.microsoft.com/office/drawing/2014/main" id="{98E063E9-1E12-4A43-AEBB-9FD782204CE9}"/>
              </a:ext>
            </a:extLst>
          </p:cNvPr>
          <p:cNvSpPr/>
          <p:nvPr/>
        </p:nvSpPr>
        <p:spPr>
          <a:xfrm>
            <a:off x="1044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1" name="四角形: 角を丸くする 780">
            <a:extLst>
              <a:ext uri="{FF2B5EF4-FFF2-40B4-BE49-F238E27FC236}">
                <a16:creationId xmlns:a16="http://schemas.microsoft.com/office/drawing/2014/main" id="{271F8800-023B-4822-8EC3-6A0050948F58}"/>
              </a:ext>
            </a:extLst>
          </p:cNvPr>
          <p:cNvSpPr/>
          <p:nvPr/>
        </p:nvSpPr>
        <p:spPr>
          <a:xfrm>
            <a:off x="10624191" y="18565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2" name="四角形: 角を丸くする 781">
            <a:extLst>
              <a:ext uri="{FF2B5EF4-FFF2-40B4-BE49-F238E27FC236}">
                <a16:creationId xmlns:a16="http://schemas.microsoft.com/office/drawing/2014/main" id="{9D477F13-802F-4E28-8DCF-A1B1A6440508}"/>
              </a:ext>
            </a:extLst>
          </p:cNvPr>
          <p:cNvSpPr/>
          <p:nvPr/>
        </p:nvSpPr>
        <p:spPr>
          <a:xfrm>
            <a:off x="10444191" y="18565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6" name="四角形: 角を丸くする 785">
            <a:extLst>
              <a:ext uri="{FF2B5EF4-FFF2-40B4-BE49-F238E27FC236}">
                <a16:creationId xmlns:a16="http://schemas.microsoft.com/office/drawing/2014/main" id="{F5030F43-BD2C-431B-8DD5-400D2144ECF8}"/>
              </a:ext>
            </a:extLst>
          </p:cNvPr>
          <p:cNvSpPr/>
          <p:nvPr/>
        </p:nvSpPr>
        <p:spPr>
          <a:xfrm>
            <a:off x="1008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9" name="四角形: 角を丸くする 788">
            <a:extLst>
              <a:ext uri="{FF2B5EF4-FFF2-40B4-BE49-F238E27FC236}">
                <a16:creationId xmlns:a16="http://schemas.microsoft.com/office/drawing/2014/main" id="{B91FE6FC-639D-4219-A631-0378CF66960F}"/>
              </a:ext>
            </a:extLst>
          </p:cNvPr>
          <p:cNvSpPr/>
          <p:nvPr/>
        </p:nvSpPr>
        <p:spPr>
          <a:xfrm>
            <a:off x="1062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0" name="四角形: 角を丸くする 789">
            <a:extLst>
              <a:ext uri="{FF2B5EF4-FFF2-40B4-BE49-F238E27FC236}">
                <a16:creationId xmlns:a16="http://schemas.microsoft.com/office/drawing/2014/main" id="{D7DFB69E-B6EF-488F-8A7C-528FC167110F}"/>
              </a:ext>
            </a:extLst>
          </p:cNvPr>
          <p:cNvSpPr/>
          <p:nvPr/>
        </p:nvSpPr>
        <p:spPr>
          <a:xfrm>
            <a:off x="1080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1" name="四角形: 角を丸くする 790">
            <a:extLst>
              <a:ext uri="{FF2B5EF4-FFF2-40B4-BE49-F238E27FC236}">
                <a16:creationId xmlns:a16="http://schemas.microsoft.com/office/drawing/2014/main" id="{9D368077-1D9A-4340-A398-CEEDF684E6B0}"/>
              </a:ext>
            </a:extLst>
          </p:cNvPr>
          <p:cNvSpPr/>
          <p:nvPr/>
        </p:nvSpPr>
        <p:spPr>
          <a:xfrm>
            <a:off x="1026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3" name="四角形: 角を丸くする 792">
            <a:extLst>
              <a:ext uri="{FF2B5EF4-FFF2-40B4-BE49-F238E27FC236}">
                <a16:creationId xmlns:a16="http://schemas.microsoft.com/office/drawing/2014/main" id="{F9996100-7718-47B2-88A4-BC6E9276BCBD}"/>
              </a:ext>
            </a:extLst>
          </p:cNvPr>
          <p:cNvSpPr/>
          <p:nvPr/>
        </p:nvSpPr>
        <p:spPr>
          <a:xfrm>
            <a:off x="10804191" y="18565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4" name="四角形: 角を丸くする 793">
            <a:extLst>
              <a:ext uri="{FF2B5EF4-FFF2-40B4-BE49-F238E27FC236}">
                <a16:creationId xmlns:a16="http://schemas.microsoft.com/office/drawing/2014/main" id="{9F4E79F8-7F28-44F5-96FC-89E7425FF64A}"/>
              </a:ext>
            </a:extLst>
          </p:cNvPr>
          <p:cNvSpPr/>
          <p:nvPr/>
        </p:nvSpPr>
        <p:spPr>
          <a:xfrm>
            <a:off x="10894426" y="171145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5" name="四角形: 角を丸くする 794">
            <a:extLst>
              <a:ext uri="{FF2B5EF4-FFF2-40B4-BE49-F238E27FC236}">
                <a16:creationId xmlns:a16="http://schemas.microsoft.com/office/drawing/2014/main" id="{ABABAFC0-26FB-42CA-AE0D-0BF44DE50AAF}"/>
              </a:ext>
            </a:extLst>
          </p:cNvPr>
          <p:cNvSpPr/>
          <p:nvPr/>
        </p:nvSpPr>
        <p:spPr>
          <a:xfrm>
            <a:off x="1119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6" name="四角形: 角を丸くする 795">
            <a:extLst>
              <a:ext uri="{FF2B5EF4-FFF2-40B4-BE49-F238E27FC236}">
                <a16:creationId xmlns:a16="http://schemas.microsoft.com/office/drawing/2014/main" id="{A4D3A221-F8C9-444B-8BCA-BBAC55EADCA4}"/>
              </a:ext>
            </a:extLst>
          </p:cNvPr>
          <p:cNvSpPr/>
          <p:nvPr/>
        </p:nvSpPr>
        <p:spPr>
          <a:xfrm>
            <a:off x="1173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7" name="四角形: 角を丸くする 796">
            <a:extLst>
              <a:ext uri="{FF2B5EF4-FFF2-40B4-BE49-F238E27FC236}">
                <a16:creationId xmlns:a16="http://schemas.microsoft.com/office/drawing/2014/main" id="{7BFB60F5-FD33-48DE-8D7A-6795BE5DC130}"/>
              </a:ext>
            </a:extLst>
          </p:cNvPr>
          <p:cNvSpPr/>
          <p:nvPr/>
        </p:nvSpPr>
        <p:spPr>
          <a:xfrm>
            <a:off x="12177735" y="171145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8" name="四角形: 角を丸くする 797">
            <a:extLst>
              <a:ext uri="{FF2B5EF4-FFF2-40B4-BE49-F238E27FC236}">
                <a16:creationId xmlns:a16="http://schemas.microsoft.com/office/drawing/2014/main" id="{1AC64997-CB28-48F7-97D1-87280F9C502D}"/>
              </a:ext>
            </a:extLst>
          </p:cNvPr>
          <p:cNvSpPr/>
          <p:nvPr/>
        </p:nvSpPr>
        <p:spPr>
          <a:xfrm>
            <a:off x="12098629" y="18565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9" name="四角形: 角を丸くする 798">
            <a:extLst>
              <a:ext uri="{FF2B5EF4-FFF2-40B4-BE49-F238E27FC236}">
                <a16:creationId xmlns:a16="http://schemas.microsoft.com/office/drawing/2014/main" id="{D65DDF42-93E0-4489-948B-9B6855683FFD}"/>
              </a:ext>
            </a:extLst>
          </p:cNvPr>
          <p:cNvSpPr/>
          <p:nvPr/>
        </p:nvSpPr>
        <p:spPr>
          <a:xfrm>
            <a:off x="1137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0" name="四角形: 角を丸くする 799">
            <a:extLst>
              <a:ext uri="{FF2B5EF4-FFF2-40B4-BE49-F238E27FC236}">
                <a16:creationId xmlns:a16="http://schemas.microsoft.com/office/drawing/2014/main" id="{E85D46EE-54FD-470A-8D6B-4700482E92EF}"/>
              </a:ext>
            </a:extLst>
          </p:cNvPr>
          <p:cNvSpPr/>
          <p:nvPr/>
        </p:nvSpPr>
        <p:spPr>
          <a:xfrm>
            <a:off x="1155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1" name="四角形: 角を丸くする 800">
            <a:extLst>
              <a:ext uri="{FF2B5EF4-FFF2-40B4-BE49-F238E27FC236}">
                <a16:creationId xmlns:a16="http://schemas.microsoft.com/office/drawing/2014/main" id="{A0EF71BD-99E8-46DE-A418-BAF859560F57}"/>
              </a:ext>
            </a:extLst>
          </p:cNvPr>
          <p:cNvSpPr/>
          <p:nvPr/>
        </p:nvSpPr>
        <p:spPr>
          <a:xfrm>
            <a:off x="1191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2" name="四角形: 角を丸くする 801">
            <a:extLst>
              <a:ext uri="{FF2B5EF4-FFF2-40B4-BE49-F238E27FC236}">
                <a16:creationId xmlns:a16="http://schemas.microsoft.com/office/drawing/2014/main" id="{8B9AF882-7D03-44AF-9C98-670D9EA9C2BB}"/>
              </a:ext>
            </a:extLst>
          </p:cNvPr>
          <p:cNvSpPr/>
          <p:nvPr/>
        </p:nvSpPr>
        <p:spPr>
          <a:xfrm>
            <a:off x="1209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3" name="四角形: 角を丸くする 802">
            <a:extLst>
              <a:ext uri="{FF2B5EF4-FFF2-40B4-BE49-F238E27FC236}">
                <a16:creationId xmlns:a16="http://schemas.microsoft.com/office/drawing/2014/main" id="{063C9AFC-D6B1-472E-B7A9-A451DB552643}"/>
              </a:ext>
            </a:extLst>
          </p:cNvPr>
          <p:cNvSpPr/>
          <p:nvPr/>
        </p:nvSpPr>
        <p:spPr>
          <a:xfrm>
            <a:off x="990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4" name="四角形: 角を丸くする 803">
            <a:extLst>
              <a:ext uri="{FF2B5EF4-FFF2-40B4-BE49-F238E27FC236}">
                <a16:creationId xmlns:a16="http://schemas.microsoft.com/office/drawing/2014/main" id="{2AD618F7-F50D-4C34-97C2-F9B5DF9BA20F}"/>
              </a:ext>
            </a:extLst>
          </p:cNvPr>
          <p:cNvSpPr/>
          <p:nvPr/>
        </p:nvSpPr>
        <p:spPr>
          <a:xfrm>
            <a:off x="1044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5" name="四角形: 角を丸くする 804">
            <a:extLst>
              <a:ext uri="{FF2B5EF4-FFF2-40B4-BE49-F238E27FC236}">
                <a16:creationId xmlns:a16="http://schemas.microsoft.com/office/drawing/2014/main" id="{E0CCFA13-6B99-4237-814A-9C45CF05764B}"/>
              </a:ext>
            </a:extLst>
          </p:cNvPr>
          <p:cNvSpPr/>
          <p:nvPr/>
        </p:nvSpPr>
        <p:spPr>
          <a:xfrm>
            <a:off x="10264191" y="249127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6" name="四角形: 角を丸くする 805">
            <a:extLst>
              <a:ext uri="{FF2B5EF4-FFF2-40B4-BE49-F238E27FC236}">
                <a16:creationId xmlns:a16="http://schemas.microsoft.com/office/drawing/2014/main" id="{A3E0289B-F3E8-45EF-961A-9BB684125574}"/>
              </a:ext>
            </a:extLst>
          </p:cNvPr>
          <p:cNvSpPr/>
          <p:nvPr/>
        </p:nvSpPr>
        <p:spPr>
          <a:xfrm>
            <a:off x="10804191" y="249127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7" name="四角形: 角を丸くする 806">
            <a:extLst>
              <a:ext uri="{FF2B5EF4-FFF2-40B4-BE49-F238E27FC236}">
                <a16:creationId xmlns:a16="http://schemas.microsoft.com/office/drawing/2014/main" id="{3469920E-991C-41F5-9D02-84EFF8EF3D75}"/>
              </a:ext>
            </a:extLst>
          </p:cNvPr>
          <p:cNvSpPr/>
          <p:nvPr/>
        </p:nvSpPr>
        <p:spPr>
          <a:xfrm>
            <a:off x="10624191" y="249127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8" name="四角形: 角を丸くする 807">
            <a:extLst>
              <a:ext uri="{FF2B5EF4-FFF2-40B4-BE49-F238E27FC236}">
                <a16:creationId xmlns:a16="http://schemas.microsoft.com/office/drawing/2014/main" id="{0B96C807-1EFB-4AAB-9D13-381D9E1B589D}"/>
              </a:ext>
            </a:extLst>
          </p:cNvPr>
          <p:cNvSpPr/>
          <p:nvPr/>
        </p:nvSpPr>
        <p:spPr>
          <a:xfrm>
            <a:off x="10894426" y="23268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9" name="四角形: 角を丸くする 808">
            <a:extLst>
              <a:ext uri="{FF2B5EF4-FFF2-40B4-BE49-F238E27FC236}">
                <a16:creationId xmlns:a16="http://schemas.microsoft.com/office/drawing/2014/main" id="{17C8D69C-EEC2-40A2-8828-DA384F49420E}"/>
              </a:ext>
            </a:extLst>
          </p:cNvPr>
          <p:cNvSpPr/>
          <p:nvPr/>
        </p:nvSpPr>
        <p:spPr>
          <a:xfrm>
            <a:off x="10444191" y="249127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0" name="四角形: 角を丸くする 809">
            <a:extLst>
              <a:ext uri="{FF2B5EF4-FFF2-40B4-BE49-F238E27FC236}">
                <a16:creationId xmlns:a16="http://schemas.microsoft.com/office/drawing/2014/main" id="{6AFFB06D-A3AD-4027-BF08-42AF26C3D56D}"/>
              </a:ext>
            </a:extLst>
          </p:cNvPr>
          <p:cNvSpPr/>
          <p:nvPr/>
        </p:nvSpPr>
        <p:spPr>
          <a:xfrm>
            <a:off x="1008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1" name="四角形: 角を丸くする 810">
            <a:extLst>
              <a:ext uri="{FF2B5EF4-FFF2-40B4-BE49-F238E27FC236}">
                <a16:creationId xmlns:a16="http://schemas.microsoft.com/office/drawing/2014/main" id="{EC7F55F1-21B7-4414-A349-4B0F8D6D27BB}"/>
              </a:ext>
            </a:extLst>
          </p:cNvPr>
          <p:cNvSpPr/>
          <p:nvPr/>
        </p:nvSpPr>
        <p:spPr>
          <a:xfrm>
            <a:off x="1026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2" name="四角形: 角を丸くする 811">
            <a:extLst>
              <a:ext uri="{FF2B5EF4-FFF2-40B4-BE49-F238E27FC236}">
                <a16:creationId xmlns:a16="http://schemas.microsoft.com/office/drawing/2014/main" id="{BED0A2B1-F593-47F4-BB4C-0AA61DC81507}"/>
              </a:ext>
            </a:extLst>
          </p:cNvPr>
          <p:cNvSpPr/>
          <p:nvPr/>
        </p:nvSpPr>
        <p:spPr>
          <a:xfrm>
            <a:off x="1062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3" name="四角形: 角を丸くする 812">
            <a:extLst>
              <a:ext uri="{FF2B5EF4-FFF2-40B4-BE49-F238E27FC236}">
                <a16:creationId xmlns:a16="http://schemas.microsoft.com/office/drawing/2014/main" id="{C19E6561-118D-4608-A711-098F6FCC4EFD}"/>
              </a:ext>
            </a:extLst>
          </p:cNvPr>
          <p:cNvSpPr/>
          <p:nvPr/>
        </p:nvSpPr>
        <p:spPr>
          <a:xfrm>
            <a:off x="1080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4" name="四角形: 角を丸くする 813">
            <a:extLst>
              <a:ext uri="{FF2B5EF4-FFF2-40B4-BE49-F238E27FC236}">
                <a16:creationId xmlns:a16="http://schemas.microsoft.com/office/drawing/2014/main" id="{33B996B3-BB4F-4C43-B337-3A6ED52DD568}"/>
              </a:ext>
            </a:extLst>
          </p:cNvPr>
          <p:cNvSpPr/>
          <p:nvPr/>
        </p:nvSpPr>
        <p:spPr>
          <a:xfrm>
            <a:off x="11198629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5" name="四角形: 角を丸くする 814">
            <a:extLst>
              <a:ext uri="{FF2B5EF4-FFF2-40B4-BE49-F238E27FC236}">
                <a16:creationId xmlns:a16="http://schemas.microsoft.com/office/drawing/2014/main" id="{36232D30-17E0-4992-AD44-69CCE60878F6}"/>
              </a:ext>
            </a:extLst>
          </p:cNvPr>
          <p:cNvSpPr/>
          <p:nvPr/>
        </p:nvSpPr>
        <p:spPr>
          <a:xfrm>
            <a:off x="11378629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6" name="四角形: 角を丸くする 815">
            <a:extLst>
              <a:ext uri="{FF2B5EF4-FFF2-40B4-BE49-F238E27FC236}">
                <a16:creationId xmlns:a16="http://schemas.microsoft.com/office/drawing/2014/main" id="{75B86A8A-4B17-44FD-860E-5641DEDEE041}"/>
              </a:ext>
            </a:extLst>
          </p:cNvPr>
          <p:cNvSpPr/>
          <p:nvPr/>
        </p:nvSpPr>
        <p:spPr>
          <a:xfrm>
            <a:off x="11738629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8" name="四角形: 角を丸くする 817">
            <a:extLst>
              <a:ext uri="{FF2B5EF4-FFF2-40B4-BE49-F238E27FC236}">
                <a16:creationId xmlns:a16="http://schemas.microsoft.com/office/drawing/2014/main" id="{553AD38A-1FF7-4DC9-9E77-CD66A3EFBF52}"/>
              </a:ext>
            </a:extLst>
          </p:cNvPr>
          <p:cNvSpPr/>
          <p:nvPr/>
        </p:nvSpPr>
        <p:spPr>
          <a:xfrm>
            <a:off x="11558629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9" name="四角形: 角を丸くする 818">
            <a:extLst>
              <a:ext uri="{FF2B5EF4-FFF2-40B4-BE49-F238E27FC236}">
                <a16:creationId xmlns:a16="http://schemas.microsoft.com/office/drawing/2014/main" id="{24299491-5571-4DE6-8DE3-618B173983D8}"/>
              </a:ext>
            </a:extLst>
          </p:cNvPr>
          <p:cNvSpPr/>
          <p:nvPr/>
        </p:nvSpPr>
        <p:spPr>
          <a:xfrm>
            <a:off x="11918629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0" name="四角形: 角を丸くする 819">
            <a:extLst>
              <a:ext uri="{FF2B5EF4-FFF2-40B4-BE49-F238E27FC236}">
                <a16:creationId xmlns:a16="http://schemas.microsoft.com/office/drawing/2014/main" id="{2D01BA11-7F92-43E1-BD83-166F5BC9DDC0}"/>
              </a:ext>
            </a:extLst>
          </p:cNvPr>
          <p:cNvSpPr/>
          <p:nvPr/>
        </p:nvSpPr>
        <p:spPr>
          <a:xfrm>
            <a:off x="12098629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1" name="四角形: 角を丸くする 820">
            <a:extLst>
              <a:ext uri="{FF2B5EF4-FFF2-40B4-BE49-F238E27FC236}">
                <a16:creationId xmlns:a16="http://schemas.microsoft.com/office/drawing/2014/main" id="{802BF9A1-1DD5-4E74-BF32-BFE3370E28FE}"/>
              </a:ext>
            </a:extLst>
          </p:cNvPr>
          <p:cNvSpPr/>
          <p:nvPr/>
        </p:nvSpPr>
        <p:spPr>
          <a:xfrm>
            <a:off x="990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2" name="四角形: 角を丸くする 821">
            <a:extLst>
              <a:ext uri="{FF2B5EF4-FFF2-40B4-BE49-F238E27FC236}">
                <a16:creationId xmlns:a16="http://schemas.microsoft.com/office/drawing/2014/main" id="{1D00FFD3-099C-4FEC-9FC5-AADD2D232EE3}"/>
              </a:ext>
            </a:extLst>
          </p:cNvPr>
          <p:cNvSpPr/>
          <p:nvPr/>
        </p:nvSpPr>
        <p:spPr>
          <a:xfrm>
            <a:off x="1008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3" name="四角形: 角を丸くする 822">
            <a:extLst>
              <a:ext uri="{FF2B5EF4-FFF2-40B4-BE49-F238E27FC236}">
                <a16:creationId xmlns:a16="http://schemas.microsoft.com/office/drawing/2014/main" id="{9D3162E6-0744-4108-9485-247857CF6F84}"/>
              </a:ext>
            </a:extLst>
          </p:cNvPr>
          <p:cNvSpPr/>
          <p:nvPr/>
        </p:nvSpPr>
        <p:spPr>
          <a:xfrm>
            <a:off x="1044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4" name="四角形: 角を丸くする 823">
            <a:extLst>
              <a:ext uri="{FF2B5EF4-FFF2-40B4-BE49-F238E27FC236}">
                <a16:creationId xmlns:a16="http://schemas.microsoft.com/office/drawing/2014/main" id="{D665BD56-7177-4BB3-B447-506F39FF1BD6}"/>
              </a:ext>
            </a:extLst>
          </p:cNvPr>
          <p:cNvSpPr/>
          <p:nvPr/>
        </p:nvSpPr>
        <p:spPr>
          <a:xfrm>
            <a:off x="1026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5" name="四角形: 角を丸くする 824">
            <a:extLst>
              <a:ext uri="{FF2B5EF4-FFF2-40B4-BE49-F238E27FC236}">
                <a16:creationId xmlns:a16="http://schemas.microsoft.com/office/drawing/2014/main" id="{0254AB49-20D6-40C3-8985-BA4E35101127}"/>
              </a:ext>
            </a:extLst>
          </p:cNvPr>
          <p:cNvSpPr/>
          <p:nvPr/>
        </p:nvSpPr>
        <p:spPr>
          <a:xfrm>
            <a:off x="1062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6" name="四角形: 角を丸くする 825">
            <a:extLst>
              <a:ext uri="{FF2B5EF4-FFF2-40B4-BE49-F238E27FC236}">
                <a16:creationId xmlns:a16="http://schemas.microsoft.com/office/drawing/2014/main" id="{9C6B2AC5-817C-4E71-B95B-3FB3E8E7D366}"/>
              </a:ext>
            </a:extLst>
          </p:cNvPr>
          <p:cNvSpPr/>
          <p:nvPr/>
        </p:nvSpPr>
        <p:spPr>
          <a:xfrm>
            <a:off x="1080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7" name="四角形: 角を丸くする 826">
            <a:extLst>
              <a:ext uri="{FF2B5EF4-FFF2-40B4-BE49-F238E27FC236}">
                <a16:creationId xmlns:a16="http://schemas.microsoft.com/office/drawing/2014/main" id="{246B265D-4F87-48CA-B28A-C8752503D9B7}"/>
              </a:ext>
            </a:extLst>
          </p:cNvPr>
          <p:cNvSpPr/>
          <p:nvPr/>
        </p:nvSpPr>
        <p:spPr>
          <a:xfrm>
            <a:off x="10804191" y="315152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8" name="四角形: 角を丸くする 827">
            <a:extLst>
              <a:ext uri="{FF2B5EF4-FFF2-40B4-BE49-F238E27FC236}">
                <a16:creationId xmlns:a16="http://schemas.microsoft.com/office/drawing/2014/main" id="{466143D5-8459-40F1-951B-2C487EBAE715}"/>
              </a:ext>
            </a:extLst>
          </p:cNvPr>
          <p:cNvSpPr/>
          <p:nvPr/>
        </p:nvSpPr>
        <p:spPr>
          <a:xfrm>
            <a:off x="10894426" y="300393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9" name="四角形: 角を丸くする 828">
            <a:extLst>
              <a:ext uri="{FF2B5EF4-FFF2-40B4-BE49-F238E27FC236}">
                <a16:creationId xmlns:a16="http://schemas.microsoft.com/office/drawing/2014/main" id="{657ACF5A-0374-4EC1-8EAE-BAF725C594DD}"/>
              </a:ext>
            </a:extLst>
          </p:cNvPr>
          <p:cNvSpPr/>
          <p:nvPr/>
        </p:nvSpPr>
        <p:spPr>
          <a:xfrm>
            <a:off x="11201578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0" name="四角形: 角を丸くする 829">
            <a:extLst>
              <a:ext uri="{FF2B5EF4-FFF2-40B4-BE49-F238E27FC236}">
                <a16:creationId xmlns:a16="http://schemas.microsoft.com/office/drawing/2014/main" id="{EB60FC7C-A983-4A93-B4F8-C38339E59510}"/>
              </a:ext>
            </a:extLst>
          </p:cNvPr>
          <p:cNvSpPr/>
          <p:nvPr/>
        </p:nvSpPr>
        <p:spPr>
          <a:xfrm>
            <a:off x="11381578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1" name="四角形: 角を丸くする 830">
            <a:extLst>
              <a:ext uri="{FF2B5EF4-FFF2-40B4-BE49-F238E27FC236}">
                <a16:creationId xmlns:a16="http://schemas.microsoft.com/office/drawing/2014/main" id="{F4F08315-AE6E-4480-A29C-84129B566634}"/>
              </a:ext>
            </a:extLst>
          </p:cNvPr>
          <p:cNvSpPr/>
          <p:nvPr/>
        </p:nvSpPr>
        <p:spPr>
          <a:xfrm>
            <a:off x="11561578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3" name="四角形: 角を丸くする 832">
            <a:extLst>
              <a:ext uri="{FF2B5EF4-FFF2-40B4-BE49-F238E27FC236}">
                <a16:creationId xmlns:a16="http://schemas.microsoft.com/office/drawing/2014/main" id="{9FA00661-8B16-40CE-B134-E5C5933BBB5D}"/>
              </a:ext>
            </a:extLst>
          </p:cNvPr>
          <p:cNvSpPr/>
          <p:nvPr/>
        </p:nvSpPr>
        <p:spPr>
          <a:xfrm>
            <a:off x="11741578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5" name="四角形: 角を丸くする 834">
            <a:extLst>
              <a:ext uri="{FF2B5EF4-FFF2-40B4-BE49-F238E27FC236}">
                <a16:creationId xmlns:a16="http://schemas.microsoft.com/office/drawing/2014/main" id="{C32C5DB2-A811-48F8-BF01-BB5AF6A9845F}"/>
              </a:ext>
            </a:extLst>
          </p:cNvPr>
          <p:cNvSpPr/>
          <p:nvPr/>
        </p:nvSpPr>
        <p:spPr>
          <a:xfrm>
            <a:off x="11921578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7" name="四角形: 角を丸くする 836">
            <a:extLst>
              <a:ext uri="{FF2B5EF4-FFF2-40B4-BE49-F238E27FC236}">
                <a16:creationId xmlns:a16="http://schemas.microsoft.com/office/drawing/2014/main" id="{E1D20517-F2D7-405A-9FC5-1308C916C86F}"/>
              </a:ext>
            </a:extLst>
          </p:cNvPr>
          <p:cNvSpPr/>
          <p:nvPr/>
        </p:nvSpPr>
        <p:spPr>
          <a:xfrm>
            <a:off x="9908642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8" name="四角形: 角を丸くする 837">
            <a:extLst>
              <a:ext uri="{FF2B5EF4-FFF2-40B4-BE49-F238E27FC236}">
                <a16:creationId xmlns:a16="http://schemas.microsoft.com/office/drawing/2014/main" id="{E71DC51A-9800-40FB-9950-C6E2303F4BDA}"/>
              </a:ext>
            </a:extLst>
          </p:cNvPr>
          <p:cNvSpPr/>
          <p:nvPr/>
        </p:nvSpPr>
        <p:spPr>
          <a:xfrm>
            <a:off x="10088642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9" name="四角形: 角を丸くする 838">
            <a:extLst>
              <a:ext uri="{FF2B5EF4-FFF2-40B4-BE49-F238E27FC236}">
                <a16:creationId xmlns:a16="http://schemas.microsoft.com/office/drawing/2014/main" id="{F09CCDE1-CB31-4E89-A084-746F7F4009AB}"/>
              </a:ext>
            </a:extLst>
          </p:cNvPr>
          <p:cNvSpPr/>
          <p:nvPr/>
        </p:nvSpPr>
        <p:spPr>
          <a:xfrm>
            <a:off x="10268642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0" name="四角形: 角を丸くする 839">
            <a:extLst>
              <a:ext uri="{FF2B5EF4-FFF2-40B4-BE49-F238E27FC236}">
                <a16:creationId xmlns:a16="http://schemas.microsoft.com/office/drawing/2014/main" id="{7E7DFD37-1CF7-4549-99D2-0105B1CA26B4}"/>
              </a:ext>
            </a:extLst>
          </p:cNvPr>
          <p:cNvSpPr/>
          <p:nvPr/>
        </p:nvSpPr>
        <p:spPr>
          <a:xfrm>
            <a:off x="10448642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1" name="四角形: 角を丸くする 840">
            <a:extLst>
              <a:ext uri="{FF2B5EF4-FFF2-40B4-BE49-F238E27FC236}">
                <a16:creationId xmlns:a16="http://schemas.microsoft.com/office/drawing/2014/main" id="{7FBF74A0-04EA-4250-AD7D-32CE66901AC5}"/>
              </a:ext>
            </a:extLst>
          </p:cNvPr>
          <p:cNvSpPr/>
          <p:nvPr/>
        </p:nvSpPr>
        <p:spPr>
          <a:xfrm>
            <a:off x="1174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2" name="四角形: 角を丸くする 841">
            <a:extLst>
              <a:ext uri="{FF2B5EF4-FFF2-40B4-BE49-F238E27FC236}">
                <a16:creationId xmlns:a16="http://schemas.microsoft.com/office/drawing/2014/main" id="{65EBF339-C924-4AC3-BF99-8577FA220B42}"/>
              </a:ext>
            </a:extLst>
          </p:cNvPr>
          <p:cNvSpPr/>
          <p:nvPr/>
        </p:nvSpPr>
        <p:spPr>
          <a:xfrm>
            <a:off x="1192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3" name="四角形: 角を丸くする 842">
            <a:extLst>
              <a:ext uri="{FF2B5EF4-FFF2-40B4-BE49-F238E27FC236}">
                <a16:creationId xmlns:a16="http://schemas.microsoft.com/office/drawing/2014/main" id="{CD9A6F37-D140-48A7-8230-21FAC921D3B1}"/>
              </a:ext>
            </a:extLst>
          </p:cNvPr>
          <p:cNvSpPr/>
          <p:nvPr/>
        </p:nvSpPr>
        <p:spPr>
          <a:xfrm>
            <a:off x="1210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4" name="四角形: 角を丸くする 843">
            <a:extLst>
              <a:ext uri="{FF2B5EF4-FFF2-40B4-BE49-F238E27FC236}">
                <a16:creationId xmlns:a16="http://schemas.microsoft.com/office/drawing/2014/main" id="{9087362C-F8A0-41FA-BC52-8F3B7C838E96}"/>
              </a:ext>
            </a:extLst>
          </p:cNvPr>
          <p:cNvSpPr/>
          <p:nvPr/>
        </p:nvSpPr>
        <p:spPr>
          <a:xfrm>
            <a:off x="1120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6" name="四角形: 角を丸くする 845">
            <a:extLst>
              <a:ext uri="{FF2B5EF4-FFF2-40B4-BE49-F238E27FC236}">
                <a16:creationId xmlns:a16="http://schemas.microsoft.com/office/drawing/2014/main" id="{8EC949E8-27D0-4E3C-9429-5F7088716E16}"/>
              </a:ext>
            </a:extLst>
          </p:cNvPr>
          <p:cNvSpPr/>
          <p:nvPr/>
        </p:nvSpPr>
        <p:spPr>
          <a:xfrm>
            <a:off x="1138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8" name="四角形: 角を丸くする 847">
            <a:extLst>
              <a:ext uri="{FF2B5EF4-FFF2-40B4-BE49-F238E27FC236}">
                <a16:creationId xmlns:a16="http://schemas.microsoft.com/office/drawing/2014/main" id="{B100A12D-B642-4210-9CFE-4BFAC68AFACD}"/>
              </a:ext>
            </a:extLst>
          </p:cNvPr>
          <p:cNvSpPr/>
          <p:nvPr/>
        </p:nvSpPr>
        <p:spPr>
          <a:xfrm>
            <a:off x="1156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9" name="四角形: 角を丸くする 848">
            <a:extLst>
              <a:ext uri="{FF2B5EF4-FFF2-40B4-BE49-F238E27FC236}">
                <a16:creationId xmlns:a16="http://schemas.microsoft.com/office/drawing/2014/main" id="{0120FDFA-6E0D-4D8C-A87C-F1255DB3DC19}"/>
              </a:ext>
            </a:extLst>
          </p:cNvPr>
          <p:cNvSpPr/>
          <p:nvPr/>
        </p:nvSpPr>
        <p:spPr>
          <a:xfrm>
            <a:off x="9908642" y="412623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0" name="四角形: 角を丸くする 849">
            <a:extLst>
              <a:ext uri="{FF2B5EF4-FFF2-40B4-BE49-F238E27FC236}">
                <a16:creationId xmlns:a16="http://schemas.microsoft.com/office/drawing/2014/main" id="{55C9E542-6B00-4C49-AB91-7D65E33899A3}"/>
              </a:ext>
            </a:extLst>
          </p:cNvPr>
          <p:cNvSpPr/>
          <p:nvPr/>
        </p:nvSpPr>
        <p:spPr>
          <a:xfrm>
            <a:off x="10088642" y="412623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1" name="四角形: 角を丸くする 850">
            <a:extLst>
              <a:ext uri="{FF2B5EF4-FFF2-40B4-BE49-F238E27FC236}">
                <a16:creationId xmlns:a16="http://schemas.microsoft.com/office/drawing/2014/main" id="{F394320B-26B6-4901-B7EE-C6CCF2B85D8B}"/>
              </a:ext>
            </a:extLst>
          </p:cNvPr>
          <p:cNvSpPr/>
          <p:nvPr/>
        </p:nvSpPr>
        <p:spPr>
          <a:xfrm>
            <a:off x="10448642" y="412623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2" name="四角形: 角を丸くする 851">
            <a:extLst>
              <a:ext uri="{FF2B5EF4-FFF2-40B4-BE49-F238E27FC236}">
                <a16:creationId xmlns:a16="http://schemas.microsoft.com/office/drawing/2014/main" id="{A2F9F2E7-EEE5-4037-9455-0BF68DF4DF53}"/>
              </a:ext>
            </a:extLst>
          </p:cNvPr>
          <p:cNvSpPr/>
          <p:nvPr/>
        </p:nvSpPr>
        <p:spPr>
          <a:xfrm>
            <a:off x="10628642" y="412623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3" name="四角形: 角を丸くする 852">
            <a:extLst>
              <a:ext uri="{FF2B5EF4-FFF2-40B4-BE49-F238E27FC236}">
                <a16:creationId xmlns:a16="http://schemas.microsoft.com/office/drawing/2014/main" id="{AFE29B00-5DD3-4B90-BB8A-5495752BCA50}"/>
              </a:ext>
            </a:extLst>
          </p:cNvPr>
          <p:cNvSpPr/>
          <p:nvPr/>
        </p:nvSpPr>
        <p:spPr>
          <a:xfrm>
            <a:off x="10268642" y="412623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7" name="楕円 856">
            <a:extLst>
              <a:ext uri="{FF2B5EF4-FFF2-40B4-BE49-F238E27FC236}">
                <a16:creationId xmlns:a16="http://schemas.microsoft.com/office/drawing/2014/main" id="{331166BE-6C61-422B-822C-E75B06C889FC}"/>
              </a:ext>
            </a:extLst>
          </p:cNvPr>
          <p:cNvSpPr/>
          <p:nvPr/>
        </p:nvSpPr>
        <p:spPr>
          <a:xfrm>
            <a:off x="1166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9" name="楕円 858">
            <a:extLst>
              <a:ext uri="{FF2B5EF4-FFF2-40B4-BE49-F238E27FC236}">
                <a16:creationId xmlns:a16="http://schemas.microsoft.com/office/drawing/2014/main" id="{57364F16-9A8B-47FA-A1C0-B890D998E765}"/>
              </a:ext>
            </a:extLst>
          </p:cNvPr>
          <p:cNvSpPr/>
          <p:nvPr/>
        </p:nvSpPr>
        <p:spPr>
          <a:xfrm>
            <a:off x="1220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0" name="楕円 859">
            <a:extLst>
              <a:ext uri="{FF2B5EF4-FFF2-40B4-BE49-F238E27FC236}">
                <a16:creationId xmlns:a16="http://schemas.microsoft.com/office/drawing/2014/main" id="{16598D03-FA24-4B7A-914B-E67E9F72CC03}"/>
              </a:ext>
            </a:extLst>
          </p:cNvPr>
          <p:cNvSpPr/>
          <p:nvPr/>
        </p:nvSpPr>
        <p:spPr>
          <a:xfrm>
            <a:off x="1184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1" name="楕円 860">
            <a:extLst>
              <a:ext uri="{FF2B5EF4-FFF2-40B4-BE49-F238E27FC236}">
                <a16:creationId xmlns:a16="http://schemas.microsoft.com/office/drawing/2014/main" id="{EE97DB6C-8612-415B-8413-A47D67306BFA}"/>
              </a:ext>
            </a:extLst>
          </p:cNvPr>
          <p:cNvSpPr/>
          <p:nvPr/>
        </p:nvSpPr>
        <p:spPr>
          <a:xfrm>
            <a:off x="1112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2" name="楕円 861">
            <a:extLst>
              <a:ext uri="{FF2B5EF4-FFF2-40B4-BE49-F238E27FC236}">
                <a16:creationId xmlns:a16="http://schemas.microsoft.com/office/drawing/2014/main" id="{19B7CA2F-4EB3-4E58-865A-035EF4B7378C}"/>
              </a:ext>
            </a:extLst>
          </p:cNvPr>
          <p:cNvSpPr/>
          <p:nvPr/>
        </p:nvSpPr>
        <p:spPr>
          <a:xfrm>
            <a:off x="1130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3" name="楕円 862">
            <a:extLst>
              <a:ext uri="{FF2B5EF4-FFF2-40B4-BE49-F238E27FC236}">
                <a16:creationId xmlns:a16="http://schemas.microsoft.com/office/drawing/2014/main" id="{E2E9A426-F16F-4A2B-A8CC-DBA3BAAD3E4E}"/>
              </a:ext>
            </a:extLst>
          </p:cNvPr>
          <p:cNvSpPr/>
          <p:nvPr/>
        </p:nvSpPr>
        <p:spPr>
          <a:xfrm>
            <a:off x="1148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6" name="楕円 865">
            <a:extLst>
              <a:ext uri="{FF2B5EF4-FFF2-40B4-BE49-F238E27FC236}">
                <a16:creationId xmlns:a16="http://schemas.microsoft.com/office/drawing/2014/main" id="{08709503-81E7-4CD4-9B71-B957A27EBFF7}"/>
              </a:ext>
            </a:extLst>
          </p:cNvPr>
          <p:cNvSpPr/>
          <p:nvPr/>
        </p:nvSpPr>
        <p:spPr>
          <a:xfrm>
            <a:off x="1202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9" name="楕円 868">
            <a:extLst>
              <a:ext uri="{FF2B5EF4-FFF2-40B4-BE49-F238E27FC236}">
                <a16:creationId xmlns:a16="http://schemas.microsoft.com/office/drawing/2014/main" id="{DEE57B9D-D7CC-4B32-93CC-DE4EAE505C7A}"/>
              </a:ext>
            </a:extLst>
          </p:cNvPr>
          <p:cNvSpPr/>
          <p:nvPr/>
        </p:nvSpPr>
        <p:spPr>
          <a:xfrm>
            <a:off x="1130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0" name="楕円 869">
            <a:extLst>
              <a:ext uri="{FF2B5EF4-FFF2-40B4-BE49-F238E27FC236}">
                <a16:creationId xmlns:a16="http://schemas.microsoft.com/office/drawing/2014/main" id="{74A1FA6E-A2D0-4B7D-A764-F4222A160FA6}"/>
              </a:ext>
            </a:extLst>
          </p:cNvPr>
          <p:cNvSpPr/>
          <p:nvPr/>
        </p:nvSpPr>
        <p:spPr>
          <a:xfrm>
            <a:off x="11485843" y="496237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1" name="楕円 870">
            <a:extLst>
              <a:ext uri="{FF2B5EF4-FFF2-40B4-BE49-F238E27FC236}">
                <a16:creationId xmlns:a16="http://schemas.microsoft.com/office/drawing/2014/main" id="{9B704C48-0735-4FE1-A9E2-A294F99CF353}"/>
              </a:ext>
            </a:extLst>
          </p:cNvPr>
          <p:cNvSpPr/>
          <p:nvPr/>
        </p:nvSpPr>
        <p:spPr>
          <a:xfrm>
            <a:off x="11665843" y="496237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2" name="楕円 871">
            <a:extLst>
              <a:ext uri="{FF2B5EF4-FFF2-40B4-BE49-F238E27FC236}">
                <a16:creationId xmlns:a16="http://schemas.microsoft.com/office/drawing/2014/main" id="{D691BA5F-B103-43AC-8716-93448EAEFB33}"/>
              </a:ext>
            </a:extLst>
          </p:cNvPr>
          <p:cNvSpPr/>
          <p:nvPr/>
        </p:nvSpPr>
        <p:spPr>
          <a:xfrm>
            <a:off x="1148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5" name="楕円 874">
            <a:extLst>
              <a:ext uri="{FF2B5EF4-FFF2-40B4-BE49-F238E27FC236}">
                <a16:creationId xmlns:a16="http://schemas.microsoft.com/office/drawing/2014/main" id="{C53D73D4-4B0B-4FBB-BEB4-7904E9C66379}"/>
              </a:ext>
            </a:extLst>
          </p:cNvPr>
          <p:cNvSpPr/>
          <p:nvPr/>
        </p:nvSpPr>
        <p:spPr>
          <a:xfrm>
            <a:off x="1112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6" name="楕円 875">
            <a:extLst>
              <a:ext uri="{FF2B5EF4-FFF2-40B4-BE49-F238E27FC236}">
                <a16:creationId xmlns:a16="http://schemas.microsoft.com/office/drawing/2014/main" id="{761EC76D-D546-4EAD-A3A7-46CD51C71F46}"/>
              </a:ext>
            </a:extLst>
          </p:cNvPr>
          <p:cNvSpPr/>
          <p:nvPr/>
        </p:nvSpPr>
        <p:spPr>
          <a:xfrm>
            <a:off x="1202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8" name="楕円 877">
            <a:extLst>
              <a:ext uri="{FF2B5EF4-FFF2-40B4-BE49-F238E27FC236}">
                <a16:creationId xmlns:a16="http://schemas.microsoft.com/office/drawing/2014/main" id="{196B8282-5F4F-4398-9307-060D4D87D54F}"/>
              </a:ext>
            </a:extLst>
          </p:cNvPr>
          <p:cNvSpPr/>
          <p:nvPr/>
        </p:nvSpPr>
        <p:spPr>
          <a:xfrm>
            <a:off x="11125843" y="496237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9" name="楕円 878">
            <a:extLst>
              <a:ext uri="{FF2B5EF4-FFF2-40B4-BE49-F238E27FC236}">
                <a16:creationId xmlns:a16="http://schemas.microsoft.com/office/drawing/2014/main" id="{F9C7A7D3-D100-4EA7-9A87-3DB6A9997D5C}"/>
              </a:ext>
            </a:extLst>
          </p:cNvPr>
          <p:cNvSpPr/>
          <p:nvPr/>
        </p:nvSpPr>
        <p:spPr>
          <a:xfrm>
            <a:off x="1166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0" name="楕円 879">
            <a:extLst>
              <a:ext uri="{FF2B5EF4-FFF2-40B4-BE49-F238E27FC236}">
                <a16:creationId xmlns:a16="http://schemas.microsoft.com/office/drawing/2014/main" id="{F464DF92-91EF-4D11-9303-4937F1F09B83}"/>
              </a:ext>
            </a:extLst>
          </p:cNvPr>
          <p:cNvSpPr/>
          <p:nvPr/>
        </p:nvSpPr>
        <p:spPr>
          <a:xfrm>
            <a:off x="1220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1" name="楕円 880">
            <a:extLst>
              <a:ext uri="{FF2B5EF4-FFF2-40B4-BE49-F238E27FC236}">
                <a16:creationId xmlns:a16="http://schemas.microsoft.com/office/drawing/2014/main" id="{10198069-E497-4F00-AFD2-C32E8E907A0C}"/>
              </a:ext>
            </a:extLst>
          </p:cNvPr>
          <p:cNvSpPr/>
          <p:nvPr/>
        </p:nvSpPr>
        <p:spPr>
          <a:xfrm>
            <a:off x="1184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3" name="楕円 882">
            <a:extLst>
              <a:ext uri="{FF2B5EF4-FFF2-40B4-BE49-F238E27FC236}">
                <a16:creationId xmlns:a16="http://schemas.microsoft.com/office/drawing/2014/main" id="{AE318B80-732A-4C8E-8A1E-A2183C509E30}"/>
              </a:ext>
            </a:extLst>
          </p:cNvPr>
          <p:cNvSpPr/>
          <p:nvPr/>
        </p:nvSpPr>
        <p:spPr>
          <a:xfrm>
            <a:off x="11305843" y="496237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0" name="四角形: 角を丸くする 889">
            <a:extLst>
              <a:ext uri="{FF2B5EF4-FFF2-40B4-BE49-F238E27FC236}">
                <a16:creationId xmlns:a16="http://schemas.microsoft.com/office/drawing/2014/main" id="{A9AA783E-DF52-44AC-BAA6-B904E9671777}"/>
              </a:ext>
            </a:extLst>
          </p:cNvPr>
          <p:cNvSpPr/>
          <p:nvPr/>
        </p:nvSpPr>
        <p:spPr>
          <a:xfrm>
            <a:off x="9908642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1" name="四角形: 角を丸くする 890">
            <a:extLst>
              <a:ext uri="{FF2B5EF4-FFF2-40B4-BE49-F238E27FC236}">
                <a16:creationId xmlns:a16="http://schemas.microsoft.com/office/drawing/2014/main" id="{EE0E2555-2991-44BA-AE2B-4000808632A9}"/>
              </a:ext>
            </a:extLst>
          </p:cNvPr>
          <p:cNvSpPr/>
          <p:nvPr/>
        </p:nvSpPr>
        <p:spPr>
          <a:xfrm>
            <a:off x="10088642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2" name="四角形: 角を丸くする 891">
            <a:extLst>
              <a:ext uri="{FF2B5EF4-FFF2-40B4-BE49-F238E27FC236}">
                <a16:creationId xmlns:a16="http://schemas.microsoft.com/office/drawing/2014/main" id="{876FB796-53DA-4B2C-833C-16C7A0153EFF}"/>
              </a:ext>
            </a:extLst>
          </p:cNvPr>
          <p:cNvSpPr/>
          <p:nvPr/>
        </p:nvSpPr>
        <p:spPr>
          <a:xfrm>
            <a:off x="10268642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3" name="四角形: 角を丸くする 892">
            <a:extLst>
              <a:ext uri="{FF2B5EF4-FFF2-40B4-BE49-F238E27FC236}">
                <a16:creationId xmlns:a16="http://schemas.microsoft.com/office/drawing/2014/main" id="{2C03E420-3077-4B4D-8E4F-65BF414FD464}"/>
              </a:ext>
            </a:extLst>
          </p:cNvPr>
          <p:cNvSpPr/>
          <p:nvPr/>
        </p:nvSpPr>
        <p:spPr>
          <a:xfrm>
            <a:off x="10448642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5" name="四角形: 角を丸くする 894">
            <a:extLst>
              <a:ext uri="{FF2B5EF4-FFF2-40B4-BE49-F238E27FC236}">
                <a16:creationId xmlns:a16="http://schemas.microsoft.com/office/drawing/2014/main" id="{A27CB79E-DF6A-4171-ADE3-EA036BD1175D}"/>
              </a:ext>
            </a:extLst>
          </p:cNvPr>
          <p:cNvSpPr/>
          <p:nvPr/>
        </p:nvSpPr>
        <p:spPr>
          <a:xfrm>
            <a:off x="10903670" y="559064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6" name="四角形: 角を丸くする 895">
            <a:extLst>
              <a:ext uri="{FF2B5EF4-FFF2-40B4-BE49-F238E27FC236}">
                <a16:creationId xmlns:a16="http://schemas.microsoft.com/office/drawing/2014/main" id="{A68D7ADF-DE44-46E0-AFD7-AC3E0098D95E}"/>
              </a:ext>
            </a:extLst>
          </p:cNvPr>
          <p:cNvSpPr/>
          <p:nvPr/>
        </p:nvSpPr>
        <p:spPr>
          <a:xfrm>
            <a:off x="10628642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7" name="四角形: 角を丸くする 896">
            <a:extLst>
              <a:ext uri="{FF2B5EF4-FFF2-40B4-BE49-F238E27FC236}">
                <a16:creationId xmlns:a16="http://schemas.microsoft.com/office/drawing/2014/main" id="{F0CA07B1-B1E1-44E6-B3D2-61470040FCEB}"/>
              </a:ext>
            </a:extLst>
          </p:cNvPr>
          <p:cNvSpPr/>
          <p:nvPr/>
        </p:nvSpPr>
        <p:spPr>
          <a:xfrm>
            <a:off x="10808642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8" name="四角形: 角を丸くする 897">
            <a:extLst>
              <a:ext uri="{FF2B5EF4-FFF2-40B4-BE49-F238E27FC236}">
                <a16:creationId xmlns:a16="http://schemas.microsoft.com/office/drawing/2014/main" id="{B961F1CA-7A6F-4BF2-9B44-C223BB507CDF}"/>
              </a:ext>
            </a:extLst>
          </p:cNvPr>
          <p:cNvSpPr/>
          <p:nvPr/>
        </p:nvSpPr>
        <p:spPr>
          <a:xfrm>
            <a:off x="9944642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9" name="四角形: 角を丸くする 898">
            <a:extLst>
              <a:ext uri="{FF2B5EF4-FFF2-40B4-BE49-F238E27FC236}">
                <a16:creationId xmlns:a16="http://schemas.microsoft.com/office/drawing/2014/main" id="{560BAE49-2A92-4930-BA9B-6BEAFAA82EAD}"/>
              </a:ext>
            </a:extLst>
          </p:cNvPr>
          <p:cNvSpPr/>
          <p:nvPr/>
        </p:nvSpPr>
        <p:spPr>
          <a:xfrm>
            <a:off x="10124642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0" name="四角形: 角を丸くする 899">
            <a:extLst>
              <a:ext uri="{FF2B5EF4-FFF2-40B4-BE49-F238E27FC236}">
                <a16:creationId xmlns:a16="http://schemas.microsoft.com/office/drawing/2014/main" id="{63D056EB-1D96-43BC-96EF-C6424B96BE17}"/>
              </a:ext>
            </a:extLst>
          </p:cNvPr>
          <p:cNvSpPr/>
          <p:nvPr/>
        </p:nvSpPr>
        <p:spPr>
          <a:xfrm>
            <a:off x="9944642" y="821271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1" name="四角形: 角を丸くする 900">
            <a:extLst>
              <a:ext uri="{FF2B5EF4-FFF2-40B4-BE49-F238E27FC236}">
                <a16:creationId xmlns:a16="http://schemas.microsoft.com/office/drawing/2014/main" id="{448BE8F1-004F-4D89-AFAF-250F60AB0771}"/>
              </a:ext>
            </a:extLst>
          </p:cNvPr>
          <p:cNvSpPr/>
          <p:nvPr/>
        </p:nvSpPr>
        <p:spPr>
          <a:xfrm>
            <a:off x="10124642" y="821271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2" name="四角形: 角を丸くする 901">
            <a:extLst>
              <a:ext uri="{FF2B5EF4-FFF2-40B4-BE49-F238E27FC236}">
                <a16:creationId xmlns:a16="http://schemas.microsoft.com/office/drawing/2014/main" id="{4275BDB9-FC5A-42A8-BE76-063D5D45C6DA}"/>
              </a:ext>
            </a:extLst>
          </p:cNvPr>
          <p:cNvSpPr/>
          <p:nvPr/>
        </p:nvSpPr>
        <p:spPr>
          <a:xfrm>
            <a:off x="1172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3" name="四角形: 角を丸くする 902">
            <a:extLst>
              <a:ext uri="{FF2B5EF4-FFF2-40B4-BE49-F238E27FC236}">
                <a16:creationId xmlns:a16="http://schemas.microsoft.com/office/drawing/2014/main" id="{750831CF-7632-44B8-8ADF-51BC1065D645}"/>
              </a:ext>
            </a:extLst>
          </p:cNvPr>
          <p:cNvSpPr/>
          <p:nvPr/>
        </p:nvSpPr>
        <p:spPr>
          <a:xfrm>
            <a:off x="12213417" y="771584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4" name="四角形: 角を丸くする 903">
            <a:extLst>
              <a:ext uri="{FF2B5EF4-FFF2-40B4-BE49-F238E27FC236}">
                <a16:creationId xmlns:a16="http://schemas.microsoft.com/office/drawing/2014/main" id="{83A2D702-BCA0-4265-8E4B-B270383622D8}"/>
              </a:ext>
            </a:extLst>
          </p:cNvPr>
          <p:cNvSpPr/>
          <p:nvPr/>
        </p:nvSpPr>
        <p:spPr>
          <a:xfrm>
            <a:off x="1118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5" name="四角形: 角を丸くする 904">
            <a:extLst>
              <a:ext uri="{FF2B5EF4-FFF2-40B4-BE49-F238E27FC236}">
                <a16:creationId xmlns:a16="http://schemas.microsoft.com/office/drawing/2014/main" id="{DE78C2CD-74CD-418A-B638-679C50E05D9E}"/>
              </a:ext>
            </a:extLst>
          </p:cNvPr>
          <p:cNvSpPr/>
          <p:nvPr/>
        </p:nvSpPr>
        <p:spPr>
          <a:xfrm>
            <a:off x="1136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6" name="四角形: 角を丸くする 905">
            <a:extLst>
              <a:ext uri="{FF2B5EF4-FFF2-40B4-BE49-F238E27FC236}">
                <a16:creationId xmlns:a16="http://schemas.microsoft.com/office/drawing/2014/main" id="{C5F77A24-DFBC-43B5-9B18-A9B38C3B9B14}"/>
              </a:ext>
            </a:extLst>
          </p:cNvPr>
          <p:cNvSpPr/>
          <p:nvPr/>
        </p:nvSpPr>
        <p:spPr>
          <a:xfrm>
            <a:off x="1154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7" name="四角形: 角を丸くする 906">
            <a:extLst>
              <a:ext uri="{FF2B5EF4-FFF2-40B4-BE49-F238E27FC236}">
                <a16:creationId xmlns:a16="http://schemas.microsoft.com/office/drawing/2014/main" id="{4730BAE6-F0D9-478D-ACC8-FAD84D122C15}"/>
              </a:ext>
            </a:extLst>
          </p:cNvPr>
          <p:cNvSpPr/>
          <p:nvPr/>
        </p:nvSpPr>
        <p:spPr>
          <a:xfrm>
            <a:off x="12088923" y="784654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8" name="四角形: 角を丸くする 907">
            <a:extLst>
              <a:ext uri="{FF2B5EF4-FFF2-40B4-BE49-F238E27FC236}">
                <a16:creationId xmlns:a16="http://schemas.microsoft.com/office/drawing/2014/main" id="{B2E39898-C658-47BF-BF15-68594FBB2AD0}"/>
              </a:ext>
            </a:extLst>
          </p:cNvPr>
          <p:cNvSpPr/>
          <p:nvPr/>
        </p:nvSpPr>
        <p:spPr>
          <a:xfrm>
            <a:off x="11908923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9" name="四角形: 角を丸くする 908">
            <a:extLst>
              <a:ext uri="{FF2B5EF4-FFF2-40B4-BE49-F238E27FC236}">
                <a16:creationId xmlns:a16="http://schemas.microsoft.com/office/drawing/2014/main" id="{50C4CBB0-84B0-4A42-B954-73A2FF3C493A}"/>
              </a:ext>
            </a:extLst>
          </p:cNvPr>
          <p:cNvSpPr/>
          <p:nvPr/>
        </p:nvSpPr>
        <p:spPr>
          <a:xfrm>
            <a:off x="12088923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10" name="四角形: 角を丸くする 909">
            <a:extLst>
              <a:ext uri="{FF2B5EF4-FFF2-40B4-BE49-F238E27FC236}">
                <a16:creationId xmlns:a16="http://schemas.microsoft.com/office/drawing/2014/main" id="{5926E457-F677-4264-9B03-0F790EFA644F}"/>
              </a:ext>
            </a:extLst>
          </p:cNvPr>
          <p:cNvSpPr/>
          <p:nvPr/>
        </p:nvSpPr>
        <p:spPr>
          <a:xfrm>
            <a:off x="9944642" y="8829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11" name="四角形: 角を丸くする 910">
            <a:extLst>
              <a:ext uri="{FF2B5EF4-FFF2-40B4-BE49-F238E27FC236}">
                <a16:creationId xmlns:a16="http://schemas.microsoft.com/office/drawing/2014/main" id="{B182367A-D74D-45BB-895F-B7FE544D82C6}"/>
              </a:ext>
            </a:extLst>
          </p:cNvPr>
          <p:cNvSpPr/>
          <p:nvPr/>
        </p:nvSpPr>
        <p:spPr>
          <a:xfrm>
            <a:off x="10124642" y="8829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7" name="楕円 446">
            <a:extLst>
              <a:ext uri="{FF2B5EF4-FFF2-40B4-BE49-F238E27FC236}">
                <a16:creationId xmlns:a16="http://schemas.microsoft.com/office/drawing/2014/main" id="{75C80CAE-61B2-4666-BD1A-90F7373851E7}"/>
              </a:ext>
            </a:extLst>
          </p:cNvPr>
          <p:cNvSpPr/>
          <p:nvPr/>
        </p:nvSpPr>
        <p:spPr>
          <a:xfrm>
            <a:off x="145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8" name="楕円 447">
            <a:extLst>
              <a:ext uri="{FF2B5EF4-FFF2-40B4-BE49-F238E27FC236}">
                <a16:creationId xmlns:a16="http://schemas.microsoft.com/office/drawing/2014/main" id="{22084991-D451-48B7-A8A1-7B341B0E2AD9}"/>
              </a:ext>
            </a:extLst>
          </p:cNvPr>
          <p:cNvSpPr/>
          <p:nvPr/>
        </p:nvSpPr>
        <p:spPr>
          <a:xfrm>
            <a:off x="127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9" name="楕円 448">
            <a:extLst>
              <a:ext uri="{FF2B5EF4-FFF2-40B4-BE49-F238E27FC236}">
                <a16:creationId xmlns:a16="http://schemas.microsoft.com/office/drawing/2014/main" id="{0E74D635-17EE-4DC4-AA2E-A139A0123276}"/>
              </a:ext>
            </a:extLst>
          </p:cNvPr>
          <p:cNvSpPr/>
          <p:nvPr/>
        </p:nvSpPr>
        <p:spPr>
          <a:xfrm>
            <a:off x="163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0" name="楕円 449">
            <a:extLst>
              <a:ext uri="{FF2B5EF4-FFF2-40B4-BE49-F238E27FC236}">
                <a16:creationId xmlns:a16="http://schemas.microsoft.com/office/drawing/2014/main" id="{1F27E0B1-01D4-408F-8D64-0754FBEC4A19}"/>
              </a:ext>
            </a:extLst>
          </p:cNvPr>
          <p:cNvSpPr/>
          <p:nvPr/>
        </p:nvSpPr>
        <p:spPr>
          <a:xfrm>
            <a:off x="163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7" name="四角形: 角を丸くする 456">
            <a:extLst>
              <a:ext uri="{FF2B5EF4-FFF2-40B4-BE49-F238E27FC236}">
                <a16:creationId xmlns:a16="http://schemas.microsoft.com/office/drawing/2014/main" id="{AF33398C-2EEF-496B-B627-BDB92A75576C}"/>
              </a:ext>
            </a:extLst>
          </p:cNvPr>
          <p:cNvSpPr/>
          <p:nvPr/>
        </p:nvSpPr>
        <p:spPr>
          <a:xfrm>
            <a:off x="1926926" y="522384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54" name="正方形/長方形 253">
            <a:extLst>
              <a:ext uri="{FF2B5EF4-FFF2-40B4-BE49-F238E27FC236}">
                <a16:creationId xmlns:a16="http://schemas.microsoft.com/office/drawing/2014/main" id="{193D93CD-0681-44DB-B915-6D24309849B1}"/>
              </a:ext>
            </a:extLst>
          </p:cNvPr>
          <p:cNvSpPr/>
          <p:nvPr/>
        </p:nvSpPr>
        <p:spPr>
          <a:xfrm>
            <a:off x="915418" y="4678575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受注確定</a:t>
            </a:r>
          </a:p>
        </p:txBody>
      </p:sp>
      <p:sp>
        <p:nvSpPr>
          <p:cNvPr id="496" name="四角形: 角を丸くする 495">
            <a:extLst>
              <a:ext uri="{FF2B5EF4-FFF2-40B4-BE49-F238E27FC236}">
                <a16:creationId xmlns:a16="http://schemas.microsoft.com/office/drawing/2014/main" id="{14677EAF-2775-4DDC-913D-FB9C0DE99709}"/>
              </a:ext>
            </a:extLst>
          </p:cNvPr>
          <p:cNvSpPr/>
          <p:nvPr/>
        </p:nvSpPr>
        <p:spPr>
          <a:xfrm>
            <a:off x="90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9" name="四角形: 角を丸くする 498">
            <a:extLst>
              <a:ext uri="{FF2B5EF4-FFF2-40B4-BE49-F238E27FC236}">
                <a16:creationId xmlns:a16="http://schemas.microsoft.com/office/drawing/2014/main" id="{1CBEF556-C2C7-497D-8F8C-F305FCF87D74}"/>
              </a:ext>
            </a:extLst>
          </p:cNvPr>
          <p:cNvSpPr/>
          <p:nvPr/>
        </p:nvSpPr>
        <p:spPr>
          <a:xfrm>
            <a:off x="108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2" name="四角形: 角を丸くする 501">
            <a:extLst>
              <a:ext uri="{FF2B5EF4-FFF2-40B4-BE49-F238E27FC236}">
                <a16:creationId xmlns:a16="http://schemas.microsoft.com/office/drawing/2014/main" id="{4F5DA624-E9C2-4C20-83B0-C5FC1D1735FC}"/>
              </a:ext>
            </a:extLst>
          </p:cNvPr>
          <p:cNvSpPr/>
          <p:nvPr/>
        </p:nvSpPr>
        <p:spPr>
          <a:xfrm>
            <a:off x="126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11" name="四角形: 角を丸くする 510">
            <a:extLst>
              <a:ext uri="{FF2B5EF4-FFF2-40B4-BE49-F238E27FC236}">
                <a16:creationId xmlns:a16="http://schemas.microsoft.com/office/drawing/2014/main" id="{4FE8945B-9F7F-48DD-990A-3CA15135B075}"/>
              </a:ext>
            </a:extLst>
          </p:cNvPr>
          <p:cNvSpPr/>
          <p:nvPr/>
        </p:nvSpPr>
        <p:spPr>
          <a:xfrm>
            <a:off x="144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37" name="四角形: 角を丸くする 536">
            <a:extLst>
              <a:ext uri="{FF2B5EF4-FFF2-40B4-BE49-F238E27FC236}">
                <a16:creationId xmlns:a16="http://schemas.microsoft.com/office/drawing/2014/main" id="{251A608A-5D43-44DD-AEA3-9038910D19F2}"/>
              </a:ext>
            </a:extLst>
          </p:cNvPr>
          <p:cNvSpPr/>
          <p:nvPr/>
        </p:nvSpPr>
        <p:spPr>
          <a:xfrm>
            <a:off x="162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cxnSp>
        <p:nvCxnSpPr>
          <p:cNvPr id="460" name="直線矢印コネクタ 459">
            <a:extLst>
              <a:ext uri="{FF2B5EF4-FFF2-40B4-BE49-F238E27FC236}">
                <a16:creationId xmlns:a16="http://schemas.microsoft.com/office/drawing/2014/main" id="{BA648D02-9C29-4841-AF23-C42B386AB45C}"/>
              </a:ext>
            </a:extLst>
          </p:cNvPr>
          <p:cNvCxnSpPr>
            <a:cxnSpLocks/>
          </p:cNvCxnSpPr>
          <p:nvPr/>
        </p:nvCxnSpPr>
        <p:spPr>
          <a:xfrm flipH="1">
            <a:off x="1490236" y="5015425"/>
            <a:ext cx="0" cy="13849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直線矢印コネクタ 460">
            <a:extLst>
              <a:ext uri="{FF2B5EF4-FFF2-40B4-BE49-F238E27FC236}">
                <a16:creationId xmlns:a16="http://schemas.microsoft.com/office/drawing/2014/main" id="{537660F8-F99A-4CC8-AC73-190BC55E85FB}"/>
              </a:ext>
            </a:extLst>
          </p:cNvPr>
          <p:cNvCxnSpPr>
            <a:cxnSpLocks/>
          </p:cNvCxnSpPr>
          <p:nvPr/>
        </p:nvCxnSpPr>
        <p:spPr>
          <a:xfrm flipH="1">
            <a:off x="1504800" y="5956931"/>
            <a:ext cx="0" cy="13849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099EFE5-E354-4146-B803-0E446FB21A8E}"/>
              </a:ext>
            </a:extLst>
          </p:cNvPr>
          <p:cNvSpPr/>
          <p:nvPr/>
        </p:nvSpPr>
        <p:spPr>
          <a:xfrm>
            <a:off x="1541305" y="1868350"/>
            <a:ext cx="755495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 err="1"/>
              <a:t>Marketo</a:t>
            </a:r>
            <a:r>
              <a:rPr kumimoji="1" lang="ja-JP" altLang="en-US" sz="900" dirty="0"/>
              <a:t>他</a:t>
            </a:r>
          </a:p>
        </p:txBody>
      </p:sp>
      <p:sp>
        <p:nvSpPr>
          <p:cNvPr id="458" name="四角形: 角を丸くする 457">
            <a:extLst>
              <a:ext uri="{FF2B5EF4-FFF2-40B4-BE49-F238E27FC236}">
                <a16:creationId xmlns:a16="http://schemas.microsoft.com/office/drawing/2014/main" id="{2A4DE266-ACB9-440E-A06E-2A31BF4072F2}"/>
              </a:ext>
            </a:extLst>
          </p:cNvPr>
          <p:cNvSpPr/>
          <p:nvPr/>
        </p:nvSpPr>
        <p:spPr>
          <a:xfrm>
            <a:off x="1541305" y="2401318"/>
            <a:ext cx="755495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 err="1"/>
              <a:t>Marketo</a:t>
            </a:r>
            <a:r>
              <a:rPr kumimoji="1" lang="ja-JP" altLang="en-US" sz="900" dirty="0"/>
              <a:t>他</a:t>
            </a:r>
          </a:p>
        </p:txBody>
      </p:sp>
      <p:sp>
        <p:nvSpPr>
          <p:cNvPr id="484" name="四角形: 角を丸くする 483">
            <a:extLst>
              <a:ext uri="{FF2B5EF4-FFF2-40B4-BE49-F238E27FC236}">
                <a16:creationId xmlns:a16="http://schemas.microsoft.com/office/drawing/2014/main" id="{559E5E9B-7141-4C7C-8073-11087383D8F8}"/>
              </a:ext>
            </a:extLst>
          </p:cNvPr>
          <p:cNvSpPr/>
          <p:nvPr/>
        </p:nvSpPr>
        <p:spPr>
          <a:xfrm>
            <a:off x="7619054" y="1781315"/>
            <a:ext cx="567615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MES</a:t>
            </a:r>
            <a:endParaRPr kumimoji="1" lang="ja-JP" altLang="en-US" sz="900" dirty="0"/>
          </a:p>
        </p:txBody>
      </p:sp>
      <p:sp>
        <p:nvSpPr>
          <p:cNvPr id="610" name="四角形: 角を丸くする 609">
            <a:extLst>
              <a:ext uri="{FF2B5EF4-FFF2-40B4-BE49-F238E27FC236}">
                <a16:creationId xmlns:a16="http://schemas.microsoft.com/office/drawing/2014/main" id="{1988DAB3-BBEE-4792-BB5E-CC78FF98398D}"/>
              </a:ext>
            </a:extLst>
          </p:cNvPr>
          <p:cNvSpPr/>
          <p:nvPr/>
        </p:nvSpPr>
        <p:spPr>
          <a:xfrm>
            <a:off x="8937651" y="8992129"/>
            <a:ext cx="567615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900" dirty="0" err="1"/>
              <a:t>iVoc</a:t>
            </a:r>
            <a:endParaRPr kumimoji="1" lang="ja-JP" altLang="en-US" sz="900" dirty="0"/>
          </a:p>
        </p:txBody>
      </p:sp>
      <p:sp>
        <p:nvSpPr>
          <p:cNvPr id="611" name="正方形/長方形 610">
            <a:extLst>
              <a:ext uri="{FF2B5EF4-FFF2-40B4-BE49-F238E27FC236}">
                <a16:creationId xmlns:a16="http://schemas.microsoft.com/office/drawing/2014/main" id="{C1B25E91-CDA5-4B6A-B16A-6F02FE00A1C5}"/>
              </a:ext>
            </a:extLst>
          </p:cNvPr>
          <p:cNvSpPr/>
          <p:nvPr/>
        </p:nvSpPr>
        <p:spPr>
          <a:xfrm>
            <a:off x="11188924" y="6074142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連結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PSI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4" name="正方形/長方形 613">
            <a:extLst>
              <a:ext uri="{FF2B5EF4-FFF2-40B4-BE49-F238E27FC236}">
                <a16:creationId xmlns:a16="http://schemas.microsoft.com/office/drawing/2014/main" id="{ADA691A0-63F8-4907-A792-07BE0D08662C}"/>
              </a:ext>
            </a:extLst>
          </p:cNvPr>
          <p:cNvSpPr/>
          <p:nvPr/>
        </p:nvSpPr>
        <p:spPr>
          <a:xfrm>
            <a:off x="9895700" y="6061272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調達</a:t>
            </a:r>
          </a:p>
        </p:txBody>
      </p:sp>
      <p:sp>
        <p:nvSpPr>
          <p:cNvPr id="625" name="四角形: 角を丸くする 624">
            <a:extLst>
              <a:ext uri="{FF2B5EF4-FFF2-40B4-BE49-F238E27FC236}">
                <a16:creationId xmlns:a16="http://schemas.microsoft.com/office/drawing/2014/main" id="{A16D564B-9387-47F8-A40A-DFDF22A05DB7}"/>
              </a:ext>
            </a:extLst>
          </p:cNvPr>
          <p:cNvSpPr/>
          <p:nvPr/>
        </p:nvSpPr>
        <p:spPr>
          <a:xfrm>
            <a:off x="11201578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7" name="四角形: 角を丸くする 626">
            <a:extLst>
              <a:ext uri="{FF2B5EF4-FFF2-40B4-BE49-F238E27FC236}">
                <a16:creationId xmlns:a16="http://schemas.microsoft.com/office/drawing/2014/main" id="{67F65ADA-1BF1-4BCB-ADD3-83A5DF0216D4}"/>
              </a:ext>
            </a:extLst>
          </p:cNvPr>
          <p:cNvSpPr/>
          <p:nvPr/>
        </p:nvSpPr>
        <p:spPr>
          <a:xfrm>
            <a:off x="11381578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8" name="四角形: 角を丸くする 627">
            <a:extLst>
              <a:ext uri="{FF2B5EF4-FFF2-40B4-BE49-F238E27FC236}">
                <a16:creationId xmlns:a16="http://schemas.microsoft.com/office/drawing/2014/main" id="{52A95869-89C8-4686-9DA0-D5C2A1887990}"/>
              </a:ext>
            </a:extLst>
          </p:cNvPr>
          <p:cNvSpPr/>
          <p:nvPr/>
        </p:nvSpPr>
        <p:spPr>
          <a:xfrm>
            <a:off x="11561578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1" name="四角形: 角を丸くする 630">
            <a:extLst>
              <a:ext uri="{FF2B5EF4-FFF2-40B4-BE49-F238E27FC236}">
                <a16:creationId xmlns:a16="http://schemas.microsoft.com/office/drawing/2014/main" id="{BBA95E80-1A80-447A-8C80-ABCD8D61E1FA}"/>
              </a:ext>
            </a:extLst>
          </p:cNvPr>
          <p:cNvSpPr/>
          <p:nvPr/>
        </p:nvSpPr>
        <p:spPr>
          <a:xfrm>
            <a:off x="9907282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2" name="四角形: 角を丸くする 631">
            <a:extLst>
              <a:ext uri="{FF2B5EF4-FFF2-40B4-BE49-F238E27FC236}">
                <a16:creationId xmlns:a16="http://schemas.microsoft.com/office/drawing/2014/main" id="{9CFA1EC5-CF2E-4227-BE10-57951DD01D19}"/>
              </a:ext>
            </a:extLst>
          </p:cNvPr>
          <p:cNvSpPr/>
          <p:nvPr/>
        </p:nvSpPr>
        <p:spPr>
          <a:xfrm>
            <a:off x="10087282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6" name="四角形: 角を丸くする 635">
            <a:extLst>
              <a:ext uri="{FF2B5EF4-FFF2-40B4-BE49-F238E27FC236}">
                <a16:creationId xmlns:a16="http://schemas.microsoft.com/office/drawing/2014/main" id="{8389E373-A41B-440C-A31F-C7A7EF44A3EB}"/>
              </a:ext>
            </a:extLst>
          </p:cNvPr>
          <p:cNvSpPr/>
          <p:nvPr/>
        </p:nvSpPr>
        <p:spPr>
          <a:xfrm>
            <a:off x="10268642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7" name="四角形: 角を丸くする 636">
            <a:extLst>
              <a:ext uri="{FF2B5EF4-FFF2-40B4-BE49-F238E27FC236}">
                <a16:creationId xmlns:a16="http://schemas.microsoft.com/office/drawing/2014/main" id="{80B05C02-DB22-414C-B013-C253EC42F1DC}"/>
              </a:ext>
            </a:extLst>
          </p:cNvPr>
          <p:cNvSpPr/>
          <p:nvPr/>
        </p:nvSpPr>
        <p:spPr>
          <a:xfrm>
            <a:off x="11201578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8" name="四角形: 角を丸くする 637">
            <a:extLst>
              <a:ext uri="{FF2B5EF4-FFF2-40B4-BE49-F238E27FC236}">
                <a16:creationId xmlns:a16="http://schemas.microsoft.com/office/drawing/2014/main" id="{06784001-9508-479B-B580-91CAA314DD0C}"/>
              </a:ext>
            </a:extLst>
          </p:cNvPr>
          <p:cNvSpPr/>
          <p:nvPr/>
        </p:nvSpPr>
        <p:spPr>
          <a:xfrm>
            <a:off x="11381578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9" name="四角形: 角を丸くする 648">
            <a:extLst>
              <a:ext uri="{FF2B5EF4-FFF2-40B4-BE49-F238E27FC236}">
                <a16:creationId xmlns:a16="http://schemas.microsoft.com/office/drawing/2014/main" id="{F0BBED71-4957-4B1A-9317-11755D6AC239}"/>
              </a:ext>
            </a:extLst>
          </p:cNvPr>
          <p:cNvSpPr/>
          <p:nvPr/>
        </p:nvSpPr>
        <p:spPr>
          <a:xfrm>
            <a:off x="11561578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1" name="四角形: 角を丸くする 650">
            <a:extLst>
              <a:ext uri="{FF2B5EF4-FFF2-40B4-BE49-F238E27FC236}">
                <a16:creationId xmlns:a16="http://schemas.microsoft.com/office/drawing/2014/main" id="{5517752C-1C13-4913-A495-CA29E54A8601}"/>
              </a:ext>
            </a:extLst>
          </p:cNvPr>
          <p:cNvSpPr/>
          <p:nvPr/>
        </p:nvSpPr>
        <p:spPr>
          <a:xfrm>
            <a:off x="11201578" y="281105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2" name="四角形: 角を丸くする 651">
            <a:extLst>
              <a:ext uri="{FF2B5EF4-FFF2-40B4-BE49-F238E27FC236}">
                <a16:creationId xmlns:a16="http://schemas.microsoft.com/office/drawing/2014/main" id="{58B8E71D-0DC5-4886-9A15-7EEACBB25D66}"/>
              </a:ext>
            </a:extLst>
          </p:cNvPr>
          <p:cNvSpPr/>
          <p:nvPr/>
        </p:nvSpPr>
        <p:spPr>
          <a:xfrm>
            <a:off x="11381578" y="281105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3" name="四角形: 角を丸くする 652">
            <a:extLst>
              <a:ext uri="{FF2B5EF4-FFF2-40B4-BE49-F238E27FC236}">
                <a16:creationId xmlns:a16="http://schemas.microsoft.com/office/drawing/2014/main" id="{AE683BEB-A8CB-4686-BE1F-E1CE39B192E7}"/>
              </a:ext>
            </a:extLst>
          </p:cNvPr>
          <p:cNvSpPr/>
          <p:nvPr/>
        </p:nvSpPr>
        <p:spPr>
          <a:xfrm>
            <a:off x="11561578" y="281105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4" name="四角形: 角を丸くする 653">
            <a:extLst>
              <a:ext uri="{FF2B5EF4-FFF2-40B4-BE49-F238E27FC236}">
                <a16:creationId xmlns:a16="http://schemas.microsoft.com/office/drawing/2014/main" id="{927D1645-2DE8-425E-8F87-8EDEA2D696E8}"/>
              </a:ext>
            </a:extLst>
          </p:cNvPr>
          <p:cNvSpPr/>
          <p:nvPr/>
        </p:nvSpPr>
        <p:spPr>
          <a:xfrm>
            <a:off x="11741578" y="281105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5" name="四角形: 角を丸くする 654">
            <a:extLst>
              <a:ext uri="{FF2B5EF4-FFF2-40B4-BE49-F238E27FC236}">
                <a16:creationId xmlns:a16="http://schemas.microsoft.com/office/drawing/2014/main" id="{C2042C2D-7B0C-415C-8382-A6C71ACD08B8}"/>
              </a:ext>
            </a:extLst>
          </p:cNvPr>
          <p:cNvSpPr/>
          <p:nvPr/>
        </p:nvSpPr>
        <p:spPr>
          <a:xfrm>
            <a:off x="11921578" y="281105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60" name="四角形: 角を丸くする 659">
            <a:extLst>
              <a:ext uri="{FF2B5EF4-FFF2-40B4-BE49-F238E27FC236}">
                <a16:creationId xmlns:a16="http://schemas.microsoft.com/office/drawing/2014/main" id="{1B22712B-5D2F-4017-94C2-CD7F73A5CF2C}"/>
              </a:ext>
            </a:extLst>
          </p:cNvPr>
          <p:cNvSpPr/>
          <p:nvPr/>
        </p:nvSpPr>
        <p:spPr>
          <a:xfrm>
            <a:off x="11741578" y="609164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61" name="四角形: 角を丸くする 660">
            <a:extLst>
              <a:ext uri="{FF2B5EF4-FFF2-40B4-BE49-F238E27FC236}">
                <a16:creationId xmlns:a16="http://schemas.microsoft.com/office/drawing/2014/main" id="{AC3D181D-3E50-41F5-AE1D-5DDD92503A79}"/>
              </a:ext>
            </a:extLst>
          </p:cNvPr>
          <p:cNvSpPr/>
          <p:nvPr/>
        </p:nvSpPr>
        <p:spPr>
          <a:xfrm>
            <a:off x="11921578" y="609164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62" name="四角形: 角を丸くする 661">
            <a:extLst>
              <a:ext uri="{FF2B5EF4-FFF2-40B4-BE49-F238E27FC236}">
                <a16:creationId xmlns:a16="http://schemas.microsoft.com/office/drawing/2014/main" id="{A56F492A-1A86-4F2C-B68A-073A69A82BBA}"/>
              </a:ext>
            </a:extLst>
          </p:cNvPr>
          <p:cNvSpPr/>
          <p:nvPr/>
        </p:nvSpPr>
        <p:spPr>
          <a:xfrm>
            <a:off x="12101578" y="609164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7" name="四角形: 角を丸くする 566">
            <a:extLst>
              <a:ext uri="{FF2B5EF4-FFF2-40B4-BE49-F238E27FC236}">
                <a16:creationId xmlns:a16="http://schemas.microsoft.com/office/drawing/2014/main" id="{A46433F2-91AA-44C2-9380-18B0E1376081}"/>
              </a:ext>
            </a:extLst>
          </p:cNvPr>
          <p:cNvSpPr/>
          <p:nvPr/>
        </p:nvSpPr>
        <p:spPr>
          <a:xfrm>
            <a:off x="485775" y="624600"/>
            <a:ext cx="10163026" cy="504000"/>
          </a:xfrm>
          <a:prstGeom prst="roundRect">
            <a:avLst>
              <a:gd name="adj" fmla="val 11365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プロセスは、原則方針として極力シンプル化を志向　</a:t>
            </a:r>
            <a:r>
              <a:rPr kumimoji="1" lang="en-US" altLang="ja-JP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グレー字は</a:t>
            </a:r>
            <a:r>
              <a:rPr kumimoji="1" lang="en-US" altLang="ja-JP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earth</a:t>
            </a: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プロジェクトの範囲外</a:t>
            </a:r>
            <a:r>
              <a:rPr kumimoji="1" lang="en-US" altLang="ja-JP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    は変革要件を表し、　の密度が大きいプロセスは複数の改革を推進</a:t>
            </a:r>
            <a:endParaRPr kumimoji="1" lang="en-US" altLang="ja-JP" sz="14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68" name="楕円 667">
            <a:extLst>
              <a:ext uri="{FF2B5EF4-FFF2-40B4-BE49-F238E27FC236}">
                <a16:creationId xmlns:a16="http://schemas.microsoft.com/office/drawing/2014/main" id="{D751E67E-F3BB-46B3-9F6B-D2522551FAFF}"/>
              </a:ext>
            </a:extLst>
          </p:cNvPr>
          <p:cNvSpPr/>
          <p:nvPr/>
        </p:nvSpPr>
        <p:spPr>
          <a:xfrm>
            <a:off x="754320" y="912600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69" name="楕円 668">
            <a:extLst>
              <a:ext uri="{FF2B5EF4-FFF2-40B4-BE49-F238E27FC236}">
                <a16:creationId xmlns:a16="http://schemas.microsoft.com/office/drawing/2014/main" id="{4E7592DD-D157-407E-B5F1-3E6FA523777A}"/>
              </a:ext>
            </a:extLst>
          </p:cNvPr>
          <p:cNvSpPr/>
          <p:nvPr/>
        </p:nvSpPr>
        <p:spPr>
          <a:xfrm>
            <a:off x="2548800" y="912600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9" name="四角形: 角を丸くする 458">
            <a:extLst>
              <a:ext uri="{FF2B5EF4-FFF2-40B4-BE49-F238E27FC236}">
                <a16:creationId xmlns:a16="http://schemas.microsoft.com/office/drawing/2014/main" id="{44CC0255-520B-41E0-B005-1B72EA9A6A74}"/>
              </a:ext>
            </a:extLst>
          </p:cNvPr>
          <p:cNvSpPr/>
          <p:nvPr/>
        </p:nvSpPr>
        <p:spPr>
          <a:xfrm>
            <a:off x="5876460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2" name="四角形: 角を丸くする 461">
            <a:extLst>
              <a:ext uri="{FF2B5EF4-FFF2-40B4-BE49-F238E27FC236}">
                <a16:creationId xmlns:a16="http://schemas.microsoft.com/office/drawing/2014/main" id="{CA948C84-1E71-4AC7-BCBE-CCD68E9F634C}"/>
              </a:ext>
            </a:extLst>
          </p:cNvPr>
          <p:cNvSpPr/>
          <p:nvPr/>
        </p:nvSpPr>
        <p:spPr>
          <a:xfrm>
            <a:off x="6056460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4" name="四角形: 角を丸くする 463">
            <a:extLst>
              <a:ext uri="{FF2B5EF4-FFF2-40B4-BE49-F238E27FC236}">
                <a16:creationId xmlns:a16="http://schemas.microsoft.com/office/drawing/2014/main" id="{3128D0F0-B37A-4633-B255-D203C40F9C24}"/>
              </a:ext>
            </a:extLst>
          </p:cNvPr>
          <p:cNvSpPr/>
          <p:nvPr/>
        </p:nvSpPr>
        <p:spPr>
          <a:xfrm>
            <a:off x="6236460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8" name="四角形: 角を丸くする 467">
            <a:extLst>
              <a:ext uri="{FF2B5EF4-FFF2-40B4-BE49-F238E27FC236}">
                <a16:creationId xmlns:a16="http://schemas.microsoft.com/office/drawing/2014/main" id="{E2015FF8-A10E-4C7C-8A78-3A421AFE5075}"/>
              </a:ext>
            </a:extLst>
          </p:cNvPr>
          <p:cNvSpPr/>
          <p:nvPr/>
        </p:nvSpPr>
        <p:spPr>
          <a:xfrm>
            <a:off x="4588021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71" name="四角形: 角を丸くする 470">
            <a:extLst>
              <a:ext uri="{FF2B5EF4-FFF2-40B4-BE49-F238E27FC236}">
                <a16:creationId xmlns:a16="http://schemas.microsoft.com/office/drawing/2014/main" id="{FB5B67EE-F004-43EF-A979-FF0A2FB7F849}"/>
              </a:ext>
            </a:extLst>
          </p:cNvPr>
          <p:cNvSpPr/>
          <p:nvPr/>
        </p:nvSpPr>
        <p:spPr>
          <a:xfrm>
            <a:off x="4768021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73" name="四角形: 角を丸くする 472">
            <a:extLst>
              <a:ext uri="{FF2B5EF4-FFF2-40B4-BE49-F238E27FC236}">
                <a16:creationId xmlns:a16="http://schemas.microsoft.com/office/drawing/2014/main" id="{42503B80-F895-468F-9A07-E1474DDDFBAE}"/>
              </a:ext>
            </a:extLst>
          </p:cNvPr>
          <p:cNvSpPr/>
          <p:nvPr/>
        </p:nvSpPr>
        <p:spPr>
          <a:xfrm>
            <a:off x="3612254" y="8726962"/>
            <a:ext cx="4506893" cy="420492"/>
          </a:xfrm>
          <a:prstGeom prst="roundRect">
            <a:avLst/>
          </a:prstGeom>
          <a:solidFill>
            <a:srgbClr val="CCFF66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コールセンター</a:t>
            </a:r>
          </a:p>
        </p:txBody>
      </p:sp>
      <p:sp>
        <p:nvSpPr>
          <p:cNvPr id="480" name="四角形: 角を丸くする 479">
            <a:extLst>
              <a:ext uri="{FF2B5EF4-FFF2-40B4-BE49-F238E27FC236}">
                <a16:creationId xmlns:a16="http://schemas.microsoft.com/office/drawing/2014/main" id="{51EEE584-EE9A-43C1-ABBE-EACAF0E56235}"/>
              </a:ext>
            </a:extLst>
          </p:cNvPr>
          <p:cNvSpPr/>
          <p:nvPr/>
        </p:nvSpPr>
        <p:spPr>
          <a:xfrm>
            <a:off x="4301395" y="7213991"/>
            <a:ext cx="5203919" cy="459669"/>
          </a:xfrm>
          <a:prstGeom prst="roundRect">
            <a:avLst/>
          </a:prstGeom>
          <a:solidFill>
            <a:srgbClr val="FFCC66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200" b="1" dirty="0">
              <a:solidFill>
                <a:srgbClr val="000000"/>
              </a:solidFill>
            </a:endParaRPr>
          </a:p>
        </p:txBody>
      </p:sp>
      <p:sp>
        <p:nvSpPr>
          <p:cNvPr id="481" name="四角形: 角を丸くする 480">
            <a:extLst>
              <a:ext uri="{FF2B5EF4-FFF2-40B4-BE49-F238E27FC236}">
                <a16:creationId xmlns:a16="http://schemas.microsoft.com/office/drawing/2014/main" id="{5BA33869-124A-42E3-8F73-0B03AFB9A680}"/>
              </a:ext>
            </a:extLst>
          </p:cNvPr>
          <p:cNvSpPr/>
          <p:nvPr/>
        </p:nvSpPr>
        <p:spPr>
          <a:xfrm>
            <a:off x="3093311" y="7673660"/>
            <a:ext cx="5062240" cy="459669"/>
          </a:xfrm>
          <a:prstGeom prst="roundRect">
            <a:avLst/>
          </a:prstGeom>
          <a:solidFill>
            <a:srgbClr val="FFCC66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200" b="1" dirty="0">
              <a:solidFill>
                <a:srgbClr val="000000"/>
              </a:solidFill>
            </a:endParaRPr>
          </a:p>
        </p:txBody>
      </p:sp>
      <p:sp>
        <p:nvSpPr>
          <p:cNvPr id="482" name="四角形: 角を丸くする 481">
            <a:extLst>
              <a:ext uri="{FF2B5EF4-FFF2-40B4-BE49-F238E27FC236}">
                <a16:creationId xmlns:a16="http://schemas.microsoft.com/office/drawing/2014/main" id="{4E3A2DFF-7663-418F-9C75-04CCF96F1893}"/>
              </a:ext>
            </a:extLst>
          </p:cNvPr>
          <p:cNvSpPr/>
          <p:nvPr/>
        </p:nvSpPr>
        <p:spPr>
          <a:xfrm>
            <a:off x="4577071" y="7505151"/>
            <a:ext cx="2168072" cy="29430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ソリューション</a:t>
            </a:r>
          </a:p>
        </p:txBody>
      </p:sp>
      <p:sp>
        <p:nvSpPr>
          <p:cNvPr id="486" name="四角形: 角を丸くする 485">
            <a:extLst>
              <a:ext uri="{FF2B5EF4-FFF2-40B4-BE49-F238E27FC236}">
                <a16:creationId xmlns:a16="http://schemas.microsoft.com/office/drawing/2014/main" id="{94702385-295E-4E44-B69F-E5A4C845C410}"/>
              </a:ext>
            </a:extLst>
          </p:cNvPr>
          <p:cNvSpPr/>
          <p:nvPr/>
        </p:nvSpPr>
        <p:spPr>
          <a:xfrm>
            <a:off x="1557776" y="4877296"/>
            <a:ext cx="468000" cy="3019304"/>
          </a:xfrm>
          <a:prstGeom prst="roundRect">
            <a:avLst/>
          </a:prstGeom>
          <a:solidFill>
            <a:srgbClr val="FFFF99">
              <a:alpha val="50000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販売</a:t>
            </a:r>
            <a:br>
              <a:rPr kumimoji="1" lang="en-US" altLang="ja-JP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事務</a:t>
            </a:r>
            <a:br>
              <a:rPr kumimoji="1" lang="en-US" altLang="ja-JP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・</a:t>
            </a:r>
            <a:br>
              <a:rPr kumimoji="1" lang="en-US" altLang="ja-JP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料金</a:t>
            </a:r>
            <a:br>
              <a:rPr kumimoji="1" lang="en-US" altLang="ja-JP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計算</a:t>
            </a:r>
          </a:p>
          <a:p>
            <a:pPr algn="ctr"/>
            <a:endParaRPr kumimoji="1" lang="ja-JP" altLang="en-US" sz="1200" b="1" dirty="0">
              <a:solidFill>
                <a:srgbClr val="000000"/>
              </a:solidFill>
            </a:endParaRPr>
          </a:p>
        </p:txBody>
      </p:sp>
      <p:sp>
        <p:nvSpPr>
          <p:cNvPr id="487" name="四角形: 角を丸くする 486">
            <a:extLst>
              <a:ext uri="{FF2B5EF4-FFF2-40B4-BE49-F238E27FC236}">
                <a16:creationId xmlns:a16="http://schemas.microsoft.com/office/drawing/2014/main" id="{1E393F67-0C77-4E8F-80FA-F090A6549003}"/>
              </a:ext>
            </a:extLst>
          </p:cNvPr>
          <p:cNvSpPr/>
          <p:nvPr/>
        </p:nvSpPr>
        <p:spPr>
          <a:xfrm>
            <a:off x="3097192" y="8760600"/>
            <a:ext cx="504000" cy="720000"/>
          </a:xfrm>
          <a:prstGeom prst="roundRect">
            <a:avLst/>
          </a:prstGeom>
          <a:solidFill>
            <a:srgbClr val="FFFF99">
              <a:alpha val="50000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販売</a:t>
            </a:r>
            <a:br>
              <a:rPr kumimoji="1" lang="ja-JP" altLang="en-US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事務</a:t>
            </a:r>
            <a:br>
              <a:rPr kumimoji="1" lang="ja-JP" altLang="en-US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・</a:t>
            </a:r>
            <a:br>
              <a:rPr kumimoji="1" lang="ja-JP" altLang="en-US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料金</a:t>
            </a:r>
            <a:br>
              <a:rPr kumimoji="1" lang="ja-JP" altLang="en-US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計算</a:t>
            </a:r>
          </a:p>
        </p:txBody>
      </p:sp>
      <p:sp>
        <p:nvSpPr>
          <p:cNvPr id="497" name="楕円 496">
            <a:extLst>
              <a:ext uri="{FF2B5EF4-FFF2-40B4-BE49-F238E27FC236}">
                <a16:creationId xmlns:a16="http://schemas.microsoft.com/office/drawing/2014/main" id="{1D1034B3-525E-47E7-86FA-37487E8D09F2}"/>
              </a:ext>
            </a:extLst>
          </p:cNvPr>
          <p:cNvSpPr/>
          <p:nvPr/>
        </p:nvSpPr>
        <p:spPr>
          <a:xfrm>
            <a:off x="6256800" y="36000"/>
            <a:ext cx="2376000" cy="587888"/>
          </a:xfrm>
          <a:prstGeom prst="ellipse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800" b="1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各領域の識別例</a:t>
            </a:r>
          </a:p>
        </p:txBody>
      </p:sp>
      <p:sp>
        <p:nvSpPr>
          <p:cNvPr id="498" name="正方形/長方形 497">
            <a:extLst>
              <a:ext uri="{FF2B5EF4-FFF2-40B4-BE49-F238E27FC236}">
                <a16:creationId xmlns:a16="http://schemas.microsoft.com/office/drawing/2014/main" id="{30F2ACF7-1B49-4240-9067-AEF767D74A37}"/>
              </a:ext>
            </a:extLst>
          </p:cNvPr>
          <p:cNvSpPr/>
          <p:nvPr/>
        </p:nvSpPr>
        <p:spPr>
          <a:xfrm>
            <a:off x="8741936" y="48600"/>
            <a:ext cx="1675636" cy="492285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800" b="1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DRAFT</a:t>
            </a:r>
            <a:endParaRPr kumimoji="1" lang="ja-JP" altLang="en-US" sz="12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18" name="四角形: 角を丸くする 517">
            <a:extLst>
              <a:ext uri="{FF2B5EF4-FFF2-40B4-BE49-F238E27FC236}">
                <a16:creationId xmlns:a16="http://schemas.microsoft.com/office/drawing/2014/main" id="{9FE62152-9407-4477-A4C7-92DB2A580014}"/>
              </a:ext>
            </a:extLst>
          </p:cNvPr>
          <p:cNvSpPr/>
          <p:nvPr/>
        </p:nvSpPr>
        <p:spPr>
          <a:xfrm>
            <a:off x="13450850" y="1714915"/>
            <a:ext cx="1157950" cy="481964"/>
          </a:xfrm>
          <a:prstGeom prst="roundRect">
            <a:avLst/>
          </a:prstGeom>
          <a:solidFill>
            <a:srgbClr val="FFFF99">
              <a:alpha val="50000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販売事務・</a:t>
            </a:r>
            <a:br>
              <a:rPr kumimoji="1" lang="en-US" altLang="ja-JP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料金計算</a:t>
            </a:r>
          </a:p>
        </p:txBody>
      </p:sp>
      <p:sp>
        <p:nvSpPr>
          <p:cNvPr id="519" name="四角形: 角を丸くする 518">
            <a:extLst>
              <a:ext uri="{FF2B5EF4-FFF2-40B4-BE49-F238E27FC236}">
                <a16:creationId xmlns:a16="http://schemas.microsoft.com/office/drawing/2014/main" id="{31C373EF-5BD2-4D5E-9C66-6D14828C3165}"/>
              </a:ext>
            </a:extLst>
          </p:cNvPr>
          <p:cNvSpPr/>
          <p:nvPr/>
        </p:nvSpPr>
        <p:spPr>
          <a:xfrm>
            <a:off x="13450850" y="2196879"/>
            <a:ext cx="1157950" cy="481964"/>
          </a:xfrm>
          <a:prstGeom prst="roundRect">
            <a:avLst/>
          </a:prstGeom>
          <a:solidFill>
            <a:srgbClr val="CCFF66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コールセンター</a:t>
            </a:r>
          </a:p>
        </p:txBody>
      </p:sp>
      <p:sp>
        <p:nvSpPr>
          <p:cNvPr id="520" name="四角形: 角を丸くする 519">
            <a:extLst>
              <a:ext uri="{FF2B5EF4-FFF2-40B4-BE49-F238E27FC236}">
                <a16:creationId xmlns:a16="http://schemas.microsoft.com/office/drawing/2014/main" id="{F4FCB58D-FF51-4096-8CC5-51E67FB0A7E3}"/>
              </a:ext>
            </a:extLst>
          </p:cNvPr>
          <p:cNvSpPr/>
          <p:nvPr/>
        </p:nvSpPr>
        <p:spPr>
          <a:xfrm>
            <a:off x="13450850" y="2678843"/>
            <a:ext cx="1157950" cy="481964"/>
          </a:xfrm>
          <a:prstGeom prst="roundRect">
            <a:avLst/>
          </a:prstGeom>
          <a:solidFill>
            <a:srgbClr val="00B050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サービス</a:t>
            </a:r>
          </a:p>
        </p:txBody>
      </p:sp>
      <p:sp>
        <p:nvSpPr>
          <p:cNvPr id="521" name="四角形: 角を丸くする 520">
            <a:extLst>
              <a:ext uri="{FF2B5EF4-FFF2-40B4-BE49-F238E27FC236}">
                <a16:creationId xmlns:a16="http://schemas.microsoft.com/office/drawing/2014/main" id="{5C1C411C-5068-4401-93D9-6DC3594CF023}"/>
              </a:ext>
            </a:extLst>
          </p:cNvPr>
          <p:cNvSpPr/>
          <p:nvPr/>
        </p:nvSpPr>
        <p:spPr>
          <a:xfrm>
            <a:off x="13450850" y="750987"/>
            <a:ext cx="1157950" cy="481964"/>
          </a:xfrm>
          <a:prstGeom prst="roundRect">
            <a:avLst/>
          </a:prstGeom>
          <a:solidFill>
            <a:srgbClr val="FF9999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営業</a:t>
            </a:r>
          </a:p>
        </p:txBody>
      </p:sp>
      <p:sp>
        <p:nvSpPr>
          <p:cNvPr id="522" name="四角形: 角を丸くする 521">
            <a:extLst>
              <a:ext uri="{FF2B5EF4-FFF2-40B4-BE49-F238E27FC236}">
                <a16:creationId xmlns:a16="http://schemas.microsoft.com/office/drawing/2014/main" id="{AECD0F65-CF90-44FC-96F7-F7E4A375A2D4}"/>
              </a:ext>
            </a:extLst>
          </p:cNvPr>
          <p:cNvSpPr/>
          <p:nvPr/>
        </p:nvSpPr>
        <p:spPr>
          <a:xfrm>
            <a:off x="13450850" y="3160807"/>
            <a:ext cx="1157950" cy="481964"/>
          </a:xfrm>
          <a:prstGeom prst="roundRect">
            <a:avLst/>
          </a:prstGeom>
          <a:solidFill>
            <a:srgbClr val="CCCCFF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調達</a:t>
            </a:r>
          </a:p>
        </p:txBody>
      </p:sp>
      <p:sp>
        <p:nvSpPr>
          <p:cNvPr id="523" name="四角形: 角を丸くする 522">
            <a:extLst>
              <a:ext uri="{FF2B5EF4-FFF2-40B4-BE49-F238E27FC236}">
                <a16:creationId xmlns:a16="http://schemas.microsoft.com/office/drawing/2014/main" id="{D1AFF649-76BE-4B2A-862A-A199AF16902A}"/>
              </a:ext>
            </a:extLst>
          </p:cNvPr>
          <p:cNvSpPr/>
          <p:nvPr/>
        </p:nvSpPr>
        <p:spPr>
          <a:xfrm>
            <a:off x="13450850" y="3642771"/>
            <a:ext cx="1157950" cy="481964"/>
          </a:xfrm>
          <a:prstGeom prst="roundRect">
            <a:avLst/>
          </a:prstGeom>
          <a:solidFill>
            <a:schemeClr val="accent3">
              <a:lumMod val="75000"/>
              <a:alpha val="49804"/>
            </a:scheme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需給・物流</a:t>
            </a:r>
          </a:p>
        </p:txBody>
      </p:sp>
      <p:sp>
        <p:nvSpPr>
          <p:cNvPr id="524" name="四角形: 角を丸くする 523">
            <a:extLst>
              <a:ext uri="{FF2B5EF4-FFF2-40B4-BE49-F238E27FC236}">
                <a16:creationId xmlns:a16="http://schemas.microsoft.com/office/drawing/2014/main" id="{E23291E9-FD4F-49F0-A93C-58A7ED3274DB}"/>
              </a:ext>
            </a:extLst>
          </p:cNvPr>
          <p:cNvSpPr/>
          <p:nvPr/>
        </p:nvSpPr>
        <p:spPr>
          <a:xfrm>
            <a:off x="13450850" y="1232951"/>
            <a:ext cx="1157950" cy="481964"/>
          </a:xfrm>
          <a:prstGeom prst="roundRect">
            <a:avLst/>
          </a:prstGeom>
          <a:solidFill>
            <a:srgbClr val="FFCC66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ソリューション</a:t>
            </a:r>
          </a:p>
        </p:txBody>
      </p:sp>
      <p:sp>
        <p:nvSpPr>
          <p:cNvPr id="526" name="四角形: 角を丸くする 525">
            <a:extLst>
              <a:ext uri="{FF2B5EF4-FFF2-40B4-BE49-F238E27FC236}">
                <a16:creationId xmlns:a16="http://schemas.microsoft.com/office/drawing/2014/main" id="{FA01BA37-575F-48E7-8603-779C75FC03E0}"/>
              </a:ext>
            </a:extLst>
          </p:cNvPr>
          <p:cNvSpPr/>
          <p:nvPr/>
        </p:nvSpPr>
        <p:spPr>
          <a:xfrm>
            <a:off x="13450850" y="4124735"/>
            <a:ext cx="1157950" cy="481964"/>
          </a:xfrm>
          <a:prstGeom prst="roundRect">
            <a:avLst/>
          </a:prstGeom>
          <a:solidFill>
            <a:srgbClr val="EAEAEA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ファイナンス</a:t>
            </a:r>
          </a:p>
        </p:txBody>
      </p:sp>
      <p:sp>
        <p:nvSpPr>
          <p:cNvPr id="527" name="四角形: 角を丸くする 526">
            <a:extLst>
              <a:ext uri="{FF2B5EF4-FFF2-40B4-BE49-F238E27FC236}">
                <a16:creationId xmlns:a16="http://schemas.microsoft.com/office/drawing/2014/main" id="{7EC2F009-380F-4A07-AF18-F811044DD870}"/>
              </a:ext>
            </a:extLst>
          </p:cNvPr>
          <p:cNvSpPr/>
          <p:nvPr/>
        </p:nvSpPr>
        <p:spPr>
          <a:xfrm>
            <a:off x="4388626" y="5394521"/>
            <a:ext cx="1034420" cy="254256"/>
          </a:xfrm>
          <a:prstGeom prst="roundRect">
            <a:avLst/>
          </a:prstGeom>
          <a:solidFill>
            <a:srgbClr val="CCFF66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コールセンター</a:t>
            </a:r>
          </a:p>
        </p:txBody>
      </p:sp>
      <p:sp>
        <p:nvSpPr>
          <p:cNvPr id="528" name="四角形: 角を丸くする 527">
            <a:extLst>
              <a:ext uri="{FF2B5EF4-FFF2-40B4-BE49-F238E27FC236}">
                <a16:creationId xmlns:a16="http://schemas.microsoft.com/office/drawing/2014/main" id="{0297D303-AAE3-4332-B043-7A9D6420E6BE}"/>
              </a:ext>
            </a:extLst>
          </p:cNvPr>
          <p:cNvSpPr/>
          <p:nvPr/>
        </p:nvSpPr>
        <p:spPr>
          <a:xfrm>
            <a:off x="6990696" y="5360777"/>
            <a:ext cx="1034420" cy="459464"/>
          </a:xfrm>
          <a:prstGeom prst="roundRect">
            <a:avLst/>
          </a:prstGeom>
          <a:solidFill>
            <a:srgbClr val="CCFF66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コールセンター</a:t>
            </a:r>
          </a:p>
        </p:txBody>
      </p:sp>
      <p:sp>
        <p:nvSpPr>
          <p:cNvPr id="529" name="四角形: 角を丸くする 528">
            <a:extLst>
              <a:ext uri="{FF2B5EF4-FFF2-40B4-BE49-F238E27FC236}">
                <a16:creationId xmlns:a16="http://schemas.microsoft.com/office/drawing/2014/main" id="{4EBD0840-44BB-45C0-B821-62F1F6A8883E}"/>
              </a:ext>
            </a:extLst>
          </p:cNvPr>
          <p:cNvSpPr/>
          <p:nvPr/>
        </p:nvSpPr>
        <p:spPr>
          <a:xfrm>
            <a:off x="3073452" y="6224973"/>
            <a:ext cx="1102380" cy="442030"/>
          </a:xfrm>
          <a:prstGeom prst="roundRect">
            <a:avLst/>
          </a:prstGeom>
          <a:solidFill>
            <a:srgbClr val="CCFF66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コールセンター</a:t>
            </a:r>
          </a:p>
        </p:txBody>
      </p:sp>
      <p:sp>
        <p:nvSpPr>
          <p:cNvPr id="530" name="四角形: 角を丸くする 529">
            <a:extLst>
              <a:ext uri="{FF2B5EF4-FFF2-40B4-BE49-F238E27FC236}">
                <a16:creationId xmlns:a16="http://schemas.microsoft.com/office/drawing/2014/main" id="{4B6D1290-8805-4499-A1AB-3984EF637DFD}"/>
              </a:ext>
            </a:extLst>
          </p:cNvPr>
          <p:cNvSpPr/>
          <p:nvPr/>
        </p:nvSpPr>
        <p:spPr>
          <a:xfrm>
            <a:off x="1557776" y="4589296"/>
            <a:ext cx="468000" cy="288000"/>
          </a:xfrm>
          <a:prstGeom prst="roundRect">
            <a:avLst/>
          </a:prstGeom>
          <a:solidFill>
            <a:srgbClr val="00B050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サービス</a:t>
            </a:r>
          </a:p>
        </p:txBody>
      </p:sp>
      <p:sp>
        <p:nvSpPr>
          <p:cNvPr id="531" name="四角形: 角を丸くする 530">
            <a:extLst>
              <a:ext uri="{FF2B5EF4-FFF2-40B4-BE49-F238E27FC236}">
                <a16:creationId xmlns:a16="http://schemas.microsoft.com/office/drawing/2014/main" id="{D9F14BC1-FEEC-44D7-BDDB-3C180C1A6992}"/>
              </a:ext>
            </a:extLst>
          </p:cNvPr>
          <p:cNvSpPr/>
          <p:nvPr/>
        </p:nvSpPr>
        <p:spPr>
          <a:xfrm>
            <a:off x="4439164" y="5648776"/>
            <a:ext cx="2264312" cy="212995"/>
          </a:xfrm>
          <a:prstGeom prst="roundRect">
            <a:avLst/>
          </a:prstGeom>
          <a:solidFill>
            <a:srgbClr val="00B050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サービス</a:t>
            </a:r>
          </a:p>
        </p:txBody>
      </p:sp>
      <p:sp>
        <p:nvSpPr>
          <p:cNvPr id="532" name="四角形: 角を丸くする 531">
            <a:extLst>
              <a:ext uri="{FF2B5EF4-FFF2-40B4-BE49-F238E27FC236}">
                <a16:creationId xmlns:a16="http://schemas.microsoft.com/office/drawing/2014/main" id="{052D751A-E24F-4E7F-A277-5E16DE5D76EB}"/>
              </a:ext>
            </a:extLst>
          </p:cNvPr>
          <p:cNvSpPr/>
          <p:nvPr/>
        </p:nvSpPr>
        <p:spPr>
          <a:xfrm>
            <a:off x="3115199" y="6163843"/>
            <a:ext cx="6440872" cy="339096"/>
          </a:xfrm>
          <a:prstGeom prst="roundRect">
            <a:avLst/>
          </a:prstGeom>
          <a:solidFill>
            <a:srgbClr val="00B050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サービス</a:t>
            </a:r>
          </a:p>
        </p:txBody>
      </p:sp>
      <p:sp>
        <p:nvSpPr>
          <p:cNvPr id="533" name="四角形: 角を丸くする 532">
            <a:extLst>
              <a:ext uri="{FF2B5EF4-FFF2-40B4-BE49-F238E27FC236}">
                <a16:creationId xmlns:a16="http://schemas.microsoft.com/office/drawing/2014/main" id="{0DA86239-C587-4C08-8E2B-4850E35E4CEF}"/>
              </a:ext>
            </a:extLst>
          </p:cNvPr>
          <p:cNvSpPr/>
          <p:nvPr/>
        </p:nvSpPr>
        <p:spPr>
          <a:xfrm>
            <a:off x="9780579" y="1458960"/>
            <a:ext cx="2612837" cy="3159404"/>
          </a:xfrm>
          <a:prstGeom prst="roundRect">
            <a:avLst>
              <a:gd name="adj" fmla="val 5330"/>
            </a:avLst>
          </a:prstGeom>
          <a:solidFill>
            <a:srgbClr val="EAEAEA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ファイナンス</a:t>
            </a:r>
          </a:p>
        </p:txBody>
      </p:sp>
      <p:sp>
        <p:nvSpPr>
          <p:cNvPr id="534" name="四角形: 角を丸くする 533">
            <a:extLst>
              <a:ext uri="{FF2B5EF4-FFF2-40B4-BE49-F238E27FC236}">
                <a16:creationId xmlns:a16="http://schemas.microsoft.com/office/drawing/2014/main" id="{00875D07-1751-4D86-A1F3-27B1633B0AF8}"/>
              </a:ext>
            </a:extLst>
          </p:cNvPr>
          <p:cNvSpPr/>
          <p:nvPr/>
        </p:nvSpPr>
        <p:spPr>
          <a:xfrm>
            <a:off x="1089776" y="3584411"/>
            <a:ext cx="468000" cy="3341302"/>
          </a:xfrm>
          <a:prstGeom prst="roundRect">
            <a:avLst/>
          </a:prstGeom>
          <a:solidFill>
            <a:srgbClr val="FF9999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営業</a:t>
            </a:r>
          </a:p>
        </p:txBody>
      </p:sp>
      <p:sp>
        <p:nvSpPr>
          <p:cNvPr id="535" name="四角形: 角を丸くする 534">
            <a:extLst>
              <a:ext uri="{FF2B5EF4-FFF2-40B4-BE49-F238E27FC236}">
                <a16:creationId xmlns:a16="http://schemas.microsoft.com/office/drawing/2014/main" id="{A371541E-B404-416D-8755-E18B18EAE9A0}"/>
              </a:ext>
            </a:extLst>
          </p:cNvPr>
          <p:cNvSpPr/>
          <p:nvPr/>
        </p:nvSpPr>
        <p:spPr>
          <a:xfrm>
            <a:off x="2196013" y="4062479"/>
            <a:ext cx="392518" cy="3338306"/>
          </a:xfrm>
          <a:prstGeom prst="roundRect">
            <a:avLst/>
          </a:prstGeom>
          <a:solidFill>
            <a:srgbClr val="FF9999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営業</a:t>
            </a:r>
          </a:p>
        </p:txBody>
      </p:sp>
      <p:sp>
        <p:nvSpPr>
          <p:cNvPr id="536" name="四角形: 角を丸くする 535">
            <a:extLst>
              <a:ext uri="{FF2B5EF4-FFF2-40B4-BE49-F238E27FC236}">
                <a16:creationId xmlns:a16="http://schemas.microsoft.com/office/drawing/2014/main" id="{93083571-194C-4CEA-B665-C4DEBD03B653}"/>
              </a:ext>
            </a:extLst>
          </p:cNvPr>
          <p:cNvSpPr/>
          <p:nvPr/>
        </p:nvSpPr>
        <p:spPr>
          <a:xfrm>
            <a:off x="944128" y="8956097"/>
            <a:ext cx="1162798" cy="438798"/>
          </a:xfrm>
          <a:prstGeom prst="roundRect">
            <a:avLst/>
          </a:prstGeom>
          <a:solidFill>
            <a:srgbClr val="FF9999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営業</a:t>
            </a:r>
          </a:p>
        </p:txBody>
      </p:sp>
      <p:sp>
        <p:nvSpPr>
          <p:cNvPr id="539" name="四角形: 角を丸くする 538">
            <a:extLst>
              <a:ext uri="{FF2B5EF4-FFF2-40B4-BE49-F238E27FC236}">
                <a16:creationId xmlns:a16="http://schemas.microsoft.com/office/drawing/2014/main" id="{A46E0D18-3BAE-4760-9189-021F92F5D719}"/>
              </a:ext>
            </a:extLst>
          </p:cNvPr>
          <p:cNvSpPr/>
          <p:nvPr/>
        </p:nvSpPr>
        <p:spPr>
          <a:xfrm>
            <a:off x="944128" y="7977839"/>
            <a:ext cx="1162798" cy="438798"/>
          </a:xfrm>
          <a:prstGeom prst="roundRect">
            <a:avLst/>
          </a:prstGeom>
          <a:solidFill>
            <a:srgbClr val="FF9999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営業</a:t>
            </a:r>
          </a:p>
        </p:txBody>
      </p:sp>
      <p:sp>
        <p:nvSpPr>
          <p:cNvPr id="548" name="四角形: 角を丸くする 547">
            <a:extLst>
              <a:ext uri="{FF2B5EF4-FFF2-40B4-BE49-F238E27FC236}">
                <a16:creationId xmlns:a16="http://schemas.microsoft.com/office/drawing/2014/main" id="{6172F676-0748-4462-81D5-D56ABDBBB20C}"/>
              </a:ext>
            </a:extLst>
          </p:cNvPr>
          <p:cNvSpPr/>
          <p:nvPr/>
        </p:nvSpPr>
        <p:spPr>
          <a:xfrm flipH="1">
            <a:off x="854546" y="6073815"/>
            <a:ext cx="235230" cy="851898"/>
          </a:xfrm>
          <a:prstGeom prst="roundRect">
            <a:avLst>
              <a:gd name="adj" fmla="val 5330"/>
            </a:avLst>
          </a:prstGeom>
          <a:solidFill>
            <a:srgbClr val="EAEAEA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ファイナンス</a:t>
            </a:r>
          </a:p>
        </p:txBody>
      </p:sp>
      <p:sp>
        <p:nvSpPr>
          <p:cNvPr id="557" name="四角形: 角を丸くする 556">
            <a:extLst>
              <a:ext uri="{FF2B5EF4-FFF2-40B4-BE49-F238E27FC236}">
                <a16:creationId xmlns:a16="http://schemas.microsoft.com/office/drawing/2014/main" id="{85DBC395-BC32-4666-81A8-29C5BA31E2ED}"/>
              </a:ext>
            </a:extLst>
          </p:cNvPr>
          <p:cNvSpPr/>
          <p:nvPr/>
        </p:nvSpPr>
        <p:spPr>
          <a:xfrm flipH="1">
            <a:off x="915416" y="7486932"/>
            <a:ext cx="642360" cy="409668"/>
          </a:xfrm>
          <a:prstGeom prst="roundRect">
            <a:avLst>
              <a:gd name="adj" fmla="val 5330"/>
            </a:avLst>
          </a:prstGeom>
          <a:solidFill>
            <a:srgbClr val="EAEAEA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ファイ</a:t>
            </a:r>
            <a:br>
              <a:rPr kumimoji="1" lang="en-US" altLang="ja-JP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ナンス</a:t>
            </a:r>
          </a:p>
        </p:txBody>
      </p:sp>
      <p:sp>
        <p:nvSpPr>
          <p:cNvPr id="558" name="四角形: 角を丸くする 557">
            <a:extLst>
              <a:ext uri="{FF2B5EF4-FFF2-40B4-BE49-F238E27FC236}">
                <a16:creationId xmlns:a16="http://schemas.microsoft.com/office/drawing/2014/main" id="{AED7EC7C-4C4A-40A8-B97D-2F483A5F2A28}"/>
              </a:ext>
            </a:extLst>
          </p:cNvPr>
          <p:cNvSpPr/>
          <p:nvPr/>
        </p:nvSpPr>
        <p:spPr>
          <a:xfrm>
            <a:off x="4312064" y="4278401"/>
            <a:ext cx="5187780" cy="418895"/>
          </a:xfrm>
          <a:prstGeom prst="roundRect">
            <a:avLst/>
          </a:prstGeom>
          <a:solidFill>
            <a:srgbClr val="CCCCFF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調達</a:t>
            </a:r>
          </a:p>
        </p:txBody>
      </p:sp>
      <p:sp>
        <p:nvSpPr>
          <p:cNvPr id="568" name="四角形: 角を丸くする 567">
            <a:extLst>
              <a:ext uri="{FF2B5EF4-FFF2-40B4-BE49-F238E27FC236}">
                <a16:creationId xmlns:a16="http://schemas.microsoft.com/office/drawing/2014/main" id="{9397D089-FCAB-4253-9A94-4691DF09AED6}"/>
              </a:ext>
            </a:extLst>
          </p:cNvPr>
          <p:cNvSpPr/>
          <p:nvPr/>
        </p:nvSpPr>
        <p:spPr>
          <a:xfrm>
            <a:off x="3038972" y="4697296"/>
            <a:ext cx="3865827" cy="369379"/>
          </a:xfrm>
          <a:prstGeom prst="roundRect">
            <a:avLst/>
          </a:prstGeom>
          <a:solidFill>
            <a:srgbClr val="CCCCFF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調達</a:t>
            </a:r>
          </a:p>
        </p:txBody>
      </p:sp>
      <p:sp>
        <p:nvSpPr>
          <p:cNvPr id="569" name="四角形: 角を丸くする 568">
            <a:extLst>
              <a:ext uri="{FF2B5EF4-FFF2-40B4-BE49-F238E27FC236}">
                <a16:creationId xmlns:a16="http://schemas.microsoft.com/office/drawing/2014/main" id="{A9DC2257-39B1-4102-8915-89AB8189AD82}"/>
              </a:ext>
            </a:extLst>
          </p:cNvPr>
          <p:cNvSpPr/>
          <p:nvPr/>
        </p:nvSpPr>
        <p:spPr>
          <a:xfrm>
            <a:off x="3064394" y="2746547"/>
            <a:ext cx="6435449" cy="1150360"/>
          </a:xfrm>
          <a:prstGeom prst="roundRect">
            <a:avLst/>
          </a:prstGeom>
          <a:solidFill>
            <a:schemeClr val="accent3">
              <a:lumMod val="75000"/>
              <a:alpha val="49804"/>
            </a:scheme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需給・物流</a:t>
            </a:r>
          </a:p>
        </p:txBody>
      </p:sp>
      <p:sp>
        <p:nvSpPr>
          <p:cNvPr id="582" name="四角形: 角を丸くする 581">
            <a:extLst>
              <a:ext uri="{FF2B5EF4-FFF2-40B4-BE49-F238E27FC236}">
                <a16:creationId xmlns:a16="http://schemas.microsoft.com/office/drawing/2014/main" id="{18B5EA18-E9FA-4268-AAAB-10D4F007AC01}"/>
              </a:ext>
            </a:extLst>
          </p:cNvPr>
          <p:cNvSpPr/>
          <p:nvPr/>
        </p:nvSpPr>
        <p:spPr>
          <a:xfrm>
            <a:off x="9848568" y="7525703"/>
            <a:ext cx="2448303" cy="1761339"/>
          </a:xfrm>
          <a:prstGeom prst="roundRect">
            <a:avLst/>
          </a:prstGeom>
          <a:solidFill>
            <a:srgbClr val="EAEAEA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ファイナンス</a:t>
            </a:r>
          </a:p>
        </p:txBody>
      </p:sp>
      <p:sp>
        <p:nvSpPr>
          <p:cNvPr id="583" name="四角形: 角を丸くする 582">
            <a:extLst>
              <a:ext uri="{FF2B5EF4-FFF2-40B4-BE49-F238E27FC236}">
                <a16:creationId xmlns:a16="http://schemas.microsoft.com/office/drawing/2014/main" id="{AA32AB64-39C8-45E1-84D2-5283CC510241}"/>
              </a:ext>
            </a:extLst>
          </p:cNvPr>
          <p:cNvSpPr/>
          <p:nvPr/>
        </p:nvSpPr>
        <p:spPr>
          <a:xfrm>
            <a:off x="4339175" y="1507520"/>
            <a:ext cx="2513022" cy="397657"/>
          </a:xfrm>
          <a:prstGeom prst="roundRect">
            <a:avLst/>
          </a:prstGeom>
          <a:solidFill>
            <a:schemeClr val="accent3">
              <a:lumMod val="75000"/>
              <a:alpha val="49804"/>
            </a:scheme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需給・物流</a:t>
            </a:r>
          </a:p>
        </p:txBody>
      </p:sp>
      <p:sp>
        <p:nvSpPr>
          <p:cNvPr id="584" name="四角形: 角を丸くする 583">
            <a:extLst>
              <a:ext uri="{FF2B5EF4-FFF2-40B4-BE49-F238E27FC236}">
                <a16:creationId xmlns:a16="http://schemas.microsoft.com/office/drawing/2014/main" id="{422DA48E-DC5D-4C52-9FB7-02F279D3669A}"/>
              </a:ext>
            </a:extLst>
          </p:cNvPr>
          <p:cNvSpPr/>
          <p:nvPr/>
        </p:nvSpPr>
        <p:spPr>
          <a:xfrm>
            <a:off x="5664394" y="6224973"/>
            <a:ext cx="1112066" cy="397657"/>
          </a:xfrm>
          <a:prstGeom prst="roundRect">
            <a:avLst/>
          </a:prstGeom>
          <a:solidFill>
            <a:srgbClr val="00B050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サービス</a:t>
            </a:r>
          </a:p>
        </p:txBody>
      </p:sp>
      <p:sp>
        <p:nvSpPr>
          <p:cNvPr id="585" name="四角形: 角を丸くする 584">
            <a:extLst>
              <a:ext uri="{FF2B5EF4-FFF2-40B4-BE49-F238E27FC236}">
                <a16:creationId xmlns:a16="http://schemas.microsoft.com/office/drawing/2014/main" id="{A19AB199-935D-456C-9C01-93B854C2EB9F}"/>
              </a:ext>
            </a:extLst>
          </p:cNvPr>
          <p:cNvSpPr/>
          <p:nvPr/>
        </p:nvSpPr>
        <p:spPr>
          <a:xfrm>
            <a:off x="4388626" y="6224973"/>
            <a:ext cx="1034420" cy="397657"/>
          </a:xfrm>
          <a:prstGeom prst="roundRect">
            <a:avLst/>
          </a:prstGeom>
          <a:solidFill>
            <a:schemeClr val="accent3">
              <a:lumMod val="75000"/>
              <a:alpha val="49804"/>
            </a:scheme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需給・物流</a:t>
            </a:r>
          </a:p>
        </p:txBody>
      </p:sp>
      <p:sp>
        <p:nvSpPr>
          <p:cNvPr id="503" name="四角形: 角を丸くする 502">
            <a:extLst>
              <a:ext uri="{FF2B5EF4-FFF2-40B4-BE49-F238E27FC236}">
                <a16:creationId xmlns:a16="http://schemas.microsoft.com/office/drawing/2014/main" id="{18F55380-728D-4799-8068-FD39214DC5C1}"/>
              </a:ext>
            </a:extLst>
          </p:cNvPr>
          <p:cNvSpPr/>
          <p:nvPr/>
        </p:nvSpPr>
        <p:spPr>
          <a:xfrm>
            <a:off x="922694" y="8402223"/>
            <a:ext cx="1169139" cy="487818"/>
          </a:xfrm>
          <a:prstGeom prst="roundRect">
            <a:avLst/>
          </a:prstGeom>
          <a:solidFill>
            <a:srgbClr val="FFFF99">
              <a:alpha val="50000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販売事務・</a:t>
            </a:r>
            <a:br>
              <a:rPr kumimoji="1" lang="en-US" altLang="ja-JP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料金計算</a:t>
            </a:r>
          </a:p>
        </p:txBody>
      </p:sp>
      <p:sp>
        <p:nvSpPr>
          <p:cNvPr id="525" name="四角形: 角を丸くする 524">
            <a:extLst>
              <a:ext uri="{FF2B5EF4-FFF2-40B4-BE49-F238E27FC236}">
                <a16:creationId xmlns:a16="http://schemas.microsoft.com/office/drawing/2014/main" id="{04F86FA9-DE68-4843-B1E3-39714BB48BC2}"/>
              </a:ext>
            </a:extLst>
          </p:cNvPr>
          <p:cNvSpPr/>
          <p:nvPr/>
        </p:nvSpPr>
        <p:spPr>
          <a:xfrm>
            <a:off x="3038972" y="1905177"/>
            <a:ext cx="6384749" cy="397657"/>
          </a:xfrm>
          <a:prstGeom prst="roundRect">
            <a:avLst/>
          </a:prstGeom>
          <a:solidFill>
            <a:schemeClr val="accent3">
              <a:lumMod val="75000"/>
              <a:alpha val="49804"/>
            </a:scheme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需給・物流</a:t>
            </a:r>
          </a:p>
        </p:txBody>
      </p:sp>
      <p:sp>
        <p:nvSpPr>
          <p:cNvPr id="541" name="四角形: 角を丸くする 540">
            <a:extLst>
              <a:ext uri="{FF2B5EF4-FFF2-40B4-BE49-F238E27FC236}">
                <a16:creationId xmlns:a16="http://schemas.microsoft.com/office/drawing/2014/main" id="{08F8D83B-0278-4779-98A5-BAB5EB7F1E52}"/>
              </a:ext>
            </a:extLst>
          </p:cNvPr>
          <p:cNvSpPr/>
          <p:nvPr/>
        </p:nvSpPr>
        <p:spPr>
          <a:xfrm>
            <a:off x="8276903" y="1507520"/>
            <a:ext cx="1146817" cy="397657"/>
          </a:xfrm>
          <a:prstGeom prst="roundRect">
            <a:avLst/>
          </a:prstGeom>
          <a:solidFill>
            <a:schemeClr val="accent3">
              <a:lumMod val="75000"/>
              <a:alpha val="49804"/>
            </a:scheme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需給・物流</a:t>
            </a:r>
          </a:p>
        </p:txBody>
      </p:sp>
      <p:sp>
        <p:nvSpPr>
          <p:cNvPr id="563" name="四角形: 角を丸くする 562">
            <a:extLst>
              <a:ext uri="{FF2B5EF4-FFF2-40B4-BE49-F238E27FC236}">
                <a16:creationId xmlns:a16="http://schemas.microsoft.com/office/drawing/2014/main" id="{6BECFA17-2CAB-44A9-A121-997B3107CEE0}"/>
              </a:ext>
            </a:extLst>
          </p:cNvPr>
          <p:cNvSpPr/>
          <p:nvPr/>
        </p:nvSpPr>
        <p:spPr>
          <a:xfrm>
            <a:off x="9780579" y="5275025"/>
            <a:ext cx="2612837" cy="1299771"/>
          </a:xfrm>
          <a:prstGeom prst="roundRect">
            <a:avLst>
              <a:gd name="adj" fmla="val 5330"/>
            </a:avLst>
          </a:prstGeom>
          <a:solidFill>
            <a:srgbClr val="EAEAEA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ファイナンス</a:t>
            </a:r>
          </a:p>
        </p:txBody>
      </p:sp>
      <p:sp>
        <p:nvSpPr>
          <p:cNvPr id="577" name="四角形: 角を丸くする 576">
            <a:extLst>
              <a:ext uri="{FF2B5EF4-FFF2-40B4-BE49-F238E27FC236}">
                <a16:creationId xmlns:a16="http://schemas.microsoft.com/office/drawing/2014/main" id="{CD9276C8-AF65-497D-8434-4B6A233A78CC}"/>
              </a:ext>
            </a:extLst>
          </p:cNvPr>
          <p:cNvSpPr/>
          <p:nvPr/>
        </p:nvSpPr>
        <p:spPr>
          <a:xfrm>
            <a:off x="10504800" y="5039591"/>
            <a:ext cx="545961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DIVA</a:t>
            </a:r>
            <a:endParaRPr kumimoji="1" lang="ja-JP" altLang="en-US" sz="900" dirty="0"/>
          </a:p>
        </p:txBody>
      </p:sp>
      <p:sp>
        <p:nvSpPr>
          <p:cNvPr id="580" name="四角形: 角を丸くする 579">
            <a:extLst>
              <a:ext uri="{FF2B5EF4-FFF2-40B4-BE49-F238E27FC236}">
                <a16:creationId xmlns:a16="http://schemas.microsoft.com/office/drawing/2014/main" id="{97E0E46D-E00C-4403-A155-2DD8FBDCB907}"/>
              </a:ext>
            </a:extLst>
          </p:cNvPr>
          <p:cNvSpPr/>
          <p:nvPr/>
        </p:nvSpPr>
        <p:spPr>
          <a:xfrm>
            <a:off x="11109503" y="4618220"/>
            <a:ext cx="324000" cy="648000"/>
          </a:xfrm>
          <a:prstGeom prst="roundRect">
            <a:avLst/>
          </a:prstGeom>
          <a:solidFill>
            <a:srgbClr val="FF9999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0" tIns="0" rIns="0" bIns="0" rtlCol="0" anchor="ctr"/>
          <a:lstStyle/>
          <a:p>
            <a:pPr algn="ctr"/>
            <a:r>
              <a:rPr kumimoji="1" lang="ja-JP" altLang="en-US" sz="800" b="1" dirty="0">
                <a:solidFill>
                  <a:srgbClr val="000000"/>
                </a:solidFill>
              </a:rPr>
              <a:t>営業</a:t>
            </a:r>
          </a:p>
        </p:txBody>
      </p:sp>
      <p:sp>
        <p:nvSpPr>
          <p:cNvPr id="581" name="四角形: 角を丸くする 580">
            <a:extLst>
              <a:ext uri="{FF2B5EF4-FFF2-40B4-BE49-F238E27FC236}">
                <a16:creationId xmlns:a16="http://schemas.microsoft.com/office/drawing/2014/main" id="{AB922762-219C-4115-85D7-6B30B931668E}"/>
              </a:ext>
            </a:extLst>
          </p:cNvPr>
          <p:cNvSpPr/>
          <p:nvPr/>
        </p:nvSpPr>
        <p:spPr>
          <a:xfrm>
            <a:off x="11757504" y="4618220"/>
            <a:ext cx="324000" cy="648000"/>
          </a:xfrm>
          <a:prstGeom prst="roundRect">
            <a:avLst/>
          </a:prstGeom>
          <a:solidFill>
            <a:srgbClr val="00B050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0" tIns="0" rIns="0" bIns="0" rtlCol="0" anchor="ctr"/>
          <a:lstStyle/>
          <a:p>
            <a:pPr algn="ctr"/>
            <a:r>
              <a:rPr kumimoji="1" lang="ja-JP" altLang="en-US" sz="800" b="1" dirty="0">
                <a:solidFill>
                  <a:srgbClr val="000000"/>
                </a:solidFill>
              </a:rPr>
              <a:t>サービス</a:t>
            </a:r>
          </a:p>
        </p:txBody>
      </p:sp>
      <p:sp>
        <p:nvSpPr>
          <p:cNvPr id="590" name="四角形: 角を丸くする 589">
            <a:extLst>
              <a:ext uri="{FF2B5EF4-FFF2-40B4-BE49-F238E27FC236}">
                <a16:creationId xmlns:a16="http://schemas.microsoft.com/office/drawing/2014/main" id="{897D2892-0DC1-41A3-AEEA-0176FB9B9C1E}"/>
              </a:ext>
            </a:extLst>
          </p:cNvPr>
          <p:cNvSpPr/>
          <p:nvPr/>
        </p:nvSpPr>
        <p:spPr>
          <a:xfrm>
            <a:off x="11433504" y="4618220"/>
            <a:ext cx="324000" cy="648000"/>
          </a:xfrm>
          <a:prstGeom prst="roundRect">
            <a:avLst/>
          </a:prstGeom>
          <a:solidFill>
            <a:srgbClr val="FFCC66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0" tIns="0" rIns="0" bIns="0" rtlCol="0" anchor="ctr"/>
          <a:lstStyle/>
          <a:p>
            <a:pPr algn="ctr"/>
            <a:r>
              <a:rPr kumimoji="1" lang="ja-JP" altLang="en-US" sz="800" b="1" dirty="0">
                <a:solidFill>
                  <a:srgbClr val="000000"/>
                </a:solidFill>
              </a:rPr>
              <a:t>ソリューション</a:t>
            </a:r>
          </a:p>
        </p:txBody>
      </p:sp>
      <p:sp>
        <p:nvSpPr>
          <p:cNvPr id="591" name="四角形: 角を丸くする 590">
            <a:extLst>
              <a:ext uri="{FF2B5EF4-FFF2-40B4-BE49-F238E27FC236}">
                <a16:creationId xmlns:a16="http://schemas.microsoft.com/office/drawing/2014/main" id="{F9B21144-AD8C-48CE-804F-760DDE572496}"/>
              </a:ext>
            </a:extLst>
          </p:cNvPr>
          <p:cNvSpPr/>
          <p:nvPr/>
        </p:nvSpPr>
        <p:spPr>
          <a:xfrm>
            <a:off x="12081504" y="4618220"/>
            <a:ext cx="324000" cy="648000"/>
          </a:xfrm>
          <a:prstGeom prst="roundRect">
            <a:avLst/>
          </a:prstGeom>
          <a:solidFill>
            <a:srgbClr val="EAEAEA">
              <a:alpha val="49804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0" tIns="0" rIns="0" bIns="0" rtlCol="0" anchor="ctr"/>
          <a:lstStyle/>
          <a:p>
            <a:pPr algn="ctr"/>
            <a:r>
              <a:rPr kumimoji="1" lang="ja-JP" altLang="en-US" sz="800" b="1" dirty="0">
                <a:solidFill>
                  <a:srgbClr val="000000"/>
                </a:solidFill>
              </a:rPr>
              <a:t>ファイナンス</a:t>
            </a:r>
          </a:p>
        </p:txBody>
      </p:sp>
    </p:spTree>
    <p:extLst>
      <p:ext uri="{BB962C8B-B14F-4D97-AF65-F5344CB8AC3E}">
        <p14:creationId xmlns:p14="http://schemas.microsoft.com/office/powerpoint/2010/main" val="2779414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正方形/長方形 409">
            <a:extLst>
              <a:ext uri="{FF2B5EF4-FFF2-40B4-BE49-F238E27FC236}">
                <a16:creationId xmlns:a16="http://schemas.microsoft.com/office/drawing/2014/main" id="{7708F5A8-D6B2-403C-A9B9-03CF4D21F7DA}"/>
              </a:ext>
            </a:extLst>
          </p:cNvPr>
          <p:cNvSpPr/>
          <p:nvPr/>
        </p:nvSpPr>
        <p:spPr>
          <a:xfrm>
            <a:off x="9748649" y="1343638"/>
            <a:ext cx="2630874" cy="5327947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7" name="正方形/長方形 616">
            <a:extLst>
              <a:ext uri="{FF2B5EF4-FFF2-40B4-BE49-F238E27FC236}">
                <a16:creationId xmlns:a16="http://schemas.microsoft.com/office/drawing/2014/main" id="{2849E501-2FE8-4A70-B8E1-D9D40131970B}"/>
              </a:ext>
            </a:extLst>
          </p:cNvPr>
          <p:cNvSpPr/>
          <p:nvPr/>
        </p:nvSpPr>
        <p:spPr>
          <a:xfrm>
            <a:off x="11188924" y="350762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税務処理</a:t>
            </a:r>
          </a:p>
        </p:txBody>
      </p:sp>
      <p:sp>
        <p:nvSpPr>
          <p:cNvPr id="485" name="正方形/長方形 484">
            <a:extLst>
              <a:ext uri="{FF2B5EF4-FFF2-40B4-BE49-F238E27FC236}">
                <a16:creationId xmlns:a16="http://schemas.microsoft.com/office/drawing/2014/main" id="{FB55D401-76D1-4F18-9BF4-656D8D52B1B9}"/>
              </a:ext>
            </a:extLst>
          </p:cNvPr>
          <p:cNvSpPr/>
          <p:nvPr/>
        </p:nvSpPr>
        <p:spPr>
          <a:xfrm>
            <a:off x="9744701" y="6959618"/>
            <a:ext cx="2638771" cy="2592982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76" name="正方形/長方形 475">
            <a:extLst>
              <a:ext uri="{FF2B5EF4-FFF2-40B4-BE49-F238E27FC236}">
                <a16:creationId xmlns:a16="http://schemas.microsoft.com/office/drawing/2014/main" id="{69638EF8-3618-47F7-ABDA-7116F71F55D6}"/>
              </a:ext>
            </a:extLst>
          </p:cNvPr>
          <p:cNvSpPr/>
          <p:nvPr/>
        </p:nvSpPr>
        <p:spPr>
          <a:xfrm>
            <a:off x="2978043" y="6941806"/>
            <a:ext cx="6580771" cy="1313955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5" name="正方形/長方形 454">
            <a:extLst>
              <a:ext uri="{FF2B5EF4-FFF2-40B4-BE49-F238E27FC236}">
                <a16:creationId xmlns:a16="http://schemas.microsoft.com/office/drawing/2014/main" id="{A94B9980-DF48-475D-A6F3-91C8DE7C4387}"/>
              </a:ext>
            </a:extLst>
          </p:cNvPr>
          <p:cNvSpPr/>
          <p:nvPr/>
        </p:nvSpPr>
        <p:spPr>
          <a:xfrm>
            <a:off x="2978287" y="4192515"/>
            <a:ext cx="6580771" cy="887850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4" name="正方形/長方形 413">
            <a:extLst>
              <a:ext uri="{FF2B5EF4-FFF2-40B4-BE49-F238E27FC236}">
                <a16:creationId xmlns:a16="http://schemas.microsoft.com/office/drawing/2014/main" id="{BF5C6DB8-8249-44D3-8EBD-D97B40B7B575}"/>
              </a:ext>
            </a:extLst>
          </p:cNvPr>
          <p:cNvSpPr/>
          <p:nvPr/>
        </p:nvSpPr>
        <p:spPr>
          <a:xfrm>
            <a:off x="2978561" y="1350352"/>
            <a:ext cx="6580771" cy="1000753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08" name="正方形/長方形 407">
            <a:extLst>
              <a:ext uri="{FF2B5EF4-FFF2-40B4-BE49-F238E27FC236}">
                <a16:creationId xmlns:a16="http://schemas.microsoft.com/office/drawing/2014/main" id="{3794B18E-FD8F-4602-A795-C5727CEBB33C}"/>
              </a:ext>
            </a:extLst>
          </p:cNvPr>
          <p:cNvSpPr/>
          <p:nvPr/>
        </p:nvSpPr>
        <p:spPr>
          <a:xfrm>
            <a:off x="2978287" y="2636457"/>
            <a:ext cx="6580771" cy="1298824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61" name="正方形/長方形 360">
            <a:extLst>
              <a:ext uri="{FF2B5EF4-FFF2-40B4-BE49-F238E27FC236}">
                <a16:creationId xmlns:a16="http://schemas.microsoft.com/office/drawing/2014/main" id="{D99CC8B1-D9C1-4E79-95B6-6C60A79996B3}"/>
              </a:ext>
            </a:extLst>
          </p:cNvPr>
          <p:cNvSpPr/>
          <p:nvPr/>
        </p:nvSpPr>
        <p:spPr>
          <a:xfrm>
            <a:off x="424136" y="2949746"/>
            <a:ext cx="2304000" cy="6602853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622C50E-91BA-465E-86A1-FD1A992CBEDD}"/>
              </a:ext>
            </a:extLst>
          </p:cNvPr>
          <p:cNvSpPr/>
          <p:nvPr/>
        </p:nvSpPr>
        <p:spPr>
          <a:xfrm>
            <a:off x="424136" y="1322369"/>
            <a:ext cx="2304000" cy="1236417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5E318B0-6DCD-4311-AC09-E0D652C0EAEB}"/>
              </a:ext>
            </a:extLst>
          </p:cNvPr>
          <p:cNvSpPr/>
          <p:nvPr/>
        </p:nvSpPr>
        <p:spPr>
          <a:xfrm>
            <a:off x="928800" y="1560600"/>
            <a:ext cx="1117175" cy="372392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マーケティング</a:t>
            </a:r>
            <a:endParaRPr kumimoji="1" lang="en-US" altLang="ja-JP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78EE78C4-D73B-4DAB-9C1E-D9B47CBD0D16}"/>
              </a:ext>
            </a:extLst>
          </p:cNvPr>
          <p:cNvSpPr/>
          <p:nvPr/>
        </p:nvSpPr>
        <p:spPr>
          <a:xfrm>
            <a:off x="911074" y="2086928"/>
            <a:ext cx="1117175" cy="372392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マーケティング</a:t>
            </a:r>
            <a:endParaRPr kumimoji="1" lang="en-US" altLang="ja-JP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活動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A80E418-23F1-42DC-81ED-54B3A84FD98B}"/>
              </a:ext>
            </a:extLst>
          </p:cNvPr>
          <p:cNvSpPr/>
          <p:nvPr/>
        </p:nvSpPr>
        <p:spPr>
          <a:xfrm>
            <a:off x="496144" y="1198977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マーケティング</a:t>
            </a:r>
          </a:p>
        </p:txBody>
      </p:sp>
      <p:sp>
        <p:nvSpPr>
          <p:cNvPr id="245" name="正方形/長方形 244">
            <a:extLst>
              <a:ext uri="{FF2B5EF4-FFF2-40B4-BE49-F238E27FC236}">
                <a16:creationId xmlns:a16="http://schemas.microsoft.com/office/drawing/2014/main" id="{4142C371-3A2D-44D4-89DA-78303D5F765E}"/>
              </a:ext>
            </a:extLst>
          </p:cNvPr>
          <p:cNvSpPr/>
          <p:nvPr/>
        </p:nvSpPr>
        <p:spPr>
          <a:xfrm>
            <a:off x="929982" y="3224877"/>
            <a:ext cx="1116532" cy="3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営業戦略策定</a:t>
            </a:r>
            <a:endParaRPr kumimoji="1" lang="ja-JP" altLang="en-US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46" name="正方形/長方形 245">
            <a:extLst>
              <a:ext uri="{FF2B5EF4-FFF2-40B4-BE49-F238E27FC236}">
                <a16:creationId xmlns:a16="http://schemas.microsoft.com/office/drawing/2014/main" id="{04C34B5B-F41D-45FC-85AF-30FEB0579F1F}"/>
              </a:ext>
            </a:extLst>
          </p:cNvPr>
          <p:cNvSpPr/>
          <p:nvPr/>
        </p:nvSpPr>
        <p:spPr>
          <a:xfrm>
            <a:off x="929982" y="3702479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アプローチ</a:t>
            </a:r>
          </a:p>
        </p:txBody>
      </p:sp>
      <p:sp>
        <p:nvSpPr>
          <p:cNvPr id="247" name="正方形/長方形 246">
            <a:extLst>
              <a:ext uri="{FF2B5EF4-FFF2-40B4-BE49-F238E27FC236}">
                <a16:creationId xmlns:a16="http://schemas.microsoft.com/office/drawing/2014/main" id="{C8833265-6098-4AB6-B73A-B68FC3419530}"/>
              </a:ext>
            </a:extLst>
          </p:cNvPr>
          <p:cNvSpPr/>
          <p:nvPr/>
        </p:nvSpPr>
        <p:spPr>
          <a:xfrm>
            <a:off x="929982" y="4180081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セリング</a:t>
            </a:r>
          </a:p>
        </p:txBody>
      </p:sp>
      <p:sp>
        <p:nvSpPr>
          <p:cNvPr id="252" name="正方形/長方形 251">
            <a:extLst>
              <a:ext uri="{FF2B5EF4-FFF2-40B4-BE49-F238E27FC236}">
                <a16:creationId xmlns:a16="http://schemas.microsoft.com/office/drawing/2014/main" id="{16D1B303-79FA-4857-B112-401E41F07752}"/>
              </a:ext>
            </a:extLst>
          </p:cNvPr>
          <p:cNvSpPr/>
          <p:nvPr/>
        </p:nvSpPr>
        <p:spPr>
          <a:xfrm>
            <a:off x="929982" y="5127179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契約書作成</a:t>
            </a:r>
          </a:p>
        </p:txBody>
      </p:sp>
      <p:sp>
        <p:nvSpPr>
          <p:cNvPr id="255" name="正方形/長方形 254">
            <a:extLst>
              <a:ext uri="{FF2B5EF4-FFF2-40B4-BE49-F238E27FC236}">
                <a16:creationId xmlns:a16="http://schemas.microsoft.com/office/drawing/2014/main" id="{9B8B5346-137B-4EC9-BA60-2DDF93C1247D}"/>
              </a:ext>
            </a:extLst>
          </p:cNvPr>
          <p:cNvSpPr/>
          <p:nvPr/>
        </p:nvSpPr>
        <p:spPr>
          <a:xfrm>
            <a:off x="2193775" y="4182497"/>
            <a:ext cx="353336" cy="17690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納期確認</a:t>
            </a:r>
          </a:p>
        </p:txBody>
      </p:sp>
      <p:sp>
        <p:nvSpPr>
          <p:cNvPr id="256" name="正方形/長方形 255">
            <a:extLst>
              <a:ext uri="{FF2B5EF4-FFF2-40B4-BE49-F238E27FC236}">
                <a16:creationId xmlns:a16="http://schemas.microsoft.com/office/drawing/2014/main" id="{49CCEA02-D963-409E-89BB-7E239A91454D}"/>
              </a:ext>
            </a:extLst>
          </p:cNvPr>
          <p:cNvSpPr/>
          <p:nvPr/>
        </p:nvSpPr>
        <p:spPr>
          <a:xfrm>
            <a:off x="929982" y="6090489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計上判定</a:t>
            </a:r>
          </a:p>
        </p:txBody>
      </p: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CD9989CA-FE64-44C9-82D6-4F6356358FB7}"/>
              </a:ext>
            </a:extLst>
          </p:cNvPr>
          <p:cNvSpPr/>
          <p:nvPr/>
        </p:nvSpPr>
        <p:spPr>
          <a:xfrm>
            <a:off x="929982" y="6568091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売上計上</a:t>
            </a: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8507AD7-4FC3-4C47-87A2-2750CC8C0B75}"/>
              </a:ext>
            </a:extLst>
          </p:cNvPr>
          <p:cNvSpPr/>
          <p:nvPr/>
        </p:nvSpPr>
        <p:spPr>
          <a:xfrm>
            <a:off x="929982" y="7045693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請求</a:t>
            </a:r>
          </a:p>
        </p:txBody>
      </p:sp>
      <p:sp>
        <p:nvSpPr>
          <p:cNvPr id="260" name="正方形/長方形 259">
            <a:extLst>
              <a:ext uri="{FF2B5EF4-FFF2-40B4-BE49-F238E27FC236}">
                <a16:creationId xmlns:a16="http://schemas.microsoft.com/office/drawing/2014/main" id="{CD1174F7-BD6C-49DA-8737-1BBCA99CC687}"/>
              </a:ext>
            </a:extLst>
          </p:cNvPr>
          <p:cNvSpPr/>
          <p:nvPr/>
        </p:nvSpPr>
        <p:spPr>
          <a:xfrm>
            <a:off x="929982" y="7523295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入金消込</a:t>
            </a: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43036-3349-41ED-945C-5988C3CB58B0}"/>
              </a:ext>
            </a:extLst>
          </p:cNvPr>
          <p:cNvSpPr/>
          <p:nvPr/>
        </p:nvSpPr>
        <p:spPr>
          <a:xfrm>
            <a:off x="2193775" y="6095522"/>
            <a:ext cx="353336" cy="12961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検収取得</a:t>
            </a:r>
          </a:p>
        </p:txBody>
      </p:sp>
      <p:sp>
        <p:nvSpPr>
          <p:cNvPr id="263" name="正方形/長方形 262">
            <a:extLst>
              <a:ext uri="{FF2B5EF4-FFF2-40B4-BE49-F238E27FC236}">
                <a16:creationId xmlns:a16="http://schemas.microsoft.com/office/drawing/2014/main" id="{47F0008C-266C-4C7B-85B1-5811EE6340B8}"/>
              </a:ext>
            </a:extLst>
          </p:cNvPr>
          <p:cNvSpPr/>
          <p:nvPr/>
        </p:nvSpPr>
        <p:spPr>
          <a:xfrm>
            <a:off x="929339" y="8000897"/>
            <a:ext cx="1117175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販売パートナー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管理</a:t>
            </a:r>
          </a:p>
        </p:txBody>
      </p:sp>
      <p:sp>
        <p:nvSpPr>
          <p:cNvPr id="265" name="正方形/長方形 264">
            <a:extLst>
              <a:ext uri="{FF2B5EF4-FFF2-40B4-BE49-F238E27FC236}">
                <a16:creationId xmlns:a16="http://schemas.microsoft.com/office/drawing/2014/main" id="{693487A4-24EB-4C49-8B57-99B34BDE75E7}"/>
              </a:ext>
            </a:extLst>
          </p:cNvPr>
          <p:cNvSpPr/>
          <p:nvPr/>
        </p:nvSpPr>
        <p:spPr>
          <a:xfrm>
            <a:off x="929982" y="5604781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契約締結</a:t>
            </a:r>
          </a:p>
        </p:txBody>
      </p:sp>
      <p:sp>
        <p:nvSpPr>
          <p:cNvPr id="267" name="正方形/長方形 266">
            <a:extLst>
              <a:ext uri="{FF2B5EF4-FFF2-40B4-BE49-F238E27FC236}">
                <a16:creationId xmlns:a16="http://schemas.microsoft.com/office/drawing/2014/main" id="{6E0DE610-02AA-4B55-BBC1-30462CB40DC9}"/>
              </a:ext>
            </a:extLst>
          </p:cNvPr>
          <p:cNvSpPr/>
          <p:nvPr/>
        </p:nvSpPr>
        <p:spPr>
          <a:xfrm>
            <a:off x="929339" y="8956097"/>
            <a:ext cx="1117175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お客様契約管理</a:t>
            </a:r>
          </a:p>
        </p:txBody>
      </p:sp>
      <p:sp>
        <p:nvSpPr>
          <p:cNvPr id="269" name="正方形/長方形 268">
            <a:extLst>
              <a:ext uri="{FF2B5EF4-FFF2-40B4-BE49-F238E27FC236}">
                <a16:creationId xmlns:a16="http://schemas.microsoft.com/office/drawing/2014/main" id="{5818DD29-B567-43D4-A15E-ACAEB0F78B33}"/>
              </a:ext>
            </a:extLst>
          </p:cNvPr>
          <p:cNvSpPr/>
          <p:nvPr/>
        </p:nvSpPr>
        <p:spPr>
          <a:xfrm>
            <a:off x="929339" y="8478499"/>
            <a:ext cx="1117175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業務委託料・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報奨金計算</a:t>
            </a:r>
          </a:p>
        </p:txBody>
      </p:sp>
      <p:sp>
        <p:nvSpPr>
          <p:cNvPr id="270" name="正方形/長方形 269">
            <a:extLst>
              <a:ext uri="{FF2B5EF4-FFF2-40B4-BE49-F238E27FC236}">
                <a16:creationId xmlns:a16="http://schemas.microsoft.com/office/drawing/2014/main" id="{7914E20C-8775-43EA-AB92-9A5EECE3289C}"/>
              </a:ext>
            </a:extLst>
          </p:cNvPr>
          <p:cNvSpPr/>
          <p:nvPr/>
        </p:nvSpPr>
        <p:spPr>
          <a:xfrm>
            <a:off x="3093311" y="7214589"/>
            <a:ext cx="1116532" cy="372392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</a:p>
        </p:txBody>
      </p:sp>
      <p:sp>
        <p:nvSpPr>
          <p:cNvPr id="271" name="正方形/長方形 270">
            <a:extLst>
              <a:ext uri="{FF2B5EF4-FFF2-40B4-BE49-F238E27FC236}">
                <a16:creationId xmlns:a16="http://schemas.microsoft.com/office/drawing/2014/main" id="{6775AFC5-4561-4BFF-AB8D-25705F91ED96}"/>
              </a:ext>
            </a:extLst>
          </p:cNvPr>
          <p:cNvSpPr/>
          <p:nvPr/>
        </p:nvSpPr>
        <p:spPr>
          <a:xfrm>
            <a:off x="4391064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検討</a:t>
            </a:r>
          </a:p>
        </p:txBody>
      </p:sp>
      <p:sp>
        <p:nvSpPr>
          <p:cNvPr id="272" name="正方形/長方形 271">
            <a:extLst>
              <a:ext uri="{FF2B5EF4-FFF2-40B4-BE49-F238E27FC236}">
                <a16:creationId xmlns:a16="http://schemas.microsoft.com/office/drawing/2014/main" id="{A3409514-589A-43BF-9895-6DE27C4B5F6C}"/>
              </a:ext>
            </a:extLst>
          </p:cNvPr>
          <p:cNvSpPr/>
          <p:nvPr/>
        </p:nvSpPr>
        <p:spPr>
          <a:xfrm>
            <a:off x="5688817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提案→提供</a:t>
            </a:r>
          </a:p>
        </p:txBody>
      </p: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C8B91C6C-2888-4EBF-BFE1-2B53694E5B75}"/>
              </a:ext>
            </a:extLst>
          </p:cNvPr>
          <p:cNvSpPr/>
          <p:nvPr/>
        </p:nvSpPr>
        <p:spPr>
          <a:xfrm>
            <a:off x="4391064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料金計算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サービス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8E01FFCE-7328-47C9-B02E-1EBA26992F6F}"/>
              </a:ext>
            </a:extLst>
          </p:cNvPr>
          <p:cNvSpPr/>
          <p:nvPr/>
        </p:nvSpPr>
        <p:spPr>
          <a:xfrm>
            <a:off x="6986570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品質管理</a:t>
            </a: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22AEF766-2477-4A7D-8EE6-6EDE42DD54CC}"/>
              </a:ext>
            </a:extLst>
          </p:cNvPr>
          <p:cNvSpPr/>
          <p:nvPr/>
        </p:nvSpPr>
        <p:spPr>
          <a:xfrm>
            <a:off x="5688817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案件管理</a:t>
            </a: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AA720D15-ACCA-48C4-BBA3-A49FC85A0158}"/>
              </a:ext>
            </a:extLst>
          </p:cNvPr>
          <p:cNvSpPr/>
          <p:nvPr/>
        </p:nvSpPr>
        <p:spPr>
          <a:xfrm>
            <a:off x="6986570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アサイン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計画策定</a:t>
            </a: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6AD8AEBB-A6CE-4FC4-9EEB-7247437DAE34}"/>
              </a:ext>
            </a:extLst>
          </p:cNvPr>
          <p:cNvSpPr/>
          <p:nvPr/>
        </p:nvSpPr>
        <p:spPr>
          <a:xfrm>
            <a:off x="3093311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業務委託料計算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サービス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1C3EBBC6-830E-4CAC-BA82-F8CAAA214A89}"/>
              </a:ext>
            </a:extLst>
          </p:cNvPr>
          <p:cNvSpPr/>
          <p:nvPr/>
        </p:nvSpPr>
        <p:spPr>
          <a:xfrm>
            <a:off x="8284324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スキル情報管理</a:t>
            </a:r>
          </a:p>
        </p:txBody>
      </p:sp>
      <p:sp>
        <p:nvSpPr>
          <p:cNvPr id="293" name="正方形/長方形 292">
            <a:extLst>
              <a:ext uri="{FF2B5EF4-FFF2-40B4-BE49-F238E27FC236}">
                <a16:creationId xmlns:a16="http://schemas.microsoft.com/office/drawing/2014/main" id="{7E292C32-B7A9-4627-A618-50331EF7E4B8}"/>
              </a:ext>
            </a:extLst>
          </p:cNvPr>
          <p:cNvSpPr/>
          <p:nvPr/>
        </p:nvSpPr>
        <p:spPr>
          <a:xfrm>
            <a:off x="3097437" y="283524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物流計画策定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4" name="正方形/長方形 293">
            <a:extLst>
              <a:ext uri="{FF2B5EF4-FFF2-40B4-BE49-F238E27FC236}">
                <a16:creationId xmlns:a16="http://schemas.microsoft.com/office/drawing/2014/main" id="{6C4616A4-045D-4D9C-BBD4-AA9E181AE19B}"/>
              </a:ext>
            </a:extLst>
          </p:cNvPr>
          <p:cNvSpPr/>
          <p:nvPr/>
        </p:nvSpPr>
        <p:spPr>
          <a:xfrm>
            <a:off x="4395190" y="3583977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物流作業実績管理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5" name="正方形/長方形 294">
            <a:extLst>
              <a:ext uri="{FF2B5EF4-FFF2-40B4-BE49-F238E27FC236}">
                <a16:creationId xmlns:a16="http://schemas.microsoft.com/office/drawing/2014/main" id="{7B6FAB41-F459-4B8A-A291-E41339AE9519}"/>
              </a:ext>
            </a:extLst>
          </p:cNvPr>
          <p:cNvSpPr/>
          <p:nvPr/>
        </p:nvSpPr>
        <p:spPr>
          <a:xfrm>
            <a:off x="4395190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在庫受払</a:t>
            </a:r>
          </a:p>
        </p:txBody>
      </p:sp>
      <p:sp>
        <p:nvSpPr>
          <p:cNvPr id="296" name="正方形/長方形 295">
            <a:extLst>
              <a:ext uri="{FF2B5EF4-FFF2-40B4-BE49-F238E27FC236}">
                <a16:creationId xmlns:a16="http://schemas.microsoft.com/office/drawing/2014/main" id="{1D1E8474-571D-4BAB-85F3-4A26BB53F210}"/>
              </a:ext>
            </a:extLst>
          </p:cNvPr>
          <p:cNvSpPr/>
          <p:nvPr/>
        </p:nvSpPr>
        <p:spPr>
          <a:xfrm>
            <a:off x="3097437" y="3583977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自社品納期確認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7" name="正方形/長方形 296">
            <a:extLst>
              <a:ext uri="{FF2B5EF4-FFF2-40B4-BE49-F238E27FC236}">
                <a16:creationId xmlns:a16="http://schemas.microsoft.com/office/drawing/2014/main" id="{7CAC2172-5411-452B-AD4A-4A641D01FF59}"/>
              </a:ext>
            </a:extLst>
          </p:cNvPr>
          <p:cNvSpPr/>
          <p:nvPr/>
        </p:nvSpPr>
        <p:spPr>
          <a:xfrm>
            <a:off x="3097437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在庫引当</a:t>
            </a:r>
          </a:p>
        </p:txBody>
      </p:sp>
      <p:sp>
        <p:nvSpPr>
          <p:cNvPr id="298" name="正方形/長方形 297">
            <a:extLst>
              <a:ext uri="{FF2B5EF4-FFF2-40B4-BE49-F238E27FC236}">
                <a16:creationId xmlns:a16="http://schemas.microsoft.com/office/drawing/2014/main" id="{4F019EBC-BE8B-4DEF-9797-EEA18585FF8D}"/>
              </a:ext>
            </a:extLst>
          </p:cNvPr>
          <p:cNvSpPr/>
          <p:nvPr/>
        </p:nvSpPr>
        <p:spPr>
          <a:xfrm>
            <a:off x="5692943" y="2835245"/>
            <a:ext cx="1117175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需要・供給計画管理</a:t>
            </a:r>
          </a:p>
        </p:txBody>
      </p:sp>
      <p:sp>
        <p:nvSpPr>
          <p:cNvPr id="299" name="正方形/長方形 298">
            <a:extLst>
              <a:ext uri="{FF2B5EF4-FFF2-40B4-BE49-F238E27FC236}">
                <a16:creationId xmlns:a16="http://schemas.microsoft.com/office/drawing/2014/main" id="{5F3017E7-C6F5-4CE8-B5FB-D3983029FD1D}"/>
              </a:ext>
            </a:extLst>
          </p:cNvPr>
          <p:cNvSpPr/>
          <p:nvPr/>
        </p:nvSpPr>
        <p:spPr>
          <a:xfrm>
            <a:off x="5692943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棚卸</a:t>
            </a:r>
          </a:p>
        </p:txBody>
      </p:sp>
      <p:sp>
        <p:nvSpPr>
          <p:cNvPr id="300" name="正方形/長方形 299">
            <a:extLst>
              <a:ext uri="{FF2B5EF4-FFF2-40B4-BE49-F238E27FC236}">
                <a16:creationId xmlns:a16="http://schemas.microsoft.com/office/drawing/2014/main" id="{9B208576-6756-43CB-A740-5069C41D4EC8}"/>
              </a:ext>
            </a:extLst>
          </p:cNvPr>
          <p:cNvSpPr/>
          <p:nvPr/>
        </p:nvSpPr>
        <p:spPr>
          <a:xfrm>
            <a:off x="8306546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通関</a:t>
            </a:r>
          </a:p>
        </p:txBody>
      </p:sp>
      <p:sp>
        <p:nvSpPr>
          <p:cNvPr id="302" name="正方形/長方形 301">
            <a:extLst>
              <a:ext uri="{FF2B5EF4-FFF2-40B4-BE49-F238E27FC236}">
                <a16:creationId xmlns:a16="http://schemas.microsoft.com/office/drawing/2014/main" id="{36E1CF24-CE35-41E0-94AD-9C5577FBDD69}"/>
              </a:ext>
            </a:extLst>
          </p:cNvPr>
          <p:cNvSpPr/>
          <p:nvPr/>
        </p:nvSpPr>
        <p:spPr>
          <a:xfrm>
            <a:off x="6990696" y="283524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需要予測</a:t>
            </a:r>
          </a:p>
        </p:txBody>
      </p:sp>
      <p:sp>
        <p:nvSpPr>
          <p:cNvPr id="303" name="正方形/長方形 302">
            <a:extLst>
              <a:ext uri="{FF2B5EF4-FFF2-40B4-BE49-F238E27FC236}">
                <a16:creationId xmlns:a16="http://schemas.microsoft.com/office/drawing/2014/main" id="{92164146-CC72-46C7-9E67-283188FC2DA9}"/>
              </a:ext>
            </a:extLst>
          </p:cNvPr>
          <p:cNvSpPr/>
          <p:nvPr/>
        </p:nvSpPr>
        <p:spPr>
          <a:xfrm>
            <a:off x="6990696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流通加工</a:t>
            </a:r>
          </a:p>
        </p:txBody>
      </p:sp>
      <p:sp>
        <p:nvSpPr>
          <p:cNvPr id="304" name="正方形/長方形 303">
            <a:extLst>
              <a:ext uri="{FF2B5EF4-FFF2-40B4-BE49-F238E27FC236}">
                <a16:creationId xmlns:a16="http://schemas.microsoft.com/office/drawing/2014/main" id="{A8CCDF32-074C-49EE-AF21-38D19EB3D319}"/>
              </a:ext>
            </a:extLst>
          </p:cNvPr>
          <p:cNvSpPr/>
          <p:nvPr/>
        </p:nvSpPr>
        <p:spPr>
          <a:xfrm>
            <a:off x="8313222" y="3583977"/>
            <a:ext cx="1110499" cy="3039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販売終了・供給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サポート終了管理</a:t>
            </a:r>
          </a:p>
        </p:txBody>
      </p:sp>
      <p:sp>
        <p:nvSpPr>
          <p:cNvPr id="305" name="正方形/長方形 304">
            <a:extLst>
              <a:ext uri="{FF2B5EF4-FFF2-40B4-BE49-F238E27FC236}">
                <a16:creationId xmlns:a16="http://schemas.microsoft.com/office/drawing/2014/main" id="{6F942BAF-D299-42F6-8F5F-E1505A8E8EC5}"/>
              </a:ext>
            </a:extLst>
          </p:cNvPr>
          <p:cNvSpPr/>
          <p:nvPr/>
        </p:nvSpPr>
        <p:spPr>
          <a:xfrm>
            <a:off x="4408021" y="283524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輸配送計画策定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06" name="正方形/長方形 305">
            <a:extLst>
              <a:ext uri="{FF2B5EF4-FFF2-40B4-BE49-F238E27FC236}">
                <a16:creationId xmlns:a16="http://schemas.microsoft.com/office/drawing/2014/main" id="{BF482CC3-2D17-4373-B087-F0C2FEB5A6FA}"/>
              </a:ext>
            </a:extLst>
          </p:cNvPr>
          <p:cNvSpPr/>
          <p:nvPr/>
        </p:nvSpPr>
        <p:spPr>
          <a:xfrm>
            <a:off x="5692943" y="3583977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余剰在庫管理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08" name="正方形/長方形 307">
            <a:extLst>
              <a:ext uri="{FF2B5EF4-FFF2-40B4-BE49-F238E27FC236}">
                <a16:creationId xmlns:a16="http://schemas.microsoft.com/office/drawing/2014/main" id="{72B45CC0-D649-4A23-A422-DDE5DFC760F3}"/>
              </a:ext>
            </a:extLst>
          </p:cNvPr>
          <p:cNvSpPr/>
          <p:nvPr/>
        </p:nvSpPr>
        <p:spPr>
          <a:xfrm>
            <a:off x="6990696" y="3587353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業務委託管理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物流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09" name="正方形/長方形 308">
            <a:extLst>
              <a:ext uri="{FF2B5EF4-FFF2-40B4-BE49-F238E27FC236}">
                <a16:creationId xmlns:a16="http://schemas.microsoft.com/office/drawing/2014/main" id="{0D621126-43D5-4BDA-8785-D822FCE937EA}"/>
              </a:ext>
            </a:extLst>
          </p:cNvPr>
          <p:cNvSpPr/>
          <p:nvPr/>
        </p:nvSpPr>
        <p:spPr>
          <a:xfrm>
            <a:off x="3097437" y="1580125"/>
            <a:ext cx="1116532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生産戦略策定</a:t>
            </a:r>
          </a:p>
        </p:txBody>
      </p:sp>
      <p:sp>
        <p:nvSpPr>
          <p:cNvPr id="310" name="正方形/長方形 309">
            <a:extLst>
              <a:ext uri="{FF2B5EF4-FFF2-40B4-BE49-F238E27FC236}">
                <a16:creationId xmlns:a16="http://schemas.microsoft.com/office/drawing/2014/main" id="{C7A77A55-B687-40EC-8425-CBE2C2CFB4CF}"/>
              </a:ext>
            </a:extLst>
          </p:cNvPr>
          <p:cNvSpPr/>
          <p:nvPr/>
        </p:nvSpPr>
        <p:spPr>
          <a:xfrm>
            <a:off x="4395190" y="158012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生産量計画策定</a:t>
            </a:r>
          </a:p>
        </p:txBody>
      </p:sp>
      <p:sp>
        <p:nvSpPr>
          <p:cNvPr id="311" name="正方形/長方形 310">
            <a:extLst>
              <a:ext uri="{FF2B5EF4-FFF2-40B4-BE49-F238E27FC236}">
                <a16:creationId xmlns:a16="http://schemas.microsoft.com/office/drawing/2014/main" id="{2C28333E-5F37-45A0-863B-2BBB9763F35B}"/>
              </a:ext>
            </a:extLst>
          </p:cNvPr>
          <p:cNvSpPr/>
          <p:nvPr/>
        </p:nvSpPr>
        <p:spPr>
          <a:xfrm>
            <a:off x="8300368" y="158012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工場出荷</a:t>
            </a:r>
          </a:p>
        </p:txBody>
      </p:sp>
      <p:sp>
        <p:nvSpPr>
          <p:cNvPr id="312" name="正方形/長方形 311">
            <a:extLst>
              <a:ext uri="{FF2B5EF4-FFF2-40B4-BE49-F238E27FC236}">
                <a16:creationId xmlns:a16="http://schemas.microsoft.com/office/drawing/2014/main" id="{90A42073-F544-4290-BB44-A1EFAE1D3EC4}"/>
              </a:ext>
            </a:extLst>
          </p:cNvPr>
          <p:cNvSpPr/>
          <p:nvPr/>
        </p:nvSpPr>
        <p:spPr>
          <a:xfrm>
            <a:off x="6990696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在庫受払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・棚卸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部材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13" name="正方形/長方形 312">
            <a:extLst>
              <a:ext uri="{FF2B5EF4-FFF2-40B4-BE49-F238E27FC236}">
                <a16:creationId xmlns:a16="http://schemas.microsoft.com/office/drawing/2014/main" id="{C3B69469-D881-429D-906E-9F4BFECFDE5B}"/>
              </a:ext>
            </a:extLst>
          </p:cNvPr>
          <p:cNvSpPr/>
          <p:nvPr/>
        </p:nvSpPr>
        <p:spPr>
          <a:xfrm>
            <a:off x="5692943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部材発注受入</a:t>
            </a:r>
          </a:p>
        </p:txBody>
      </p:sp>
      <p:sp>
        <p:nvSpPr>
          <p:cNvPr id="314" name="正方形/長方形 313">
            <a:extLst>
              <a:ext uri="{FF2B5EF4-FFF2-40B4-BE49-F238E27FC236}">
                <a16:creationId xmlns:a16="http://schemas.microsoft.com/office/drawing/2014/main" id="{AE176925-80A7-4FBB-A7FC-292B37B8CCBA}"/>
              </a:ext>
            </a:extLst>
          </p:cNvPr>
          <p:cNvSpPr/>
          <p:nvPr/>
        </p:nvSpPr>
        <p:spPr>
          <a:xfrm>
            <a:off x="7002615" y="1580125"/>
            <a:ext cx="1116532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製造</a:t>
            </a:r>
          </a:p>
        </p:txBody>
      </p:sp>
      <p:sp>
        <p:nvSpPr>
          <p:cNvPr id="315" name="正方形/長方形 314">
            <a:extLst>
              <a:ext uri="{FF2B5EF4-FFF2-40B4-BE49-F238E27FC236}">
                <a16:creationId xmlns:a16="http://schemas.microsoft.com/office/drawing/2014/main" id="{C5AD231E-D66B-4DDE-8B6E-7E45DD112B33}"/>
              </a:ext>
            </a:extLst>
          </p:cNvPr>
          <p:cNvSpPr/>
          <p:nvPr/>
        </p:nvSpPr>
        <p:spPr>
          <a:xfrm>
            <a:off x="5664396" y="157588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生産依頼受付</a:t>
            </a:r>
          </a:p>
        </p:txBody>
      </p:sp>
      <p:sp>
        <p:nvSpPr>
          <p:cNvPr id="317" name="正方形/長方形 316">
            <a:extLst>
              <a:ext uri="{FF2B5EF4-FFF2-40B4-BE49-F238E27FC236}">
                <a16:creationId xmlns:a16="http://schemas.microsoft.com/office/drawing/2014/main" id="{7408933C-9C3B-4F9B-B28D-EE524535384B}"/>
              </a:ext>
            </a:extLst>
          </p:cNvPr>
          <p:cNvSpPr/>
          <p:nvPr/>
        </p:nvSpPr>
        <p:spPr>
          <a:xfrm>
            <a:off x="3097437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所要量計算</a:t>
            </a:r>
          </a:p>
        </p:txBody>
      </p:sp>
      <p:sp>
        <p:nvSpPr>
          <p:cNvPr id="318" name="正方形/長方形 317">
            <a:extLst>
              <a:ext uri="{FF2B5EF4-FFF2-40B4-BE49-F238E27FC236}">
                <a16:creationId xmlns:a16="http://schemas.microsoft.com/office/drawing/2014/main" id="{FD6A7C3B-F653-453C-9C26-09A327F67DE4}"/>
              </a:ext>
            </a:extLst>
          </p:cNvPr>
          <p:cNvSpPr/>
          <p:nvPr/>
        </p:nvSpPr>
        <p:spPr>
          <a:xfrm>
            <a:off x="4395190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部材発注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0" name="正方形/長方形 319">
            <a:extLst>
              <a:ext uri="{FF2B5EF4-FFF2-40B4-BE49-F238E27FC236}">
                <a16:creationId xmlns:a16="http://schemas.microsoft.com/office/drawing/2014/main" id="{4F8B2C3F-274A-4431-B315-EEB1D32046D3}"/>
              </a:ext>
            </a:extLst>
          </p:cNvPr>
          <p:cNvSpPr/>
          <p:nvPr/>
        </p:nvSpPr>
        <p:spPr>
          <a:xfrm>
            <a:off x="8313222" y="1923732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リサイクル判定</a:t>
            </a:r>
          </a:p>
        </p:txBody>
      </p:sp>
      <p:sp>
        <p:nvSpPr>
          <p:cNvPr id="322" name="正方形/長方形 321">
            <a:extLst>
              <a:ext uri="{FF2B5EF4-FFF2-40B4-BE49-F238E27FC236}">
                <a16:creationId xmlns:a16="http://schemas.microsoft.com/office/drawing/2014/main" id="{9F2189B4-474D-41B9-9C8D-01E795843CAD}"/>
              </a:ext>
            </a:extLst>
          </p:cNvPr>
          <p:cNvSpPr/>
          <p:nvPr/>
        </p:nvSpPr>
        <p:spPr>
          <a:xfrm>
            <a:off x="3097437" y="473807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他社仕入見積依頼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3" name="正方形/長方形 322">
            <a:extLst>
              <a:ext uri="{FF2B5EF4-FFF2-40B4-BE49-F238E27FC236}">
                <a16:creationId xmlns:a16="http://schemas.microsoft.com/office/drawing/2014/main" id="{B7513EF2-1249-411C-9C38-44B4F8C7801F}"/>
              </a:ext>
            </a:extLst>
          </p:cNvPr>
          <p:cNvSpPr/>
          <p:nvPr/>
        </p:nvSpPr>
        <p:spPr>
          <a:xfrm>
            <a:off x="4395190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発注</a:t>
            </a:r>
          </a:p>
        </p:txBody>
      </p:sp>
      <p:sp>
        <p:nvSpPr>
          <p:cNvPr id="324" name="正方形/長方形 323">
            <a:extLst>
              <a:ext uri="{FF2B5EF4-FFF2-40B4-BE49-F238E27FC236}">
                <a16:creationId xmlns:a16="http://schemas.microsoft.com/office/drawing/2014/main" id="{5DE23D31-F82E-4FA5-AE17-0D58D243AAF9}"/>
              </a:ext>
            </a:extLst>
          </p:cNvPr>
          <p:cNvSpPr/>
          <p:nvPr/>
        </p:nvSpPr>
        <p:spPr>
          <a:xfrm>
            <a:off x="8306546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仕入先情報登録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5" name="正方形/長方形 324">
            <a:extLst>
              <a:ext uri="{FF2B5EF4-FFF2-40B4-BE49-F238E27FC236}">
                <a16:creationId xmlns:a16="http://schemas.microsoft.com/office/drawing/2014/main" id="{1B018FE0-0F91-4FEB-A35C-2342A81CBE80}"/>
              </a:ext>
            </a:extLst>
          </p:cNvPr>
          <p:cNvSpPr/>
          <p:nvPr/>
        </p:nvSpPr>
        <p:spPr>
          <a:xfrm>
            <a:off x="5692943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発注受入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6" name="正方形/長方形 325">
            <a:extLst>
              <a:ext uri="{FF2B5EF4-FFF2-40B4-BE49-F238E27FC236}">
                <a16:creationId xmlns:a16="http://schemas.microsoft.com/office/drawing/2014/main" id="{78A9C4FB-31F0-42EB-9ED3-41980E1AB019}"/>
              </a:ext>
            </a:extLst>
          </p:cNvPr>
          <p:cNvSpPr/>
          <p:nvPr/>
        </p:nvSpPr>
        <p:spPr>
          <a:xfrm>
            <a:off x="3097437" y="4365650"/>
            <a:ext cx="1116532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購買戦略</a:t>
            </a:r>
            <a:endParaRPr kumimoji="1" lang="ja-JP" altLang="en-US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7" name="正方形/長方形 326">
            <a:extLst>
              <a:ext uri="{FF2B5EF4-FFF2-40B4-BE49-F238E27FC236}">
                <a16:creationId xmlns:a16="http://schemas.microsoft.com/office/drawing/2014/main" id="{03ACFA73-21D7-4D7B-8E17-8536DD4070EF}"/>
              </a:ext>
            </a:extLst>
          </p:cNvPr>
          <p:cNvSpPr/>
          <p:nvPr/>
        </p:nvSpPr>
        <p:spPr>
          <a:xfrm>
            <a:off x="5692943" y="473807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他社仕入品</a:t>
            </a:r>
            <a:b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8" name="正方形/長方形 327">
            <a:extLst>
              <a:ext uri="{FF2B5EF4-FFF2-40B4-BE49-F238E27FC236}">
                <a16:creationId xmlns:a16="http://schemas.microsoft.com/office/drawing/2014/main" id="{E8117317-23A8-49C1-B244-AE69E805F7E9}"/>
              </a:ext>
            </a:extLst>
          </p:cNvPr>
          <p:cNvSpPr/>
          <p:nvPr/>
        </p:nvSpPr>
        <p:spPr>
          <a:xfrm>
            <a:off x="4395190" y="473807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他社仕入品</a:t>
            </a:r>
            <a:b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納期確認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9" name="正方形/長方形 328">
            <a:extLst>
              <a:ext uri="{FF2B5EF4-FFF2-40B4-BE49-F238E27FC236}">
                <a16:creationId xmlns:a16="http://schemas.microsoft.com/office/drawing/2014/main" id="{1D68951D-D9C2-4FE8-97E0-352D89765483}"/>
              </a:ext>
            </a:extLst>
          </p:cNvPr>
          <p:cNvSpPr/>
          <p:nvPr/>
        </p:nvSpPr>
        <p:spPr>
          <a:xfrm>
            <a:off x="6990696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仕入先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選定</a:t>
            </a:r>
          </a:p>
        </p:txBody>
      </p:sp>
      <p:sp>
        <p:nvSpPr>
          <p:cNvPr id="331" name="正方形/長方形 330">
            <a:extLst>
              <a:ext uri="{FF2B5EF4-FFF2-40B4-BE49-F238E27FC236}">
                <a16:creationId xmlns:a16="http://schemas.microsoft.com/office/drawing/2014/main" id="{4B73C979-BD43-4B15-B8B5-6F0BD685E3A5}"/>
              </a:ext>
            </a:extLst>
          </p:cNvPr>
          <p:cNvSpPr/>
          <p:nvPr/>
        </p:nvSpPr>
        <p:spPr>
          <a:xfrm>
            <a:off x="11188924" y="160595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財務管理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32" name="正方形/長方形 331">
            <a:extLst>
              <a:ext uri="{FF2B5EF4-FFF2-40B4-BE49-F238E27FC236}">
                <a16:creationId xmlns:a16="http://schemas.microsoft.com/office/drawing/2014/main" id="{060A4B0C-4B52-4386-8F4A-AC09F52824F9}"/>
              </a:ext>
            </a:extLst>
          </p:cNvPr>
          <p:cNvSpPr/>
          <p:nvPr/>
        </p:nvSpPr>
        <p:spPr>
          <a:xfrm>
            <a:off x="9892780" y="1615256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支払・出金管理</a:t>
            </a:r>
          </a:p>
        </p:txBody>
      </p:sp>
      <p:sp>
        <p:nvSpPr>
          <p:cNvPr id="333" name="正方形/長方形 332">
            <a:extLst>
              <a:ext uri="{FF2B5EF4-FFF2-40B4-BE49-F238E27FC236}">
                <a16:creationId xmlns:a16="http://schemas.microsoft.com/office/drawing/2014/main" id="{FFA8352E-9F32-4536-9AFF-78E4743DE8D9}"/>
              </a:ext>
            </a:extLst>
          </p:cNvPr>
          <p:cNvSpPr/>
          <p:nvPr/>
        </p:nvSpPr>
        <p:spPr>
          <a:xfrm>
            <a:off x="9892780" y="2253508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回収・入金管理</a:t>
            </a:r>
          </a:p>
        </p:txBody>
      </p:sp>
      <p:sp>
        <p:nvSpPr>
          <p:cNvPr id="334" name="正方形/長方形 333">
            <a:extLst>
              <a:ext uri="{FF2B5EF4-FFF2-40B4-BE49-F238E27FC236}">
                <a16:creationId xmlns:a16="http://schemas.microsoft.com/office/drawing/2014/main" id="{F39792FB-75F2-4C42-A60C-075F85B38DE2}"/>
              </a:ext>
            </a:extLst>
          </p:cNvPr>
          <p:cNvSpPr/>
          <p:nvPr/>
        </p:nvSpPr>
        <p:spPr>
          <a:xfrm>
            <a:off x="11188924" y="2254023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財務資金管理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36" name="正方形/長方形 335">
            <a:extLst>
              <a:ext uri="{FF2B5EF4-FFF2-40B4-BE49-F238E27FC236}">
                <a16:creationId xmlns:a16="http://schemas.microsoft.com/office/drawing/2014/main" id="{8626BB40-B599-4447-A4B1-952C58AD9CE7}"/>
              </a:ext>
            </a:extLst>
          </p:cNvPr>
          <p:cNvSpPr/>
          <p:nvPr/>
        </p:nvSpPr>
        <p:spPr>
          <a:xfrm>
            <a:off x="11188924" y="2863538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キャッシュフロー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管理</a:t>
            </a:r>
          </a:p>
        </p:txBody>
      </p:sp>
      <p:sp>
        <p:nvSpPr>
          <p:cNvPr id="339" name="正方形/長方形 338">
            <a:extLst>
              <a:ext uri="{FF2B5EF4-FFF2-40B4-BE49-F238E27FC236}">
                <a16:creationId xmlns:a16="http://schemas.microsoft.com/office/drawing/2014/main" id="{1D2E89F6-BC50-4FD0-ACAA-DB978C6FAD47}"/>
              </a:ext>
            </a:extLst>
          </p:cNvPr>
          <p:cNvSpPr/>
          <p:nvPr/>
        </p:nvSpPr>
        <p:spPr>
          <a:xfrm>
            <a:off x="9892780" y="350762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原価計算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プロジェクトを含む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1" name="正方形/長方形 340">
            <a:extLst>
              <a:ext uri="{FF2B5EF4-FFF2-40B4-BE49-F238E27FC236}">
                <a16:creationId xmlns:a16="http://schemas.microsoft.com/office/drawing/2014/main" id="{3B3E004F-AB21-499E-BFCB-32900D327FB1}"/>
              </a:ext>
            </a:extLst>
          </p:cNvPr>
          <p:cNvSpPr/>
          <p:nvPr/>
        </p:nvSpPr>
        <p:spPr>
          <a:xfrm>
            <a:off x="11175387" y="759120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情報システム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保守運用</a:t>
            </a:r>
          </a:p>
        </p:txBody>
      </p:sp>
      <p:sp>
        <p:nvSpPr>
          <p:cNvPr id="342" name="正方形/長方形 341">
            <a:extLst>
              <a:ext uri="{FF2B5EF4-FFF2-40B4-BE49-F238E27FC236}">
                <a16:creationId xmlns:a16="http://schemas.microsoft.com/office/drawing/2014/main" id="{3F36C2E4-A98C-447B-B21C-CA33C0A3F6EE}"/>
              </a:ext>
            </a:extLst>
          </p:cNvPr>
          <p:cNvSpPr/>
          <p:nvPr/>
        </p:nvSpPr>
        <p:spPr>
          <a:xfrm>
            <a:off x="9892780" y="542237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固定資産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4" name="正方形/長方形 343">
            <a:extLst>
              <a:ext uri="{FF2B5EF4-FFF2-40B4-BE49-F238E27FC236}">
                <a16:creationId xmlns:a16="http://schemas.microsoft.com/office/drawing/2014/main" id="{99FB5FE6-EC71-4ACC-897F-46F2F2AEDBAB}"/>
              </a:ext>
            </a:extLst>
          </p:cNvPr>
          <p:cNvSpPr/>
          <p:nvPr/>
        </p:nvSpPr>
        <p:spPr>
          <a:xfrm>
            <a:off x="9933580" y="759120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品目情報登録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5" name="正方形/長方形 344">
            <a:extLst>
              <a:ext uri="{FF2B5EF4-FFF2-40B4-BE49-F238E27FC236}">
                <a16:creationId xmlns:a16="http://schemas.microsoft.com/office/drawing/2014/main" id="{9E55249D-61B3-4F95-AED3-FD8EE234082F}"/>
              </a:ext>
            </a:extLst>
          </p:cNvPr>
          <p:cNvSpPr/>
          <p:nvPr/>
        </p:nvSpPr>
        <p:spPr>
          <a:xfrm>
            <a:off x="9933580" y="820440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価格情報登録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6" name="正方形/長方形 345">
            <a:extLst>
              <a:ext uri="{FF2B5EF4-FFF2-40B4-BE49-F238E27FC236}">
                <a16:creationId xmlns:a16="http://schemas.microsoft.com/office/drawing/2014/main" id="{00631EEA-1E71-4007-84AF-2707CB4043D8}"/>
              </a:ext>
            </a:extLst>
          </p:cNvPr>
          <p:cNvSpPr/>
          <p:nvPr/>
        </p:nvSpPr>
        <p:spPr>
          <a:xfrm>
            <a:off x="9933580" y="8817596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市場・取引先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情報登録</a:t>
            </a:r>
          </a:p>
        </p:txBody>
      </p:sp>
      <p:sp>
        <p:nvSpPr>
          <p:cNvPr id="347" name="正方形/長方形 346">
            <a:extLst>
              <a:ext uri="{FF2B5EF4-FFF2-40B4-BE49-F238E27FC236}">
                <a16:creationId xmlns:a16="http://schemas.microsoft.com/office/drawing/2014/main" id="{750DD6E8-D1CF-453F-98F5-66E23E03A0BC}"/>
              </a:ext>
            </a:extLst>
          </p:cNvPr>
          <p:cNvSpPr/>
          <p:nvPr/>
        </p:nvSpPr>
        <p:spPr>
          <a:xfrm>
            <a:off x="11188924" y="4777998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事業別・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案件別損益管理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0DD286E5-FC99-4C2D-8104-C2B0ED1D5FD7}"/>
              </a:ext>
            </a:extLst>
          </p:cNvPr>
          <p:cNvCxnSpPr>
            <a:stCxn id="2" idx="2"/>
            <a:endCxn id="233" idx="0"/>
          </p:cNvCxnSpPr>
          <p:nvPr/>
        </p:nvCxnSpPr>
        <p:spPr>
          <a:xfrm flipH="1">
            <a:off x="1469662" y="1932992"/>
            <a:ext cx="17726" cy="15393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直線矢印コネクタ 357">
            <a:extLst>
              <a:ext uri="{FF2B5EF4-FFF2-40B4-BE49-F238E27FC236}">
                <a16:creationId xmlns:a16="http://schemas.microsoft.com/office/drawing/2014/main" id="{29C837B0-9B95-455F-B8BD-D6542A790633}"/>
              </a:ext>
            </a:extLst>
          </p:cNvPr>
          <p:cNvCxnSpPr>
            <a:cxnSpLocks/>
            <a:stCxn id="245" idx="2"/>
            <a:endCxn id="246" idx="0"/>
          </p:cNvCxnSpPr>
          <p:nvPr/>
        </p:nvCxnSpPr>
        <p:spPr>
          <a:xfrm>
            <a:off x="1488248" y="3584877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四角形: 角を丸くする 363">
            <a:extLst>
              <a:ext uri="{FF2B5EF4-FFF2-40B4-BE49-F238E27FC236}">
                <a16:creationId xmlns:a16="http://schemas.microsoft.com/office/drawing/2014/main" id="{97D7DE0D-F8D7-4A76-9A07-97B37E24101B}"/>
              </a:ext>
            </a:extLst>
          </p:cNvPr>
          <p:cNvSpPr/>
          <p:nvPr/>
        </p:nvSpPr>
        <p:spPr>
          <a:xfrm>
            <a:off x="496144" y="2783153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営業・営業支援</a:t>
            </a:r>
          </a:p>
        </p:txBody>
      </p:sp>
      <p:cxnSp>
        <p:nvCxnSpPr>
          <p:cNvPr id="367" name="直線矢印コネクタ 366">
            <a:extLst>
              <a:ext uri="{FF2B5EF4-FFF2-40B4-BE49-F238E27FC236}">
                <a16:creationId xmlns:a16="http://schemas.microsoft.com/office/drawing/2014/main" id="{AC8DE76C-133C-4EA8-8FCE-C5D4E7F350AA}"/>
              </a:ext>
            </a:extLst>
          </p:cNvPr>
          <p:cNvCxnSpPr>
            <a:cxnSpLocks/>
            <a:stCxn id="247" idx="2"/>
            <a:endCxn id="254" idx="0"/>
          </p:cNvCxnSpPr>
          <p:nvPr/>
        </p:nvCxnSpPr>
        <p:spPr>
          <a:xfrm flipH="1">
            <a:off x="1473684" y="4540081"/>
            <a:ext cx="0" cy="13849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直線矢印コネクタ 369">
            <a:extLst>
              <a:ext uri="{FF2B5EF4-FFF2-40B4-BE49-F238E27FC236}">
                <a16:creationId xmlns:a16="http://schemas.microsoft.com/office/drawing/2014/main" id="{6C6DBE94-F14A-4777-B0BE-8499730E0D77}"/>
              </a:ext>
            </a:extLst>
          </p:cNvPr>
          <p:cNvCxnSpPr>
            <a:cxnSpLocks/>
            <a:stCxn id="252" idx="2"/>
            <a:endCxn id="265" idx="0"/>
          </p:cNvCxnSpPr>
          <p:nvPr/>
        </p:nvCxnSpPr>
        <p:spPr>
          <a:xfrm>
            <a:off x="1488248" y="5487179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直線矢印コネクタ 379">
            <a:extLst>
              <a:ext uri="{FF2B5EF4-FFF2-40B4-BE49-F238E27FC236}">
                <a16:creationId xmlns:a16="http://schemas.microsoft.com/office/drawing/2014/main" id="{2D1C71DE-D58D-425E-AC8C-7199C3CFD3D3}"/>
              </a:ext>
            </a:extLst>
          </p:cNvPr>
          <p:cNvCxnSpPr>
            <a:cxnSpLocks/>
            <a:stCxn id="256" idx="2"/>
            <a:endCxn id="257" idx="0"/>
          </p:cNvCxnSpPr>
          <p:nvPr/>
        </p:nvCxnSpPr>
        <p:spPr>
          <a:xfrm>
            <a:off x="1488248" y="6450489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直線矢印コネクタ 382">
            <a:extLst>
              <a:ext uri="{FF2B5EF4-FFF2-40B4-BE49-F238E27FC236}">
                <a16:creationId xmlns:a16="http://schemas.microsoft.com/office/drawing/2014/main" id="{D0A1B61A-36D8-44A6-B1A3-7AD11C9394A7}"/>
              </a:ext>
            </a:extLst>
          </p:cNvPr>
          <p:cNvCxnSpPr>
            <a:cxnSpLocks/>
            <a:stCxn id="257" idx="2"/>
            <a:endCxn id="259" idx="0"/>
          </p:cNvCxnSpPr>
          <p:nvPr/>
        </p:nvCxnSpPr>
        <p:spPr>
          <a:xfrm>
            <a:off x="1488248" y="6928091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直線矢印コネクタ 385">
            <a:extLst>
              <a:ext uri="{FF2B5EF4-FFF2-40B4-BE49-F238E27FC236}">
                <a16:creationId xmlns:a16="http://schemas.microsoft.com/office/drawing/2014/main" id="{98B638E0-5132-4876-89A2-4CD358D0CF02}"/>
              </a:ext>
            </a:extLst>
          </p:cNvPr>
          <p:cNvCxnSpPr>
            <a:cxnSpLocks/>
            <a:stCxn id="259" idx="2"/>
            <a:endCxn id="260" idx="0"/>
          </p:cNvCxnSpPr>
          <p:nvPr/>
        </p:nvCxnSpPr>
        <p:spPr>
          <a:xfrm>
            <a:off x="1488248" y="7405693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四角形: 角を丸くする 408">
            <a:extLst>
              <a:ext uri="{FF2B5EF4-FFF2-40B4-BE49-F238E27FC236}">
                <a16:creationId xmlns:a16="http://schemas.microsoft.com/office/drawing/2014/main" id="{47E4C974-4F94-4262-9878-E07940B45141}"/>
              </a:ext>
            </a:extLst>
          </p:cNvPr>
          <p:cNvSpPr/>
          <p:nvPr/>
        </p:nvSpPr>
        <p:spPr>
          <a:xfrm>
            <a:off x="3464588" y="2495121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需給・物流</a:t>
            </a:r>
          </a:p>
        </p:txBody>
      </p:sp>
      <p:sp>
        <p:nvSpPr>
          <p:cNvPr id="411" name="四角形: 角を丸くする 410">
            <a:extLst>
              <a:ext uri="{FF2B5EF4-FFF2-40B4-BE49-F238E27FC236}">
                <a16:creationId xmlns:a16="http://schemas.microsoft.com/office/drawing/2014/main" id="{2E194C17-7773-406B-BA38-F4DC4CD81418}"/>
              </a:ext>
            </a:extLst>
          </p:cNvPr>
          <p:cNvSpPr/>
          <p:nvPr/>
        </p:nvSpPr>
        <p:spPr>
          <a:xfrm>
            <a:off x="9984086" y="127098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財務管理・管理会計</a:t>
            </a:r>
          </a:p>
        </p:txBody>
      </p:sp>
      <p:sp>
        <p:nvSpPr>
          <p:cNvPr id="423" name="四角形: 角を丸くする 422">
            <a:extLst>
              <a:ext uri="{FF2B5EF4-FFF2-40B4-BE49-F238E27FC236}">
                <a16:creationId xmlns:a16="http://schemas.microsoft.com/office/drawing/2014/main" id="{22306C78-EE42-4081-B334-6282FBD52B5C}"/>
              </a:ext>
            </a:extLst>
          </p:cNvPr>
          <p:cNvSpPr/>
          <p:nvPr/>
        </p:nvSpPr>
        <p:spPr>
          <a:xfrm>
            <a:off x="3464588" y="1198977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製造</a:t>
            </a:r>
          </a:p>
        </p:txBody>
      </p:sp>
      <p:sp>
        <p:nvSpPr>
          <p:cNvPr id="474" name="四角形: 角を丸くする 473">
            <a:extLst>
              <a:ext uri="{FF2B5EF4-FFF2-40B4-BE49-F238E27FC236}">
                <a16:creationId xmlns:a16="http://schemas.microsoft.com/office/drawing/2014/main" id="{86C666E7-E8BE-476D-9A10-71529D4C0229}"/>
              </a:ext>
            </a:extLst>
          </p:cNvPr>
          <p:cNvSpPr/>
          <p:nvPr/>
        </p:nvSpPr>
        <p:spPr>
          <a:xfrm>
            <a:off x="3464588" y="4079297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購買</a:t>
            </a:r>
          </a:p>
        </p:txBody>
      </p:sp>
      <p:sp>
        <p:nvSpPr>
          <p:cNvPr id="477" name="四角形: 角を丸くする 476">
            <a:extLst>
              <a:ext uri="{FF2B5EF4-FFF2-40B4-BE49-F238E27FC236}">
                <a16:creationId xmlns:a16="http://schemas.microsoft.com/office/drawing/2014/main" id="{1293F002-CB1B-4718-8C97-21A491290768}"/>
              </a:ext>
            </a:extLst>
          </p:cNvPr>
          <p:cNvSpPr/>
          <p:nvPr/>
        </p:nvSpPr>
        <p:spPr>
          <a:xfrm>
            <a:off x="3464588" y="6815601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ソリューション・サービス</a:t>
            </a:r>
          </a:p>
        </p:txBody>
      </p:sp>
      <p:sp>
        <p:nvSpPr>
          <p:cNvPr id="488" name="四角形: 角を丸くする 487">
            <a:extLst>
              <a:ext uri="{FF2B5EF4-FFF2-40B4-BE49-F238E27FC236}">
                <a16:creationId xmlns:a16="http://schemas.microsoft.com/office/drawing/2014/main" id="{D2AE6AB6-116F-419A-870C-ABA1E79B827A}"/>
              </a:ext>
            </a:extLst>
          </p:cNvPr>
          <p:cNvSpPr/>
          <p:nvPr/>
        </p:nvSpPr>
        <p:spPr>
          <a:xfrm>
            <a:off x="9984086" y="6815601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ビジネス・サポート</a:t>
            </a:r>
          </a:p>
        </p:txBody>
      </p:sp>
      <p:cxnSp>
        <p:nvCxnSpPr>
          <p:cNvPr id="505" name="直線矢印コネクタ 504">
            <a:extLst>
              <a:ext uri="{FF2B5EF4-FFF2-40B4-BE49-F238E27FC236}">
                <a16:creationId xmlns:a16="http://schemas.microsoft.com/office/drawing/2014/main" id="{F83B5EE1-3245-4F52-8BA2-33ACE13EDDF6}"/>
              </a:ext>
            </a:extLst>
          </p:cNvPr>
          <p:cNvCxnSpPr>
            <a:cxnSpLocks/>
            <a:stCxn id="309" idx="3"/>
            <a:endCxn id="310" idx="1"/>
          </p:cNvCxnSpPr>
          <p:nvPr/>
        </p:nvCxnSpPr>
        <p:spPr>
          <a:xfrm>
            <a:off x="4213969" y="1724944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直線矢印コネクタ 511">
            <a:extLst>
              <a:ext uri="{FF2B5EF4-FFF2-40B4-BE49-F238E27FC236}">
                <a16:creationId xmlns:a16="http://schemas.microsoft.com/office/drawing/2014/main" id="{9D0E6B93-F6F9-4BF0-9D6D-65FE5CE41D0A}"/>
              </a:ext>
            </a:extLst>
          </p:cNvPr>
          <p:cNvCxnSpPr>
            <a:cxnSpLocks/>
            <a:stCxn id="310" idx="3"/>
            <a:endCxn id="315" idx="1"/>
          </p:cNvCxnSpPr>
          <p:nvPr/>
        </p:nvCxnSpPr>
        <p:spPr>
          <a:xfrm flipV="1">
            <a:off x="5511722" y="1720704"/>
            <a:ext cx="152674" cy="424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直線矢印コネクタ 512">
            <a:extLst>
              <a:ext uri="{FF2B5EF4-FFF2-40B4-BE49-F238E27FC236}">
                <a16:creationId xmlns:a16="http://schemas.microsoft.com/office/drawing/2014/main" id="{EAEF5535-7D80-4032-8ECD-8EB4D5A56763}"/>
              </a:ext>
            </a:extLst>
          </p:cNvPr>
          <p:cNvCxnSpPr>
            <a:cxnSpLocks/>
            <a:stCxn id="314" idx="3"/>
            <a:endCxn id="311" idx="1"/>
          </p:cNvCxnSpPr>
          <p:nvPr/>
        </p:nvCxnSpPr>
        <p:spPr>
          <a:xfrm>
            <a:off x="8119147" y="1724944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直線矢印コネクタ 513">
            <a:extLst>
              <a:ext uri="{FF2B5EF4-FFF2-40B4-BE49-F238E27FC236}">
                <a16:creationId xmlns:a16="http://schemas.microsoft.com/office/drawing/2014/main" id="{2959C29F-4386-45D2-B5D3-0142BD8602B2}"/>
              </a:ext>
            </a:extLst>
          </p:cNvPr>
          <p:cNvCxnSpPr>
            <a:cxnSpLocks/>
            <a:stCxn id="270" idx="3"/>
            <a:endCxn id="271" idx="1"/>
          </p:cNvCxnSpPr>
          <p:nvPr/>
        </p:nvCxnSpPr>
        <p:spPr>
          <a:xfrm>
            <a:off x="4209843" y="7400785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直線矢印コネクタ 514">
            <a:extLst>
              <a:ext uri="{FF2B5EF4-FFF2-40B4-BE49-F238E27FC236}">
                <a16:creationId xmlns:a16="http://schemas.microsoft.com/office/drawing/2014/main" id="{84DF0F1E-A30D-4430-B0A1-162D5347566A}"/>
              </a:ext>
            </a:extLst>
          </p:cNvPr>
          <p:cNvCxnSpPr>
            <a:cxnSpLocks/>
            <a:stCxn id="271" idx="3"/>
            <a:endCxn id="272" idx="1"/>
          </p:cNvCxnSpPr>
          <p:nvPr/>
        </p:nvCxnSpPr>
        <p:spPr>
          <a:xfrm>
            <a:off x="5507596" y="7400785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直線矢印コネクタ 564">
            <a:extLst>
              <a:ext uri="{FF2B5EF4-FFF2-40B4-BE49-F238E27FC236}">
                <a16:creationId xmlns:a16="http://schemas.microsoft.com/office/drawing/2014/main" id="{54A88606-A953-4A9E-A0FC-BF5EC7EB705C}"/>
              </a:ext>
            </a:extLst>
          </p:cNvPr>
          <p:cNvCxnSpPr>
            <a:cxnSpLocks/>
            <a:stCxn id="318" idx="3"/>
            <a:endCxn id="313" idx="1"/>
          </p:cNvCxnSpPr>
          <p:nvPr/>
        </p:nvCxnSpPr>
        <p:spPr>
          <a:xfrm>
            <a:off x="5511722" y="2088800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7" name="四角形: 角を丸くする 706">
            <a:extLst>
              <a:ext uri="{FF2B5EF4-FFF2-40B4-BE49-F238E27FC236}">
                <a16:creationId xmlns:a16="http://schemas.microsoft.com/office/drawing/2014/main" id="{7DCDCE38-AD06-423B-B315-8F8EC4B7B3EE}"/>
              </a:ext>
            </a:extLst>
          </p:cNvPr>
          <p:cNvSpPr/>
          <p:nvPr/>
        </p:nvSpPr>
        <p:spPr>
          <a:xfrm>
            <a:off x="9984086" y="702248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情報システム</a:t>
            </a:r>
            <a:r>
              <a:rPr kumimoji="1" lang="en-US" altLang="ja-JP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/</a:t>
            </a:r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業務改革</a:t>
            </a:r>
            <a:endParaRPr kumimoji="1" lang="en-US" altLang="ja-JP" sz="1400" b="1" dirty="0">
              <a:solidFill>
                <a:schemeClr val="bg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6" name="正方形/長方形 505">
            <a:extLst>
              <a:ext uri="{FF2B5EF4-FFF2-40B4-BE49-F238E27FC236}">
                <a16:creationId xmlns:a16="http://schemas.microsoft.com/office/drawing/2014/main" id="{DF228DE6-C7F8-4C44-B045-30260486E886}"/>
              </a:ext>
            </a:extLst>
          </p:cNvPr>
          <p:cNvSpPr/>
          <p:nvPr/>
        </p:nvSpPr>
        <p:spPr>
          <a:xfrm>
            <a:off x="2978043" y="5357630"/>
            <a:ext cx="6580771" cy="1313955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7" name="四角形: 角を丸くする 506">
            <a:extLst>
              <a:ext uri="{FF2B5EF4-FFF2-40B4-BE49-F238E27FC236}">
                <a16:creationId xmlns:a16="http://schemas.microsoft.com/office/drawing/2014/main" id="{3A7A01D5-4460-48D5-B956-C9F2EC21A87F}"/>
              </a:ext>
            </a:extLst>
          </p:cNvPr>
          <p:cNvSpPr/>
          <p:nvPr/>
        </p:nvSpPr>
        <p:spPr>
          <a:xfrm>
            <a:off x="3464588" y="523142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</a:p>
        </p:txBody>
      </p:sp>
      <p:sp>
        <p:nvSpPr>
          <p:cNvPr id="508" name="正方形/長方形 507">
            <a:extLst>
              <a:ext uri="{FF2B5EF4-FFF2-40B4-BE49-F238E27FC236}">
                <a16:creationId xmlns:a16="http://schemas.microsoft.com/office/drawing/2014/main" id="{B973957C-DA83-4FC1-B9EA-394800645380}"/>
              </a:ext>
            </a:extLst>
          </p:cNvPr>
          <p:cNvSpPr/>
          <p:nvPr/>
        </p:nvSpPr>
        <p:spPr>
          <a:xfrm>
            <a:off x="2978043" y="8569917"/>
            <a:ext cx="6580771" cy="981988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9" name="四角形: 角を丸くする 508">
            <a:extLst>
              <a:ext uri="{FF2B5EF4-FFF2-40B4-BE49-F238E27FC236}">
                <a16:creationId xmlns:a16="http://schemas.microsoft.com/office/drawing/2014/main" id="{117F9CA5-9F4B-452C-817D-95085D3CC790}"/>
              </a:ext>
            </a:extLst>
          </p:cNvPr>
          <p:cNvSpPr/>
          <p:nvPr/>
        </p:nvSpPr>
        <p:spPr>
          <a:xfrm>
            <a:off x="3464588" y="847178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顧客管理</a:t>
            </a: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1617B97C-4A1B-4383-A419-B9573C69AE66}"/>
              </a:ext>
            </a:extLst>
          </p:cNvPr>
          <p:cNvSpPr/>
          <p:nvPr/>
        </p:nvSpPr>
        <p:spPr>
          <a:xfrm>
            <a:off x="3097193" y="8796632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顧客情報登録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36" name="正方形/長方形 235">
            <a:extLst>
              <a:ext uri="{FF2B5EF4-FFF2-40B4-BE49-F238E27FC236}">
                <a16:creationId xmlns:a16="http://schemas.microsoft.com/office/drawing/2014/main" id="{62E5355E-6D4E-4FE7-AB37-3965D18880B8}"/>
              </a:ext>
            </a:extLst>
          </p:cNvPr>
          <p:cNvSpPr/>
          <p:nvPr/>
        </p:nvSpPr>
        <p:spPr>
          <a:xfrm>
            <a:off x="4394946" y="8799570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クレーム・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問合せ対応</a:t>
            </a:r>
          </a:p>
        </p:txBody>
      </p:sp>
      <p:sp>
        <p:nvSpPr>
          <p:cNvPr id="237" name="正方形/長方形 236">
            <a:extLst>
              <a:ext uri="{FF2B5EF4-FFF2-40B4-BE49-F238E27FC236}">
                <a16:creationId xmlns:a16="http://schemas.microsoft.com/office/drawing/2014/main" id="{E90CA838-03C6-440D-A557-BC4AFB0165E3}"/>
              </a:ext>
            </a:extLst>
          </p:cNvPr>
          <p:cNvSpPr/>
          <p:nvPr/>
        </p:nvSpPr>
        <p:spPr>
          <a:xfrm>
            <a:off x="5654411" y="8785213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お客様問合せ対応</a:t>
            </a:r>
          </a:p>
        </p:txBody>
      </p:sp>
      <p:sp>
        <p:nvSpPr>
          <p:cNvPr id="239" name="正方形/長方形 238">
            <a:extLst>
              <a:ext uri="{FF2B5EF4-FFF2-40B4-BE49-F238E27FC236}">
                <a16:creationId xmlns:a16="http://schemas.microsoft.com/office/drawing/2014/main" id="{D8B02DAB-8EAB-4FBF-A617-97B13F70064D}"/>
              </a:ext>
            </a:extLst>
          </p:cNvPr>
          <p:cNvSpPr/>
          <p:nvPr/>
        </p:nvSpPr>
        <p:spPr>
          <a:xfrm>
            <a:off x="3097193" y="9179185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信用状況管理</a:t>
            </a:r>
          </a:p>
        </p:txBody>
      </p:sp>
      <p:sp>
        <p:nvSpPr>
          <p:cNvPr id="240" name="正方形/長方形 239">
            <a:extLst>
              <a:ext uri="{FF2B5EF4-FFF2-40B4-BE49-F238E27FC236}">
                <a16:creationId xmlns:a16="http://schemas.microsoft.com/office/drawing/2014/main" id="{5075D01B-5E70-404A-9F64-C56BC07A880B}"/>
              </a:ext>
            </a:extLst>
          </p:cNvPr>
          <p:cNvSpPr/>
          <p:nvPr/>
        </p:nvSpPr>
        <p:spPr>
          <a:xfrm>
            <a:off x="6990452" y="8799570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お客様接点情報配信</a:t>
            </a:r>
          </a:p>
        </p:txBody>
      </p:sp>
      <p:sp>
        <p:nvSpPr>
          <p:cNvPr id="241" name="正方形/長方形 240">
            <a:extLst>
              <a:ext uri="{FF2B5EF4-FFF2-40B4-BE49-F238E27FC236}">
                <a16:creationId xmlns:a16="http://schemas.microsoft.com/office/drawing/2014/main" id="{0A251DE0-3B0B-4A58-96A8-6F5C51D17914}"/>
              </a:ext>
            </a:extLst>
          </p:cNvPr>
          <p:cNvSpPr/>
          <p:nvPr/>
        </p:nvSpPr>
        <p:spPr>
          <a:xfrm>
            <a:off x="8306302" y="8799570"/>
            <a:ext cx="1034421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お客様満足度分析</a:t>
            </a: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90F04673-3924-4063-8C98-A6ED993AEF45}"/>
              </a:ext>
            </a:extLst>
          </p:cNvPr>
          <p:cNvSpPr/>
          <p:nvPr/>
        </p:nvSpPr>
        <p:spPr>
          <a:xfrm>
            <a:off x="3097193" y="5554184"/>
            <a:ext cx="1034421" cy="289638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  <a:br>
              <a:rPr kumimoji="1" lang="en-US" altLang="ja-JP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874D7244-14FB-4173-BB2C-D30D50B45ED7}"/>
              </a:ext>
            </a:extLst>
          </p:cNvPr>
          <p:cNvSpPr/>
          <p:nvPr/>
        </p:nvSpPr>
        <p:spPr>
          <a:xfrm>
            <a:off x="5692699" y="5554184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作業実施</a:t>
            </a: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850DD6DE-3A50-4E3E-96CA-A7F03AA12048}"/>
              </a:ext>
            </a:extLst>
          </p:cNvPr>
          <p:cNvSpPr/>
          <p:nvPr/>
        </p:nvSpPr>
        <p:spPr>
          <a:xfrm>
            <a:off x="4394946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料金計算</a:t>
            </a:r>
            <a:b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機械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01D28D58-BF1C-4E7E-ABFC-3AE1132ACA87}"/>
              </a:ext>
            </a:extLst>
          </p:cNvPr>
          <p:cNvSpPr/>
          <p:nvPr/>
        </p:nvSpPr>
        <p:spPr>
          <a:xfrm>
            <a:off x="4394946" y="63178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消耗品自動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配送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4" name="正方形/長方形 283">
            <a:extLst>
              <a:ext uri="{FF2B5EF4-FFF2-40B4-BE49-F238E27FC236}">
                <a16:creationId xmlns:a16="http://schemas.microsoft.com/office/drawing/2014/main" id="{73104199-C2B6-4549-83E5-BA8179114042}"/>
              </a:ext>
            </a:extLst>
          </p:cNvPr>
          <p:cNvSpPr/>
          <p:nvPr/>
        </p:nvSpPr>
        <p:spPr>
          <a:xfrm>
            <a:off x="5692699" y="63178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業務委託料計算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64EB003E-9CA0-4B12-A5B2-AA28483C8173}"/>
              </a:ext>
            </a:extLst>
          </p:cNvPr>
          <p:cNvSpPr/>
          <p:nvPr/>
        </p:nvSpPr>
        <p:spPr>
          <a:xfrm>
            <a:off x="3097193" y="63178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消耗品配送方式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策定</a:t>
            </a:r>
          </a:p>
        </p:txBody>
      </p:sp>
      <p:sp>
        <p:nvSpPr>
          <p:cNvPr id="286" name="正方形/長方形 285">
            <a:extLst>
              <a:ext uri="{FF2B5EF4-FFF2-40B4-BE49-F238E27FC236}">
                <a16:creationId xmlns:a16="http://schemas.microsoft.com/office/drawing/2014/main" id="{76E3EBF1-E8C4-4EFA-99A2-0BEF3969D231}"/>
              </a:ext>
            </a:extLst>
          </p:cNvPr>
          <p:cNvSpPr/>
          <p:nvPr/>
        </p:nvSpPr>
        <p:spPr>
          <a:xfrm>
            <a:off x="4394946" y="5554184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訪問計画策定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7" name="正方形/長方形 286">
            <a:extLst>
              <a:ext uri="{FF2B5EF4-FFF2-40B4-BE49-F238E27FC236}">
                <a16:creationId xmlns:a16="http://schemas.microsoft.com/office/drawing/2014/main" id="{291A8EC9-595C-416D-B48F-503EDA313BF0}"/>
              </a:ext>
            </a:extLst>
          </p:cNvPr>
          <p:cNvSpPr/>
          <p:nvPr/>
        </p:nvSpPr>
        <p:spPr>
          <a:xfrm>
            <a:off x="5692699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機械通知対応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8" name="正方形/長方形 287">
            <a:extLst>
              <a:ext uri="{FF2B5EF4-FFF2-40B4-BE49-F238E27FC236}">
                <a16:creationId xmlns:a16="http://schemas.microsoft.com/office/drawing/2014/main" id="{B9987344-817E-40EE-A234-EFD2DB38570E}"/>
              </a:ext>
            </a:extLst>
          </p:cNvPr>
          <p:cNvSpPr/>
          <p:nvPr/>
        </p:nvSpPr>
        <p:spPr>
          <a:xfrm>
            <a:off x="3097193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メーター情報収集</a:t>
            </a:r>
          </a:p>
        </p:txBody>
      </p:sp>
      <p:sp>
        <p:nvSpPr>
          <p:cNvPr id="289" name="正方形/長方形 288">
            <a:extLst>
              <a:ext uri="{FF2B5EF4-FFF2-40B4-BE49-F238E27FC236}">
                <a16:creationId xmlns:a16="http://schemas.microsoft.com/office/drawing/2014/main" id="{8C7383CE-FB5F-40A9-A454-6EF24C994AC6}"/>
              </a:ext>
            </a:extLst>
          </p:cNvPr>
          <p:cNvSpPr/>
          <p:nvPr/>
        </p:nvSpPr>
        <p:spPr>
          <a:xfrm>
            <a:off x="6990452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機械情報管理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0" name="正方形/長方形 289">
            <a:extLst>
              <a:ext uri="{FF2B5EF4-FFF2-40B4-BE49-F238E27FC236}">
                <a16:creationId xmlns:a16="http://schemas.microsoft.com/office/drawing/2014/main" id="{B32320EA-89B5-4903-88FC-4CA3CC3C035F}"/>
              </a:ext>
            </a:extLst>
          </p:cNvPr>
          <p:cNvSpPr/>
          <p:nvPr/>
        </p:nvSpPr>
        <p:spPr>
          <a:xfrm>
            <a:off x="8318707" y="59304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品質管理</a:t>
            </a:r>
          </a:p>
        </p:txBody>
      </p:sp>
      <p:sp>
        <p:nvSpPr>
          <p:cNvPr id="291" name="正方形/長方形 290">
            <a:extLst>
              <a:ext uri="{FF2B5EF4-FFF2-40B4-BE49-F238E27FC236}">
                <a16:creationId xmlns:a16="http://schemas.microsoft.com/office/drawing/2014/main" id="{BE2F99A5-8D86-482A-B9BB-CEF04E850154}"/>
              </a:ext>
            </a:extLst>
          </p:cNvPr>
          <p:cNvSpPr/>
          <p:nvPr/>
        </p:nvSpPr>
        <p:spPr>
          <a:xfrm>
            <a:off x="6990452" y="5554184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ナレッジ対応</a:t>
            </a:r>
          </a:p>
        </p:txBody>
      </p:sp>
      <p:cxnSp>
        <p:nvCxnSpPr>
          <p:cNvPr id="510" name="直線矢印コネクタ 509">
            <a:extLst>
              <a:ext uri="{FF2B5EF4-FFF2-40B4-BE49-F238E27FC236}">
                <a16:creationId xmlns:a16="http://schemas.microsoft.com/office/drawing/2014/main" id="{9A4FDC17-8C33-4D40-A52C-0D1CDF00A04A}"/>
              </a:ext>
            </a:extLst>
          </p:cNvPr>
          <p:cNvCxnSpPr>
            <a:cxnSpLocks/>
            <a:stCxn id="246" idx="2"/>
            <a:endCxn id="247" idx="0"/>
          </p:cNvCxnSpPr>
          <p:nvPr/>
        </p:nvCxnSpPr>
        <p:spPr>
          <a:xfrm>
            <a:off x="1488248" y="4062479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6" name="正方形/長方形 405">
            <a:extLst>
              <a:ext uri="{FF2B5EF4-FFF2-40B4-BE49-F238E27FC236}">
                <a16:creationId xmlns:a16="http://schemas.microsoft.com/office/drawing/2014/main" id="{53C0132C-6F1B-48E5-A283-B4D2CA6B1F33}"/>
              </a:ext>
            </a:extLst>
          </p:cNvPr>
          <p:cNvSpPr/>
          <p:nvPr/>
        </p:nvSpPr>
        <p:spPr>
          <a:xfrm>
            <a:off x="9892780" y="4166346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一般会計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単体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2" name="正方形/長方形 411">
            <a:extLst>
              <a:ext uri="{FF2B5EF4-FFF2-40B4-BE49-F238E27FC236}">
                <a16:creationId xmlns:a16="http://schemas.microsoft.com/office/drawing/2014/main" id="{87B6C99D-71B0-4CBB-92BF-F8BA2B5F2559}"/>
              </a:ext>
            </a:extLst>
          </p:cNvPr>
          <p:cNvSpPr/>
          <p:nvPr/>
        </p:nvSpPr>
        <p:spPr>
          <a:xfrm>
            <a:off x="9892780" y="4774303"/>
            <a:ext cx="1116532" cy="372392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一般会計</a:t>
            </a:r>
            <a:r>
              <a:rPr kumimoji="1" lang="en-US" altLang="zh-TW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連結</a:t>
            </a:r>
            <a:r>
              <a:rPr kumimoji="1" lang="en-US" altLang="zh-TW" sz="1000" dirty="0">
                <a:solidFill>
                  <a:srgbClr val="969696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rgbClr val="969696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3" name="正方形/長方形 412">
            <a:extLst>
              <a:ext uri="{FF2B5EF4-FFF2-40B4-BE49-F238E27FC236}">
                <a16:creationId xmlns:a16="http://schemas.microsoft.com/office/drawing/2014/main" id="{B46AE3FC-D764-4946-9CC3-2C16C1AECB5A}"/>
              </a:ext>
            </a:extLst>
          </p:cNvPr>
          <p:cNvSpPr/>
          <p:nvPr/>
        </p:nvSpPr>
        <p:spPr>
          <a:xfrm>
            <a:off x="9892780" y="287668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売上・棚卸資産</a:t>
            </a:r>
          </a:p>
        </p:txBody>
      </p:sp>
      <p:sp>
        <p:nvSpPr>
          <p:cNvPr id="465" name="正方形/長方形 464">
            <a:extLst>
              <a:ext uri="{FF2B5EF4-FFF2-40B4-BE49-F238E27FC236}">
                <a16:creationId xmlns:a16="http://schemas.microsoft.com/office/drawing/2014/main" id="{E5D57477-5161-4CF8-80E6-EBB648795ABA}"/>
              </a:ext>
            </a:extLst>
          </p:cNvPr>
          <p:cNvSpPr/>
          <p:nvPr/>
        </p:nvSpPr>
        <p:spPr>
          <a:xfrm>
            <a:off x="11188924" y="4154938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計画・立案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管理会計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4" name="正方形/長方形 503">
            <a:extLst>
              <a:ext uri="{FF2B5EF4-FFF2-40B4-BE49-F238E27FC236}">
                <a16:creationId xmlns:a16="http://schemas.microsoft.com/office/drawing/2014/main" id="{7B82E3B4-2D90-425E-9882-865894D07837}"/>
              </a:ext>
            </a:extLst>
          </p:cNvPr>
          <p:cNvSpPr/>
          <p:nvPr/>
        </p:nvSpPr>
        <p:spPr>
          <a:xfrm>
            <a:off x="11188924" y="541472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業績・見通予測管理</a:t>
            </a:r>
          </a:p>
        </p:txBody>
      </p:sp>
      <p:cxnSp>
        <p:nvCxnSpPr>
          <p:cNvPr id="552" name="直線矢印コネクタ 551">
            <a:extLst>
              <a:ext uri="{FF2B5EF4-FFF2-40B4-BE49-F238E27FC236}">
                <a16:creationId xmlns:a16="http://schemas.microsoft.com/office/drawing/2014/main" id="{315F52CE-00D5-4D51-A698-4079B178F4D1}"/>
              </a:ext>
            </a:extLst>
          </p:cNvPr>
          <p:cNvCxnSpPr>
            <a:cxnSpLocks/>
            <a:stCxn id="315" idx="3"/>
            <a:endCxn id="314" idx="1"/>
          </p:cNvCxnSpPr>
          <p:nvPr/>
        </p:nvCxnSpPr>
        <p:spPr>
          <a:xfrm>
            <a:off x="6780928" y="1720704"/>
            <a:ext cx="221687" cy="424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0" name="楕円 629">
            <a:extLst>
              <a:ext uri="{FF2B5EF4-FFF2-40B4-BE49-F238E27FC236}">
                <a16:creationId xmlns:a16="http://schemas.microsoft.com/office/drawing/2014/main" id="{E9EFB2CC-3EA2-43E0-B202-DA941AD5F547}"/>
              </a:ext>
            </a:extLst>
          </p:cNvPr>
          <p:cNvSpPr/>
          <p:nvPr/>
        </p:nvSpPr>
        <p:spPr>
          <a:xfrm>
            <a:off x="109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3" name="正方形/長方形 742">
            <a:extLst>
              <a:ext uri="{FF2B5EF4-FFF2-40B4-BE49-F238E27FC236}">
                <a16:creationId xmlns:a16="http://schemas.microsoft.com/office/drawing/2014/main" id="{DCC34A0F-0640-4B20-A761-BC81228C2AED}"/>
              </a:ext>
            </a:extLst>
          </p:cNvPr>
          <p:cNvSpPr/>
          <p:nvPr/>
        </p:nvSpPr>
        <p:spPr>
          <a:xfrm>
            <a:off x="-3392288" y="3864664"/>
            <a:ext cx="3240000" cy="936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タイムリーな情報提供による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向上：⑨⑪⑫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情報共有・集約による需要予測の精度向上・業務の迅速化：③⑫</a:t>
            </a: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標準化・自動化による業務削減・業務品質向上：㉞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04" name="正方形/長方形 403">
            <a:extLst>
              <a:ext uri="{FF2B5EF4-FFF2-40B4-BE49-F238E27FC236}">
                <a16:creationId xmlns:a16="http://schemas.microsoft.com/office/drawing/2014/main" id="{D5444E08-DA5F-43FD-9588-F3688C5310DE}"/>
              </a:ext>
            </a:extLst>
          </p:cNvPr>
          <p:cNvSpPr/>
          <p:nvPr/>
        </p:nvSpPr>
        <p:spPr>
          <a:xfrm>
            <a:off x="-3392288" y="7105016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~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提供までは、ソリューションの強化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パートナーを活用したソリューションの販売強化：②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料金計算、アサインは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向上及び効率化</a:t>
            </a:r>
          </a:p>
        </p:txBody>
      </p:sp>
      <p:sp>
        <p:nvSpPr>
          <p:cNvPr id="420" name="正方形/長方形 419">
            <a:extLst>
              <a:ext uri="{FF2B5EF4-FFF2-40B4-BE49-F238E27FC236}">
                <a16:creationId xmlns:a16="http://schemas.microsoft.com/office/drawing/2014/main" id="{7E0385DC-395A-40B7-BC23-59DA1458DFC4}"/>
              </a:ext>
            </a:extLst>
          </p:cNvPr>
          <p:cNvSpPr/>
          <p:nvPr/>
        </p:nvSpPr>
        <p:spPr>
          <a:xfrm>
            <a:off x="-3392288" y="8113048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情報共有による問い合わせ対応の効率化、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1" name="正方形/長方形 420">
            <a:extLst>
              <a:ext uri="{FF2B5EF4-FFF2-40B4-BE49-F238E27FC236}">
                <a16:creationId xmlns:a16="http://schemas.microsoft.com/office/drawing/2014/main" id="{30D6393C-430C-4C17-A8BB-BACD010E217D}"/>
              </a:ext>
            </a:extLst>
          </p:cNvPr>
          <p:cNvSpPr/>
          <p:nvPr/>
        </p:nvSpPr>
        <p:spPr>
          <a:xfrm>
            <a:off x="-3392288" y="6096824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作業の効率化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消耗品などの需給管理の高度化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情報共有による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の向上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特約店作業の品質担保：①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1" name="正方形/長方形 750">
            <a:extLst>
              <a:ext uri="{FF2B5EF4-FFF2-40B4-BE49-F238E27FC236}">
                <a16:creationId xmlns:a16="http://schemas.microsoft.com/office/drawing/2014/main" id="{870EE602-8734-43DD-8122-664CCE764A07}"/>
              </a:ext>
            </a:extLst>
          </p:cNvPr>
          <p:cNvSpPr/>
          <p:nvPr/>
        </p:nvSpPr>
        <p:spPr>
          <a:xfrm>
            <a:off x="-3391928" y="1488288"/>
            <a:ext cx="3240000" cy="1133393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【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戦略策定～セリング・納期確認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】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（営業活動系）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代販チャネルへの情報共有・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AI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による販売促進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タイムリーな情報提供による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【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契約書作成～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】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（販売事務系）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自動化・情報共有・ルールの見直しによる業務効率化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5" name="正方形/長方形 424">
            <a:extLst>
              <a:ext uri="{FF2B5EF4-FFF2-40B4-BE49-F238E27FC236}">
                <a16:creationId xmlns:a16="http://schemas.microsoft.com/office/drawing/2014/main" id="{3F444CE7-0375-44A6-9DF6-6931620233B2}"/>
              </a:ext>
            </a:extLst>
          </p:cNvPr>
          <p:cNvSpPr/>
          <p:nvPr/>
        </p:nvSpPr>
        <p:spPr>
          <a:xfrm>
            <a:off x="-3392288" y="5088688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自動化による業務効率化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2" name="正方形/長方形 751">
            <a:extLst>
              <a:ext uri="{FF2B5EF4-FFF2-40B4-BE49-F238E27FC236}">
                <a16:creationId xmlns:a16="http://schemas.microsoft.com/office/drawing/2014/main" id="{D6C12468-4506-4786-8D7E-944C140C0D55}"/>
              </a:ext>
            </a:extLst>
          </p:cNvPr>
          <p:cNvSpPr/>
          <p:nvPr/>
        </p:nvSpPr>
        <p:spPr>
          <a:xfrm>
            <a:off x="-3392288" y="2856520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需要情報共有による生産計画の向上：⑫</a:t>
            </a: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戦略的在庫保有により需給機能を生産側へ統合：⑬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56" name="タイトル 7">
            <a:extLst>
              <a:ext uri="{FF2B5EF4-FFF2-40B4-BE49-F238E27FC236}">
                <a16:creationId xmlns:a16="http://schemas.microsoft.com/office/drawing/2014/main" id="{6D304BF6-0A04-4972-A428-753B70EA285B}"/>
              </a:ext>
            </a:extLst>
          </p:cNvPr>
          <p:cNvSpPr txBox="1">
            <a:spLocks/>
          </p:cNvSpPr>
          <p:nvPr/>
        </p:nvSpPr>
        <p:spPr>
          <a:xfrm>
            <a:off x="628467" y="135475"/>
            <a:ext cx="8938159" cy="562000"/>
          </a:xfrm>
          <a:prstGeom prst="rect">
            <a:avLst/>
          </a:prstGeom>
        </p:spPr>
        <p:txBody>
          <a:bodyPr vert="horz" lIns="0" tIns="0" rIns="0" bIns="14400" rtlCol="0" anchor="ctr" anchorCtr="0">
            <a:noAutofit/>
          </a:bodyPr>
          <a:lstStyle>
            <a:lvl1pPr algn="l" defTabSz="6649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1" sz="3103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中地図</a:t>
            </a:r>
          </a:p>
        </p:txBody>
      </p:sp>
      <p:sp>
        <p:nvSpPr>
          <p:cNvPr id="431" name="四角形: 角を丸くする 430">
            <a:extLst>
              <a:ext uri="{FF2B5EF4-FFF2-40B4-BE49-F238E27FC236}">
                <a16:creationId xmlns:a16="http://schemas.microsoft.com/office/drawing/2014/main" id="{459551E5-905B-4C59-9EC3-5E2C963FB782}"/>
              </a:ext>
            </a:extLst>
          </p:cNvPr>
          <p:cNvSpPr/>
          <p:nvPr/>
        </p:nvSpPr>
        <p:spPr>
          <a:xfrm>
            <a:off x="-3320280" y="1344296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営業・営業支援</a:t>
            </a:r>
          </a:p>
        </p:txBody>
      </p:sp>
      <p:sp>
        <p:nvSpPr>
          <p:cNvPr id="432" name="四角形: 角を丸くする 431">
            <a:extLst>
              <a:ext uri="{FF2B5EF4-FFF2-40B4-BE49-F238E27FC236}">
                <a16:creationId xmlns:a16="http://schemas.microsoft.com/office/drawing/2014/main" id="{47A561C6-56D9-4C56-B86C-DC17388AA98C}"/>
              </a:ext>
            </a:extLst>
          </p:cNvPr>
          <p:cNvSpPr/>
          <p:nvPr/>
        </p:nvSpPr>
        <p:spPr>
          <a:xfrm>
            <a:off x="-3320280" y="2712528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製造</a:t>
            </a:r>
          </a:p>
        </p:txBody>
      </p:sp>
      <p:sp>
        <p:nvSpPr>
          <p:cNvPr id="434" name="四角形: 角を丸くする 433">
            <a:extLst>
              <a:ext uri="{FF2B5EF4-FFF2-40B4-BE49-F238E27FC236}">
                <a16:creationId xmlns:a16="http://schemas.microsoft.com/office/drawing/2014/main" id="{C5B5E240-18E5-44E5-BE51-4FE579FADE87}"/>
              </a:ext>
            </a:extLst>
          </p:cNvPr>
          <p:cNvSpPr/>
          <p:nvPr/>
        </p:nvSpPr>
        <p:spPr>
          <a:xfrm>
            <a:off x="-3320280" y="3720560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需給・物流</a:t>
            </a:r>
          </a:p>
        </p:txBody>
      </p:sp>
      <p:sp>
        <p:nvSpPr>
          <p:cNvPr id="435" name="四角形: 角を丸くする 434">
            <a:extLst>
              <a:ext uri="{FF2B5EF4-FFF2-40B4-BE49-F238E27FC236}">
                <a16:creationId xmlns:a16="http://schemas.microsoft.com/office/drawing/2014/main" id="{0A84015A-B747-4D6E-AD37-AD0DE5FA7B1C}"/>
              </a:ext>
            </a:extLst>
          </p:cNvPr>
          <p:cNvSpPr/>
          <p:nvPr/>
        </p:nvSpPr>
        <p:spPr>
          <a:xfrm>
            <a:off x="-3320280" y="4944672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購買</a:t>
            </a:r>
          </a:p>
        </p:txBody>
      </p:sp>
      <p:sp>
        <p:nvSpPr>
          <p:cNvPr id="437" name="四角形: 角を丸くする 436">
            <a:extLst>
              <a:ext uri="{FF2B5EF4-FFF2-40B4-BE49-F238E27FC236}">
                <a16:creationId xmlns:a16="http://schemas.microsoft.com/office/drawing/2014/main" id="{F1D9CDF0-B179-4C88-AD59-0ED5FA9452C5}"/>
              </a:ext>
            </a:extLst>
          </p:cNvPr>
          <p:cNvSpPr/>
          <p:nvPr/>
        </p:nvSpPr>
        <p:spPr>
          <a:xfrm>
            <a:off x="-3320280" y="5952808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</a:p>
        </p:txBody>
      </p:sp>
      <p:sp>
        <p:nvSpPr>
          <p:cNvPr id="438" name="四角形: 角を丸くする 437">
            <a:extLst>
              <a:ext uri="{FF2B5EF4-FFF2-40B4-BE49-F238E27FC236}">
                <a16:creationId xmlns:a16="http://schemas.microsoft.com/office/drawing/2014/main" id="{FC136869-BC14-4051-B5E7-9A654505CBE1}"/>
              </a:ext>
            </a:extLst>
          </p:cNvPr>
          <p:cNvSpPr/>
          <p:nvPr/>
        </p:nvSpPr>
        <p:spPr>
          <a:xfrm>
            <a:off x="-3320280" y="6960920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ソリューション・サービス</a:t>
            </a:r>
          </a:p>
        </p:txBody>
      </p:sp>
      <p:sp>
        <p:nvSpPr>
          <p:cNvPr id="440" name="四角形: 角を丸くする 439">
            <a:extLst>
              <a:ext uri="{FF2B5EF4-FFF2-40B4-BE49-F238E27FC236}">
                <a16:creationId xmlns:a16="http://schemas.microsoft.com/office/drawing/2014/main" id="{A800A681-F3A9-4526-B8FB-6FE4039BE7A6}"/>
              </a:ext>
            </a:extLst>
          </p:cNvPr>
          <p:cNvSpPr/>
          <p:nvPr/>
        </p:nvSpPr>
        <p:spPr>
          <a:xfrm>
            <a:off x="-3320280" y="7969032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顧客管理</a:t>
            </a:r>
          </a:p>
        </p:txBody>
      </p:sp>
      <p:sp>
        <p:nvSpPr>
          <p:cNvPr id="351" name="楕円 350">
            <a:extLst>
              <a:ext uri="{FF2B5EF4-FFF2-40B4-BE49-F238E27FC236}">
                <a16:creationId xmlns:a16="http://schemas.microsoft.com/office/drawing/2014/main" id="{17AA7426-F7DB-46E8-8B61-852E9D2C4F38}"/>
              </a:ext>
            </a:extLst>
          </p:cNvPr>
          <p:cNvSpPr/>
          <p:nvPr/>
        </p:nvSpPr>
        <p:spPr>
          <a:xfrm>
            <a:off x="109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91" name="楕円 390">
            <a:extLst>
              <a:ext uri="{FF2B5EF4-FFF2-40B4-BE49-F238E27FC236}">
                <a16:creationId xmlns:a16="http://schemas.microsoft.com/office/drawing/2014/main" id="{D1565226-7559-4044-8D3C-9636451C8722}"/>
              </a:ext>
            </a:extLst>
          </p:cNvPr>
          <p:cNvSpPr/>
          <p:nvPr/>
        </p:nvSpPr>
        <p:spPr>
          <a:xfrm>
            <a:off x="91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05" name="楕円 404">
            <a:extLst>
              <a:ext uri="{FF2B5EF4-FFF2-40B4-BE49-F238E27FC236}">
                <a16:creationId xmlns:a16="http://schemas.microsoft.com/office/drawing/2014/main" id="{B17FA750-A3C2-4A32-9CFE-44B2B3096635}"/>
              </a:ext>
            </a:extLst>
          </p:cNvPr>
          <p:cNvSpPr/>
          <p:nvPr/>
        </p:nvSpPr>
        <p:spPr>
          <a:xfrm>
            <a:off x="181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5" name="楕円 414">
            <a:extLst>
              <a:ext uri="{FF2B5EF4-FFF2-40B4-BE49-F238E27FC236}">
                <a16:creationId xmlns:a16="http://schemas.microsoft.com/office/drawing/2014/main" id="{E379368F-EE54-49DA-B80A-2351FF1FB196}"/>
              </a:ext>
            </a:extLst>
          </p:cNvPr>
          <p:cNvSpPr/>
          <p:nvPr/>
        </p:nvSpPr>
        <p:spPr>
          <a:xfrm>
            <a:off x="1926926" y="378660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2" name="楕円 421">
            <a:extLst>
              <a:ext uri="{FF2B5EF4-FFF2-40B4-BE49-F238E27FC236}">
                <a16:creationId xmlns:a16="http://schemas.microsoft.com/office/drawing/2014/main" id="{4424E4E4-A8DB-40D2-ABF7-572E0E0A3898}"/>
              </a:ext>
            </a:extLst>
          </p:cNvPr>
          <p:cNvSpPr/>
          <p:nvPr/>
        </p:nvSpPr>
        <p:spPr>
          <a:xfrm>
            <a:off x="127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7" name="楕円 426">
            <a:extLst>
              <a:ext uri="{FF2B5EF4-FFF2-40B4-BE49-F238E27FC236}">
                <a16:creationId xmlns:a16="http://schemas.microsoft.com/office/drawing/2014/main" id="{C7AE2614-F297-4D3B-8D31-1D6C10F6E5D6}"/>
              </a:ext>
            </a:extLst>
          </p:cNvPr>
          <p:cNvSpPr/>
          <p:nvPr/>
        </p:nvSpPr>
        <p:spPr>
          <a:xfrm>
            <a:off x="145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8" name="楕円 427">
            <a:extLst>
              <a:ext uri="{FF2B5EF4-FFF2-40B4-BE49-F238E27FC236}">
                <a16:creationId xmlns:a16="http://schemas.microsoft.com/office/drawing/2014/main" id="{B3DBCF51-9B37-4B5B-B37A-7F9C168AB83E}"/>
              </a:ext>
            </a:extLst>
          </p:cNvPr>
          <p:cNvSpPr/>
          <p:nvPr/>
        </p:nvSpPr>
        <p:spPr>
          <a:xfrm>
            <a:off x="181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36" name="四角形: 角を丸くする 435">
            <a:extLst>
              <a:ext uri="{FF2B5EF4-FFF2-40B4-BE49-F238E27FC236}">
                <a16:creationId xmlns:a16="http://schemas.microsoft.com/office/drawing/2014/main" id="{D1437C07-303F-4C07-A03A-05D563612FF6}"/>
              </a:ext>
            </a:extLst>
          </p:cNvPr>
          <p:cNvSpPr/>
          <p:nvPr/>
        </p:nvSpPr>
        <p:spPr>
          <a:xfrm>
            <a:off x="109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39" name="四角形: 角を丸くする 438">
            <a:extLst>
              <a:ext uri="{FF2B5EF4-FFF2-40B4-BE49-F238E27FC236}">
                <a16:creationId xmlns:a16="http://schemas.microsoft.com/office/drawing/2014/main" id="{B88853C8-7653-42E1-B2A3-6427C9DBF52D}"/>
              </a:ext>
            </a:extLst>
          </p:cNvPr>
          <p:cNvSpPr/>
          <p:nvPr/>
        </p:nvSpPr>
        <p:spPr>
          <a:xfrm>
            <a:off x="163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1" name="四角形: 角を丸くする 440">
            <a:extLst>
              <a:ext uri="{FF2B5EF4-FFF2-40B4-BE49-F238E27FC236}">
                <a16:creationId xmlns:a16="http://schemas.microsoft.com/office/drawing/2014/main" id="{0E3E5661-890A-4C1D-9057-27E1DD3EF32E}"/>
              </a:ext>
            </a:extLst>
          </p:cNvPr>
          <p:cNvSpPr/>
          <p:nvPr/>
        </p:nvSpPr>
        <p:spPr>
          <a:xfrm>
            <a:off x="91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2" name="四角形: 角を丸くする 441">
            <a:extLst>
              <a:ext uri="{FF2B5EF4-FFF2-40B4-BE49-F238E27FC236}">
                <a16:creationId xmlns:a16="http://schemas.microsoft.com/office/drawing/2014/main" id="{0C735B14-AAE8-4EB5-8657-D2CA79CBD2F7}"/>
              </a:ext>
            </a:extLst>
          </p:cNvPr>
          <p:cNvSpPr/>
          <p:nvPr/>
        </p:nvSpPr>
        <p:spPr>
          <a:xfrm>
            <a:off x="181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3" name="四角形: 角を丸くする 442">
            <a:extLst>
              <a:ext uri="{FF2B5EF4-FFF2-40B4-BE49-F238E27FC236}">
                <a16:creationId xmlns:a16="http://schemas.microsoft.com/office/drawing/2014/main" id="{29622D1A-4B76-42C6-A098-4B25D40DBB20}"/>
              </a:ext>
            </a:extLst>
          </p:cNvPr>
          <p:cNvSpPr/>
          <p:nvPr/>
        </p:nvSpPr>
        <p:spPr>
          <a:xfrm>
            <a:off x="127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4" name="四角形: 角を丸くする 443">
            <a:extLst>
              <a:ext uri="{FF2B5EF4-FFF2-40B4-BE49-F238E27FC236}">
                <a16:creationId xmlns:a16="http://schemas.microsoft.com/office/drawing/2014/main" id="{7613EF4D-A2DB-4155-8CDA-15950D0D8B54}"/>
              </a:ext>
            </a:extLst>
          </p:cNvPr>
          <p:cNvSpPr/>
          <p:nvPr/>
        </p:nvSpPr>
        <p:spPr>
          <a:xfrm>
            <a:off x="91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5" name="四角形: 角を丸くする 444">
            <a:extLst>
              <a:ext uri="{FF2B5EF4-FFF2-40B4-BE49-F238E27FC236}">
                <a16:creationId xmlns:a16="http://schemas.microsoft.com/office/drawing/2014/main" id="{A662DA88-3711-4526-AEA5-82511B542DB1}"/>
              </a:ext>
            </a:extLst>
          </p:cNvPr>
          <p:cNvSpPr/>
          <p:nvPr/>
        </p:nvSpPr>
        <p:spPr>
          <a:xfrm>
            <a:off x="163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6" name="四角形: 角を丸くする 445">
            <a:extLst>
              <a:ext uri="{FF2B5EF4-FFF2-40B4-BE49-F238E27FC236}">
                <a16:creationId xmlns:a16="http://schemas.microsoft.com/office/drawing/2014/main" id="{8D86815D-075A-45D2-86CC-A5C3595E57E2}"/>
              </a:ext>
            </a:extLst>
          </p:cNvPr>
          <p:cNvSpPr/>
          <p:nvPr/>
        </p:nvSpPr>
        <p:spPr>
          <a:xfrm>
            <a:off x="1926926" y="42962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1" name="四角形: 角を丸くする 450">
            <a:extLst>
              <a:ext uri="{FF2B5EF4-FFF2-40B4-BE49-F238E27FC236}">
                <a16:creationId xmlns:a16="http://schemas.microsoft.com/office/drawing/2014/main" id="{21C62D73-6D0B-4369-B1A7-D04B11DD7828}"/>
              </a:ext>
            </a:extLst>
          </p:cNvPr>
          <p:cNvSpPr/>
          <p:nvPr/>
        </p:nvSpPr>
        <p:spPr>
          <a:xfrm>
            <a:off x="145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2" name="四角形: 角を丸くする 451">
            <a:extLst>
              <a:ext uri="{FF2B5EF4-FFF2-40B4-BE49-F238E27FC236}">
                <a16:creationId xmlns:a16="http://schemas.microsoft.com/office/drawing/2014/main" id="{90E183E0-9B85-4A0E-8CFF-4051E3608E5E}"/>
              </a:ext>
            </a:extLst>
          </p:cNvPr>
          <p:cNvSpPr/>
          <p:nvPr/>
        </p:nvSpPr>
        <p:spPr>
          <a:xfrm>
            <a:off x="127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3" name="四角形: 角を丸くする 452">
            <a:extLst>
              <a:ext uri="{FF2B5EF4-FFF2-40B4-BE49-F238E27FC236}">
                <a16:creationId xmlns:a16="http://schemas.microsoft.com/office/drawing/2014/main" id="{7EFF0630-2265-46F1-A338-5153E374D6F4}"/>
              </a:ext>
            </a:extLst>
          </p:cNvPr>
          <p:cNvSpPr/>
          <p:nvPr/>
        </p:nvSpPr>
        <p:spPr>
          <a:xfrm>
            <a:off x="109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4" name="四角形: 角を丸くする 453">
            <a:extLst>
              <a:ext uri="{FF2B5EF4-FFF2-40B4-BE49-F238E27FC236}">
                <a16:creationId xmlns:a16="http://schemas.microsoft.com/office/drawing/2014/main" id="{A33B5B4B-F927-435E-A623-E6D8C390B011}"/>
              </a:ext>
            </a:extLst>
          </p:cNvPr>
          <p:cNvSpPr/>
          <p:nvPr/>
        </p:nvSpPr>
        <p:spPr>
          <a:xfrm>
            <a:off x="145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6" name="四角形: 角を丸くする 455">
            <a:extLst>
              <a:ext uri="{FF2B5EF4-FFF2-40B4-BE49-F238E27FC236}">
                <a16:creationId xmlns:a16="http://schemas.microsoft.com/office/drawing/2014/main" id="{04FCAC4D-F480-46F3-A54D-E3410F0E2642}"/>
              </a:ext>
            </a:extLst>
          </p:cNvPr>
          <p:cNvSpPr/>
          <p:nvPr/>
        </p:nvSpPr>
        <p:spPr>
          <a:xfrm>
            <a:off x="181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3" name="四角形: 角を丸くする 462">
            <a:extLst>
              <a:ext uri="{FF2B5EF4-FFF2-40B4-BE49-F238E27FC236}">
                <a16:creationId xmlns:a16="http://schemas.microsoft.com/office/drawing/2014/main" id="{1688B318-DAAA-4013-B590-2B8841454798}"/>
              </a:ext>
            </a:extLst>
          </p:cNvPr>
          <p:cNvSpPr/>
          <p:nvPr/>
        </p:nvSpPr>
        <p:spPr>
          <a:xfrm>
            <a:off x="164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6" name="四角形: 角を丸くする 465">
            <a:extLst>
              <a:ext uri="{FF2B5EF4-FFF2-40B4-BE49-F238E27FC236}">
                <a16:creationId xmlns:a16="http://schemas.microsoft.com/office/drawing/2014/main" id="{715986FF-A8BC-4FF7-B5B3-CD69F4588AAE}"/>
              </a:ext>
            </a:extLst>
          </p:cNvPr>
          <p:cNvSpPr/>
          <p:nvPr/>
        </p:nvSpPr>
        <p:spPr>
          <a:xfrm>
            <a:off x="92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7" name="四角形: 角を丸くする 466">
            <a:extLst>
              <a:ext uri="{FF2B5EF4-FFF2-40B4-BE49-F238E27FC236}">
                <a16:creationId xmlns:a16="http://schemas.microsoft.com/office/drawing/2014/main" id="{FB5D9C0C-D046-429D-8BD5-51B6987CD196}"/>
              </a:ext>
            </a:extLst>
          </p:cNvPr>
          <p:cNvSpPr/>
          <p:nvPr/>
        </p:nvSpPr>
        <p:spPr>
          <a:xfrm>
            <a:off x="110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9" name="四角形: 角を丸くする 468">
            <a:extLst>
              <a:ext uri="{FF2B5EF4-FFF2-40B4-BE49-F238E27FC236}">
                <a16:creationId xmlns:a16="http://schemas.microsoft.com/office/drawing/2014/main" id="{4A43FE4B-8AFE-4CFB-8E0C-649E7EBE66A1}"/>
              </a:ext>
            </a:extLst>
          </p:cNvPr>
          <p:cNvSpPr/>
          <p:nvPr/>
        </p:nvSpPr>
        <p:spPr>
          <a:xfrm>
            <a:off x="163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70" name="四角形: 角を丸くする 469">
            <a:extLst>
              <a:ext uri="{FF2B5EF4-FFF2-40B4-BE49-F238E27FC236}">
                <a16:creationId xmlns:a16="http://schemas.microsoft.com/office/drawing/2014/main" id="{C5133212-05F7-41CF-8890-6DA1295D1D04}"/>
              </a:ext>
            </a:extLst>
          </p:cNvPr>
          <p:cNvSpPr/>
          <p:nvPr/>
        </p:nvSpPr>
        <p:spPr>
          <a:xfrm>
            <a:off x="182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79" name="四角形: 角を丸くする 478">
            <a:extLst>
              <a:ext uri="{FF2B5EF4-FFF2-40B4-BE49-F238E27FC236}">
                <a16:creationId xmlns:a16="http://schemas.microsoft.com/office/drawing/2014/main" id="{73108889-6726-4A30-98A0-6140316B6946}"/>
              </a:ext>
            </a:extLst>
          </p:cNvPr>
          <p:cNvSpPr/>
          <p:nvPr/>
        </p:nvSpPr>
        <p:spPr>
          <a:xfrm>
            <a:off x="128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83" name="四角形: 角を丸くする 482">
            <a:extLst>
              <a:ext uri="{FF2B5EF4-FFF2-40B4-BE49-F238E27FC236}">
                <a16:creationId xmlns:a16="http://schemas.microsoft.com/office/drawing/2014/main" id="{4A752A83-8D40-4617-A22F-677E7E5DB102}"/>
              </a:ext>
            </a:extLst>
          </p:cNvPr>
          <p:cNvSpPr/>
          <p:nvPr/>
        </p:nvSpPr>
        <p:spPr>
          <a:xfrm>
            <a:off x="181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89" name="四角形: 角を丸くする 488">
            <a:extLst>
              <a:ext uri="{FF2B5EF4-FFF2-40B4-BE49-F238E27FC236}">
                <a16:creationId xmlns:a16="http://schemas.microsoft.com/office/drawing/2014/main" id="{3AC1099A-CD6E-4C61-BD8B-841F6CC6C92F}"/>
              </a:ext>
            </a:extLst>
          </p:cNvPr>
          <p:cNvSpPr/>
          <p:nvPr/>
        </p:nvSpPr>
        <p:spPr>
          <a:xfrm>
            <a:off x="127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0" name="四角形: 角を丸くする 489">
            <a:extLst>
              <a:ext uri="{FF2B5EF4-FFF2-40B4-BE49-F238E27FC236}">
                <a16:creationId xmlns:a16="http://schemas.microsoft.com/office/drawing/2014/main" id="{7FCC73B9-E203-4C73-B2D5-C1D287E13865}"/>
              </a:ext>
            </a:extLst>
          </p:cNvPr>
          <p:cNvSpPr/>
          <p:nvPr/>
        </p:nvSpPr>
        <p:spPr>
          <a:xfrm>
            <a:off x="145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1" name="四角形: 角を丸くする 490">
            <a:extLst>
              <a:ext uri="{FF2B5EF4-FFF2-40B4-BE49-F238E27FC236}">
                <a16:creationId xmlns:a16="http://schemas.microsoft.com/office/drawing/2014/main" id="{C0BE4757-DA0C-409B-BE1B-B2A6AB3574D1}"/>
              </a:ext>
            </a:extLst>
          </p:cNvPr>
          <p:cNvSpPr/>
          <p:nvPr/>
        </p:nvSpPr>
        <p:spPr>
          <a:xfrm>
            <a:off x="146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2" name="四角形: 角を丸くする 491">
            <a:extLst>
              <a:ext uri="{FF2B5EF4-FFF2-40B4-BE49-F238E27FC236}">
                <a16:creationId xmlns:a16="http://schemas.microsoft.com/office/drawing/2014/main" id="{6D0345B9-2E84-43DC-BFB4-2AE652911EC8}"/>
              </a:ext>
            </a:extLst>
          </p:cNvPr>
          <p:cNvSpPr/>
          <p:nvPr/>
        </p:nvSpPr>
        <p:spPr>
          <a:xfrm>
            <a:off x="92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3" name="四角形: 角を丸くする 492">
            <a:extLst>
              <a:ext uri="{FF2B5EF4-FFF2-40B4-BE49-F238E27FC236}">
                <a16:creationId xmlns:a16="http://schemas.microsoft.com/office/drawing/2014/main" id="{4F5569A8-9619-435D-A736-0FF7E919256E}"/>
              </a:ext>
            </a:extLst>
          </p:cNvPr>
          <p:cNvSpPr/>
          <p:nvPr/>
        </p:nvSpPr>
        <p:spPr>
          <a:xfrm>
            <a:off x="110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4" name="四角形: 角を丸くする 493">
            <a:extLst>
              <a:ext uri="{FF2B5EF4-FFF2-40B4-BE49-F238E27FC236}">
                <a16:creationId xmlns:a16="http://schemas.microsoft.com/office/drawing/2014/main" id="{C684F4F4-3AD4-4235-9033-839127CFD64D}"/>
              </a:ext>
            </a:extLst>
          </p:cNvPr>
          <p:cNvSpPr/>
          <p:nvPr/>
        </p:nvSpPr>
        <p:spPr>
          <a:xfrm>
            <a:off x="128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5" name="四角形: 角を丸くする 494">
            <a:extLst>
              <a:ext uri="{FF2B5EF4-FFF2-40B4-BE49-F238E27FC236}">
                <a16:creationId xmlns:a16="http://schemas.microsoft.com/office/drawing/2014/main" id="{26411FDA-58FB-4710-9506-089CD0A719D2}"/>
              </a:ext>
            </a:extLst>
          </p:cNvPr>
          <p:cNvSpPr/>
          <p:nvPr/>
        </p:nvSpPr>
        <p:spPr>
          <a:xfrm>
            <a:off x="146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38" name="四角形: 角を丸くする 537">
            <a:extLst>
              <a:ext uri="{FF2B5EF4-FFF2-40B4-BE49-F238E27FC236}">
                <a16:creationId xmlns:a16="http://schemas.microsoft.com/office/drawing/2014/main" id="{2618ADE6-74D7-4505-BF27-026911C64ABE}"/>
              </a:ext>
            </a:extLst>
          </p:cNvPr>
          <p:cNvSpPr/>
          <p:nvPr/>
        </p:nvSpPr>
        <p:spPr>
          <a:xfrm>
            <a:off x="93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0" name="四角形: 角を丸くする 539">
            <a:extLst>
              <a:ext uri="{FF2B5EF4-FFF2-40B4-BE49-F238E27FC236}">
                <a16:creationId xmlns:a16="http://schemas.microsoft.com/office/drawing/2014/main" id="{FD9D5AAE-ED4E-4409-9D8A-0D7A74594B81}"/>
              </a:ext>
            </a:extLst>
          </p:cNvPr>
          <p:cNvSpPr/>
          <p:nvPr/>
        </p:nvSpPr>
        <p:spPr>
          <a:xfrm>
            <a:off x="111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2" name="四角形: 角を丸くする 541">
            <a:extLst>
              <a:ext uri="{FF2B5EF4-FFF2-40B4-BE49-F238E27FC236}">
                <a16:creationId xmlns:a16="http://schemas.microsoft.com/office/drawing/2014/main" id="{85A90072-71EE-4C97-BB14-9E7EA54B97BB}"/>
              </a:ext>
            </a:extLst>
          </p:cNvPr>
          <p:cNvSpPr/>
          <p:nvPr/>
        </p:nvSpPr>
        <p:spPr>
          <a:xfrm>
            <a:off x="129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3" name="四角形: 角を丸くする 542">
            <a:extLst>
              <a:ext uri="{FF2B5EF4-FFF2-40B4-BE49-F238E27FC236}">
                <a16:creationId xmlns:a16="http://schemas.microsoft.com/office/drawing/2014/main" id="{854B7EBB-6210-4683-AAB9-6E98681261E6}"/>
              </a:ext>
            </a:extLst>
          </p:cNvPr>
          <p:cNvSpPr/>
          <p:nvPr/>
        </p:nvSpPr>
        <p:spPr>
          <a:xfrm>
            <a:off x="147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4" name="四角形: 角を丸くする 543">
            <a:extLst>
              <a:ext uri="{FF2B5EF4-FFF2-40B4-BE49-F238E27FC236}">
                <a16:creationId xmlns:a16="http://schemas.microsoft.com/office/drawing/2014/main" id="{7DEB249B-861B-4EDF-BDF2-A7185452538D}"/>
              </a:ext>
            </a:extLst>
          </p:cNvPr>
          <p:cNvSpPr/>
          <p:nvPr/>
        </p:nvSpPr>
        <p:spPr>
          <a:xfrm>
            <a:off x="165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5" name="四角形: 角を丸くする 544">
            <a:extLst>
              <a:ext uri="{FF2B5EF4-FFF2-40B4-BE49-F238E27FC236}">
                <a16:creationId xmlns:a16="http://schemas.microsoft.com/office/drawing/2014/main" id="{1FE23EEC-998B-4FCD-8955-9FA8300BA338}"/>
              </a:ext>
            </a:extLst>
          </p:cNvPr>
          <p:cNvSpPr/>
          <p:nvPr/>
        </p:nvSpPr>
        <p:spPr>
          <a:xfrm>
            <a:off x="183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6" name="四角形: 角を丸くする 545">
            <a:extLst>
              <a:ext uri="{FF2B5EF4-FFF2-40B4-BE49-F238E27FC236}">
                <a16:creationId xmlns:a16="http://schemas.microsoft.com/office/drawing/2014/main" id="{1DC3CD9B-B7C4-4D33-8C5C-C7C2BD0CE0EF}"/>
              </a:ext>
            </a:extLst>
          </p:cNvPr>
          <p:cNvSpPr/>
          <p:nvPr/>
        </p:nvSpPr>
        <p:spPr>
          <a:xfrm>
            <a:off x="1926926" y="61956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7" name="四角形: 角を丸くする 546">
            <a:extLst>
              <a:ext uri="{FF2B5EF4-FFF2-40B4-BE49-F238E27FC236}">
                <a16:creationId xmlns:a16="http://schemas.microsoft.com/office/drawing/2014/main" id="{4C50F26D-8A8F-4063-8C99-7B6B9A7B09D0}"/>
              </a:ext>
            </a:extLst>
          </p:cNvPr>
          <p:cNvSpPr/>
          <p:nvPr/>
        </p:nvSpPr>
        <p:spPr>
          <a:xfrm>
            <a:off x="93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9" name="四角形: 角を丸くする 548">
            <a:extLst>
              <a:ext uri="{FF2B5EF4-FFF2-40B4-BE49-F238E27FC236}">
                <a16:creationId xmlns:a16="http://schemas.microsoft.com/office/drawing/2014/main" id="{4D5C1B4A-944A-43E1-A264-1BE852CEE4D0}"/>
              </a:ext>
            </a:extLst>
          </p:cNvPr>
          <p:cNvSpPr/>
          <p:nvPr/>
        </p:nvSpPr>
        <p:spPr>
          <a:xfrm>
            <a:off x="111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0" name="四角形: 角を丸くする 549">
            <a:extLst>
              <a:ext uri="{FF2B5EF4-FFF2-40B4-BE49-F238E27FC236}">
                <a16:creationId xmlns:a16="http://schemas.microsoft.com/office/drawing/2014/main" id="{AE360D32-BD44-4348-AB9C-440026B50822}"/>
              </a:ext>
            </a:extLst>
          </p:cNvPr>
          <p:cNvSpPr/>
          <p:nvPr/>
        </p:nvSpPr>
        <p:spPr>
          <a:xfrm>
            <a:off x="147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1" name="四角形: 角を丸くする 550">
            <a:extLst>
              <a:ext uri="{FF2B5EF4-FFF2-40B4-BE49-F238E27FC236}">
                <a16:creationId xmlns:a16="http://schemas.microsoft.com/office/drawing/2014/main" id="{4336311C-9F9B-4B15-A546-40C1226957ED}"/>
              </a:ext>
            </a:extLst>
          </p:cNvPr>
          <p:cNvSpPr/>
          <p:nvPr/>
        </p:nvSpPr>
        <p:spPr>
          <a:xfrm>
            <a:off x="1819117" y="679635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3" name="四角形: 角を丸くする 552">
            <a:extLst>
              <a:ext uri="{FF2B5EF4-FFF2-40B4-BE49-F238E27FC236}">
                <a16:creationId xmlns:a16="http://schemas.microsoft.com/office/drawing/2014/main" id="{17BA6BF0-349D-412E-9478-5E486CED4468}"/>
              </a:ext>
            </a:extLst>
          </p:cNvPr>
          <p:cNvSpPr/>
          <p:nvPr/>
        </p:nvSpPr>
        <p:spPr>
          <a:xfrm>
            <a:off x="129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4" name="四角形: 角を丸くする 553">
            <a:extLst>
              <a:ext uri="{FF2B5EF4-FFF2-40B4-BE49-F238E27FC236}">
                <a16:creationId xmlns:a16="http://schemas.microsoft.com/office/drawing/2014/main" id="{06B28185-3E62-4145-BD1B-A454D7CEEC4B}"/>
              </a:ext>
            </a:extLst>
          </p:cNvPr>
          <p:cNvSpPr/>
          <p:nvPr/>
        </p:nvSpPr>
        <p:spPr>
          <a:xfrm>
            <a:off x="165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5" name="四角形: 角を丸くする 554">
            <a:extLst>
              <a:ext uri="{FF2B5EF4-FFF2-40B4-BE49-F238E27FC236}">
                <a16:creationId xmlns:a16="http://schemas.microsoft.com/office/drawing/2014/main" id="{BFA07098-0BDD-4209-9122-91648F4AADD4}"/>
              </a:ext>
            </a:extLst>
          </p:cNvPr>
          <p:cNvSpPr/>
          <p:nvPr/>
        </p:nvSpPr>
        <p:spPr>
          <a:xfrm>
            <a:off x="1926926" y="667353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6" name="四角形: 角を丸くする 555">
            <a:extLst>
              <a:ext uri="{FF2B5EF4-FFF2-40B4-BE49-F238E27FC236}">
                <a16:creationId xmlns:a16="http://schemas.microsoft.com/office/drawing/2014/main" id="{C4574AEE-C3E8-4FC0-8998-293D8EF142E1}"/>
              </a:ext>
            </a:extLst>
          </p:cNvPr>
          <p:cNvSpPr/>
          <p:nvPr/>
        </p:nvSpPr>
        <p:spPr>
          <a:xfrm>
            <a:off x="183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9" name="四角形: 角を丸くする 558">
            <a:extLst>
              <a:ext uri="{FF2B5EF4-FFF2-40B4-BE49-F238E27FC236}">
                <a16:creationId xmlns:a16="http://schemas.microsoft.com/office/drawing/2014/main" id="{244E4BD3-DDBA-4B2C-B5E4-9815BD0B9D0D}"/>
              </a:ext>
            </a:extLst>
          </p:cNvPr>
          <p:cNvSpPr/>
          <p:nvPr/>
        </p:nvSpPr>
        <p:spPr>
          <a:xfrm>
            <a:off x="93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0" name="四角形: 角を丸くする 559">
            <a:extLst>
              <a:ext uri="{FF2B5EF4-FFF2-40B4-BE49-F238E27FC236}">
                <a16:creationId xmlns:a16="http://schemas.microsoft.com/office/drawing/2014/main" id="{1281B1DF-4090-4055-8052-1776D511ABC2}"/>
              </a:ext>
            </a:extLst>
          </p:cNvPr>
          <p:cNvSpPr/>
          <p:nvPr/>
        </p:nvSpPr>
        <p:spPr>
          <a:xfrm>
            <a:off x="111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1" name="四角形: 角を丸くする 560">
            <a:extLst>
              <a:ext uri="{FF2B5EF4-FFF2-40B4-BE49-F238E27FC236}">
                <a16:creationId xmlns:a16="http://schemas.microsoft.com/office/drawing/2014/main" id="{B2D555BD-F57D-4533-938B-E00239A16BFE}"/>
              </a:ext>
            </a:extLst>
          </p:cNvPr>
          <p:cNvSpPr/>
          <p:nvPr/>
        </p:nvSpPr>
        <p:spPr>
          <a:xfrm>
            <a:off x="147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2" name="四角形: 角を丸くする 561">
            <a:extLst>
              <a:ext uri="{FF2B5EF4-FFF2-40B4-BE49-F238E27FC236}">
                <a16:creationId xmlns:a16="http://schemas.microsoft.com/office/drawing/2014/main" id="{AF2EDABF-A264-4443-940C-20AE1E436BC2}"/>
              </a:ext>
            </a:extLst>
          </p:cNvPr>
          <p:cNvSpPr/>
          <p:nvPr/>
        </p:nvSpPr>
        <p:spPr>
          <a:xfrm>
            <a:off x="165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4" name="四角形: 角を丸くする 563">
            <a:extLst>
              <a:ext uri="{FF2B5EF4-FFF2-40B4-BE49-F238E27FC236}">
                <a16:creationId xmlns:a16="http://schemas.microsoft.com/office/drawing/2014/main" id="{3295C26E-D89A-4553-ACFE-C661F158FC56}"/>
              </a:ext>
            </a:extLst>
          </p:cNvPr>
          <p:cNvSpPr/>
          <p:nvPr/>
        </p:nvSpPr>
        <p:spPr>
          <a:xfrm>
            <a:off x="129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6" name="四角形: 角を丸くする 565">
            <a:extLst>
              <a:ext uri="{FF2B5EF4-FFF2-40B4-BE49-F238E27FC236}">
                <a16:creationId xmlns:a16="http://schemas.microsoft.com/office/drawing/2014/main" id="{31B5B630-E839-4249-9798-151AE0F5D46B}"/>
              </a:ext>
            </a:extLst>
          </p:cNvPr>
          <p:cNvSpPr/>
          <p:nvPr/>
        </p:nvSpPr>
        <p:spPr>
          <a:xfrm>
            <a:off x="183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1" name="四角形: 角を丸くする 570">
            <a:extLst>
              <a:ext uri="{FF2B5EF4-FFF2-40B4-BE49-F238E27FC236}">
                <a16:creationId xmlns:a16="http://schemas.microsoft.com/office/drawing/2014/main" id="{4C55A641-3BB7-45FD-80B7-C3154FF4E628}"/>
              </a:ext>
            </a:extLst>
          </p:cNvPr>
          <p:cNvSpPr/>
          <p:nvPr/>
        </p:nvSpPr>
        <p:spPr>
          <a:xfrm>
            <a:off x="1819117" y="726995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4" name="四角形: 角を丸くする 573">
            <a:extLst>
              <a:ext uri="{FF2B5EF4-FFF2-40B4-BE49-F238E27FC236}">
                <a16:creationId xmlns:a16="http://schemas.microsoft.com/office/drawing/2014/main" id="{6A3686CD-00C2-4E1A-8424-1B5653D032BF}"/>
              </a:ext>
            </a:extLst>
          </p:cNvPr>
          <p:cNvSpPr/>
          <p:nvPr/>
        </p:nvSpPr>
        <p:spPr>
          <a:xfrm>
            <a:off x="1926926" y="717395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8" name="四角形: 角を丸くする 577">
            <a:extLst>
              <a:ext uri="{FF2B5EF4-FFF2-40B4-BE49-F238E27FC236}">
                <a16:creationId xmlns:a16="http://schemas.microsoft.com/office/drawing/2014/main" id="{15B353EF-C638-48A1-92A7-E5EB39973566}"/>
              </a:ext>
            </a:extLst>
          </p:cNvPr>
          <p:cNvSpPr/>
          <p:nvPr/>
        </p:nvSpPr>
        <p:spPr>
          <a:xfrm>
            <a:off x="939455" y="74969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9" name="四角形: 角を丸くする 578">
            <a:extLst>
              <a:ext uri="{FF2B5EF4-FFF2-40B4-BE49-F238E27FC236}">
                <a16:creationId xmlns:a16="http://schemas.microsoft.com/office/drawing/2014/main" id="{A06745DC-2949-428A-B233-457F507EAEDA}"/>
              </a:ext>
            </a:extLst>
          </p:cNvPr>
          <p:cNvSpPr/>
          <p:nvPr/>
        </p:nvSpPr>
        <p:spPr>
          <a:xfrm>
            <a:off x="1119455" y="74969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6" name="四角形: 角を丸くする 585">
            <a:extLst>
              <a:ext uri="{FF2B5EF4-FFF2-40B4-BE49-F238E27FC236}">
                <a16:creationId xmlns:a16="http://schemas.microsoft.com/office/drawing/2014/main" id="{5DC9BE05-4C3B-46BA-85E2-00621391CE23}"/>
              </a:ext>
            </a:extLst>
          </p:cNvPr>
          <p:cNvSpPr/>
          <p:nvPr/>
        </p:nvSpPr>
        <p:spPr>
          <a:xfrm>
            <a:off x="1299455" y="74969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7" name="四角形: 角を丸くする 586">
            <a:extLst>
              <a:ext uri="{FF2B5EF4-FFF2-40B4-BE49-F238E27FC236}">
                <a16:creationId xmlns:a16="http://schemas.microsoft.com/office/drawing/2014/main" id="{E0F25E9A-1DD1-479E-97F6-22B6F54078AF}"/>
              </a:ext>
            </a:extLst>
          </p:cNvPr>
          <p:cNvSpPr/>
          <p:nvPr/>
        </p:nvSpPr>
        <p:spPr>
          <a:xfrm>
            <a:off x="939455" y="800564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8" name="四角形: 角を丸くする 587">
            <a:extLst>
              <a:ext uri="{FF2B5EF4-FFF2-40B4-BE49-F238E27FC236}">
                <a16:creationId xmlns:a16="http://schemas.microsoft.com/office/drawing/2014/main" id="{709FF482-C3CE-47E6-B8A7-3A20A95902FB}"/>
              </a:ext>
            </a:extLst>
          </p:cNvPr>
          <p:cNvSpPr/>
          <p:nvPr/>
        </p:nvSpPr>
        <p:spPr>
          <a:xfrm>
            <a:off x="2376536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9" name="四角形: 角を丸くする 588">
            <a:extLst>
              <a:ext uri="{FF2B5EF4-FFF2-40B4-BE49-F238E27FC236}">
                <a16:creationId xmlns:a16="http://schemas.microsoft.com/office/drawing/2014/main" id="{B927303E-8A20-4436-BB86-6FF9243DEE25}"/>
              </a:ext>
            </a:extLst>
          </p:cNvPr>
          <p:cNvSpPr/>
          <p:nvPr/>
        </p:nvSpPr>
        <p:spPr>
          <a:xfrm>
            <a:off x="2196536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2" name="四角形: 角を丸くする 591">
            <a:extLst>
              <a:ext uri="{FF2B5EF4-FFF2-40B4-BE49-F238E27FC236}">
                <a16:creationId xmlns:a16="http://schemas.microsoft.com/office/drawing/2014/main" id="{8E1753E8-0776-4AE7-8341-F80C7CD66C43}"/>
              </a:ext>
            </a:extLst>
          </p:cNvPr>
          <p:cNvSpPr/>
          <p:nvPr/>
        </p:nvSpPr>
        <p:spPr>
          <a:xfrm>
            <a:off x="2196536" y="60738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3" name="四角形: 角を丸くする 592">
            <a:extLst>
              <a:ext uri="{FF2B5EF4-FFF2-40B4-BE49-F238E27FC236}">
                <a16:creationId xmlns:a16="http://schemas.microsoft.com/office/drawing/2014/main" id="{FDE074A4-7331-4202-BAF2-F4546594D5EB}"/>
              </a:ext>
            </a:extLst>
          </p:cNvPr>
          <p:cNvSpPr/>
          <p:nvPr/>
        </p:nvSpPr>
        <p:spPr>
          <a:xfrm>
            <a:off x="2376536" y="60738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6" name="四角形: 角を丸くする 595">
            <a:extLst>
              <a:ext uri="{FF2B5EF4-FFF2-40B4-BE49-F238E27FC236}">
                <a16:creationId xmlns:a16="http://schemas.microsoft.com/office/drawing/2014/main" id="{F96CABA7-1AC8-4436-A6C8-8145CC0C85F2}"/>
              </a:ext>
            </a:extLst>
          </p:cNvPr>
          <p:cNvSpPr/>
          <p:nvPr/>
        </p:nvSpPr>
        <p:spPr>
          <a:xfrm>
            <a:off x="939455" y="89677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6" name="四角形: 角を丸くする 605">
            <a:extLst>
              <a:ext uri="{FF2B5EF4-FFF2-40B4-BE49-F238E27FC236}">
                <a16:creationId xmlns:a16="http://schemas.microsoft.com/office/drawing/2014/main" id="{69C8E429-45FA-4881-AAEF-A135FD3EE324}"/>
              </a:ext>
            </a:extLst>
          </p:cNvPr>
          <p:cNvSpPr/>
          <p:nvPr/>
        </p:nvSpPr>
        <p:spPr>
          <a:xfrm>
            <a:off x="3101494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9" name="四角形: 角を丸くする 608">
            <a:extLst>
              <a:ext uri="{FF2B5EF4-FFF2-40B4-BE49-F238E27FC236}">
                <a16:creationId xmlns:a16="http://schemas.microsoft.com/office/drawing/2014/main" id="{749F85F0-B17A-46DC-AC88-0E1FC19BC795}"/>
              </a:ext>
            </a:extLst>
          </p:cNvPr>
          <p:cNvSpPr/>
          <p:nvPr/>
        </p:nvSpPr>
        <p:spPr>
          <a:xfrm>
            <a:off x="3281494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3" name="四角形: 角を丸くする 612">
            <a:extLst>
              <a:ext uri="{FF2B5EF4-FFF2-40B4-BE49-F238E27FC236}">
                <a16:creationId xmlns:a16="http://schemas.microsoft.com/office/drawing/2014/main" id="{E1CD782A-1FC6-45B4-AA92-D3608BC42180}"/>
              </a:ext>
            </a:extLst>
          </p:cNvPr>
          <p:cNvSpPr/>
          <p:nvPr/>
        </p:nvSpPr>
        <p:spPr>
          <a:xfrm>
            <a:off x="566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6" name="四角形: 角を丸くする 615">
            <a:extLst>
              <a:ext uri="{FF2B5EF4-FFF2-40B4-BE49-F238E27FC236}">
                <a16:creationId xmlns:a16="http://schemas.microsoft.com/office/drawing/2014/main" id="{FF243754-B91E-4942-84C4-34AEEE7C018F}"/>
              </a:ext>
            </a:extLst>
          </p:cNvPr>
          <p:cNvSpPr/>
          <p:nvPr/>
        </p:nvSpPr>
        <p:spPr>
          <a:xfrm>
            <a:off x="584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8" name="四角形: 角を丸くする 617">
            <a:extLst>
              <a:ext uri="{FF2B5EF4-FFF2-40B4-BE49-F238E27FC236}">
                <a16:creationId xmlns:a16="http://schemas.microsoft.com/office/drawing/2014/main" id="{AF801EF8-BB93-4700-8F66-E8E03D5F186B}"/>
              </a:ext>
            </a:extLst>
          </p:cNvPr>
          <p:cNvSpPr/>
          <p:nvPr/>
        </p:nvSpPr>
        <p:spPr>
          <a:xfrm>
            <a:off x="638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9" name="四角形: 角を丸くする 618">
            <a:extLst>
              <a:ext uri="{FF2B5EF4-FFF2-40B4-BE49-F238E27FC236}">
                <a16:creationId xmlns:a16="http://schemas.microsoft.com/office/drawing/2014/main" id="{9CA71E2A-B03E-448B-A240-70A5157C5CD7}"/>
              </a:ext>
            </a:extLst>
          </p:cNvPr>
          <p:cNvSpPr/>
          <p:nvPr/>
        </p:nvSpPr>
        <p:spPr>
          <a:xfrm>
            <a:off x="656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0" name="四角形: 角を丸くする 619">
            <a:extLst>
              <a:ext uri="{FF2B5EF4-FFF2-40B4-BE49-F238E27FC236}">
                <a16:creationId xmlns:a16="http://schemas.microsoft.com/office/drawing/2014/main" id="{CE7F99FA-BEEA-47B8-AFCC-A96D4DE8E988}"/>
              </a:ext>
            </a:extLst>
          </p:cNvPr>
          <p:cNvSpPr/>
          <p:nvPr/>
        </p:nvSpPr>
        <p:spPr>
          <a:xfrm>
            <a:off x="5846059" y="897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1" name="四角形: 角を丸くする 620">
            <a:extLst>
              <a:ext uri="{FF2B5EF4-FFF2-40B4-BE49-F238E27FC236}">
                <a16:creationId xmlns:a16="http://schemas.microsoft.com/office/drawing/2014/main" id="{BEA2E957-70AE-4471-952D-C90DBABBF373}"/>
              </a:ext>
            </a:extLst>
          </p:cNvPr>
          <p:cNvSpPr/>
          <p:nvPr/>
        </p:nvSpPr>
        <p:spPr>
          <a:xfrm>
            <a:off x="602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4" name="四角形: 角を丸くする 623">
            <a:extLst>
              <a:ext uri="{FF2B5EF4-FFF2-40B4-BE49-F238E27FC236}">
                <a16:creationId xmlns:a16="http://schemas.microsoft.com/office/drawing/2014/main" id="{010D5252-AB8F-48DE-B967-ECB8D597B489}"/>
              </a:ext>
            </a:extLst>
          </p:cNvPr>
          <p:cNvSpPr/>
          <p:nvPr/>
        </p:nvSpPr>
        <p:spPr>
          <a:xfrm>
            <a:off x="620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6" name="四角形: 角を丸くする 625">
            <a:extLst>
              <a:ext uri="{FF2B5EF4-FFF2-40B4-BE49-F238E27FC236}">
                <a16:creationId xmlns:a16="http://schemas.microsoft.com/office/drawing/2014/main" id="{402932A6-1EE7-420C-A761-42A5EDBC0975}"/>
              </a:ext>
            </a:extLst>
          </p:cNvPr>
          <p:cNvSpPr/>
          <p:nvPr/>
        </p:nvSpPr>
        <p:spPr>
          <a:xfrm>
            <a:off x="5666059" y="897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9" name="四角形: 角を丸くする 628">
            <a:extLst>
              <a:ext uri="{FF2B5EF4-FFF2-40B4-BE49-F238E27FC236}">
                <a16:creationId xmlns:a16="http://schemas.microsoft.com/office/drawing/2014/main" id="{22E0A24A-1845-454A-B7BD-EE5F819F6C60}"/>
              </a:ext>
            </a:extLst>
          </p:cNvPr>
          <p:cNvSpPr/>
          <p:nvPr/>
        </p:nvSpPr>
        <p:spPr>
          <a:xfrm>
            <a:off x="3101494" y="91850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5" name="四角形: 角を丸くする 634">
            <a:extLst>
              <a:ext uri="{FF2B5EF4-FFF2-40B4-BE49-F238E27FC236}">
                <a16:creationId xmlns:a16="http://schemas.microsoft.com/office/drawing/2014/main" id="{39E5A1FB-15F8-4ED6-A0DE-CCFC5E6B4D1E}"/>
              </a:ext>
            </a:extLst>
          </p:cNvPr>
          <p:cNvSpPr/>
          <p:nvPr/>
        </p:nvSpPr>
        <p:spPr>
          <a:xfrm>
            <a:off x="7002401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9" name="四角形: 角を丸くする 638">
            <a:extLst>
              <a:ext uri="{FF2B5EF4-FFF2-40B4-BE49-F238E27FC236}">
                <a16:creationId xmlns:a16="http://schemas.microsoft.com/office/drawing/2014/main" id="{039246EA-8C22-40C0-A201-C001EF317D2C}"/>
              </a:ext>
            </a:extLst>
          </p:cNvPr>
          <p:cNvSpPr/>
          <p:nvPr/>
        </p:nvSpPr>
        <p:spPr>
          <a:xfrm>
            <a:off x="7362401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0" name="四角形: 角を丸くする 639">
            <a:extLst>
              <a:ext uri="{FF2B5EF4-FFF2-40B4-BE49-F238E27FC236}">
                <a16:creationId xmlns:a16="http://schemas.microsoft.com/office/drawing/2014/main" id="{31E366D9-A6E8-4655-9C45-D96BD3460DEE}"/>
              </a:ext>
            </a:extLst>
          </p:cNvPr>
          <p:cNvSpPr/>
          <p:nvPr/>
        </p:nvSpPr>
        <p:spPr>
          <a:xfrm>
            <a:off x="7182401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3" name="四角形: 角を丸くする 642">
            <a:extLst>
              <a:ext uri="{FF2B5EF4-FFF2-40B4-BE49-F238E27FC236}">
                <a16:creationId xmlns:a16="http://schemas.microsoft.com/office/drawing/2014/main" id="{041EF94E-66E5-4C27-8408-B23CE7A0BA6E}"/>
              </a:ext>
            </a:extLst>
          </p:cNvPr>
          <p:cNvSpPr/>
          <p:nvPr/>
        </p:nvSpPr>
        <p:spPr>
          <a:xfrm>
            <a:off x="440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4" name="四角形: 角を丸くする 643">
            <a:extLst>
              <a:ext uri="{FF2B5EF4-FFF2-40B4-BE49-F238E27FC236}">
                <a16:creationId xmlns:a16="http://schemas.microsoft.com/office/drawing/2014/main" id="{45FDE5D5-ED15-475E-AF2D-83C5F7EDB681}"/>
              </a:ext>
            </a:extLst>
          </p:cNvPr>
          <p:cNvSpPr/>
          <p:nvPr/>
        </p:nvSpPr>
        <p:spPr>
          <a:xfrm>
            <a:off x="458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5" name="四角形: 角を丸くする 644">
            <a:extLst>
              <a:ext uri="{FF2B5EF4-FFF2-40B4-BE49-F238E27FC236}">
                <a16:creationId xmlns:a16="http://schemas.microsoft.com/office/drawing/2014/main" id="{AC9DB1F9-421F-4375-A5D3-189A1F5A9FC3}"/>
              </a:ext>
            </a:extLst>
          </p:cNvPr>
          <p:cNvSpPr/>
          <p:nvPr/>
        </p:nvSpPr>
        <p:spPr>
          <a:xfrm>
            <a:off x="494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6" name="四角形: 角を丸くする 645">
            <a:extLst>
              <a:ext uri="{FF2B5EF4-FFF2-40B4-BE49-F238E27FC236}">
                <a16:creationId xmlns:a16="http://schemas.microsoft.com/office/drawing/2014/main" id="{4FCB8EEC-ED80-43A8-8CFD-7C43582B1C61}"/>
              </a:ext>
            </a:extLst>
          </p:cNvPr>
          <p:cNvSpPr/>
          <p:nvPr/>
        </p:nvSpPr>
        <p:spPr>
          <a:xfrm>
            <a:off x="4408021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7" name="四角形: 角を丸くする 646">
            <a:extLst>
              <a:ext uri="{FF2B5EF4-FFF2-40B4-BE49-F238E27FC236}">
                <a16:creationId xmlns:a16="http://schemas.microsoft.com/office/drawing/2014/main" id="{E0D7E2C9-3B8C-4FDB-8A72-D3460214500E}"/>
              </a:ext>
            </a:extLst>
          </p:cNvPr>
          <p:cNvSpPr/>
          <p:nvPr/>
        </p:nvSpPr>
        <p:spPr>
          <a:xfrm>
            <a:off x="476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8" name="四角形: 角を丸くする 647">
            <a:extLst>
              <a:ext uri="{FF2B5EF4-FFF2-40B4-BE49-F238E27FC236}">
                <a16:creationId xmlns:a16="http://schemas.microsoft.com/office/drawing/2014/main" id="{C1F77053-6A90-497E-8D63-EF900690F9A1}"/>
              </a:ext>
            </a:extLst>
          </p:cNvPr>
          <p:cNvSpPr/>
          <p:nvPr/>
        </p:nvSpPr>
        <p:spPr>
          <a:xfrm>
            <a:off x="512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0" name="四角形: 角を丸くする 649">
            <a:extLst>
              <a:ext uri="{FF2B5EF4-FFF2-40B4-BE49-F238E27FC236}">
                <a16:creationId xmlns:a16="http://schemas.microsoft.com/office/drawing/2014/main" id="{E17347DE-783A-4D10-96E5-366B7C786549}"/>
              </a:ext>
            </a:extLst>
          </p:cNvPr>
          <p:cNvSpPr/>
          <p:nvPr/>
        </p:nvSpPr>
        <p:spPr>
          <a:xfrm>
            <a:off x="530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9" name="四角形: 角を丸くする 658">
            <a:extLst>
              <a:ext uri="{FF2B5EF4-FFF2-40B4-BE49-F238E27FC236}">
                <a16:creationId xmlns:a16="http://schemas.microsoft.com/office/drawing/2014/main" id="{AF654516-9B7E-491F-8AD5-03F403D5390E}"/>
              </a:ext>
            </a:extLst>
          </p:cNvPr>
          <p:cNvSpPr/>
          <p:nvPr/>
        </p:nvSpPr>
        <p:spPr>
          <a:xfrm>
            <a:off x="569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75" name="四角形: 角を丸くする 674">
            <a:extLst>
              <a:ext uri="{FF2B5EF4-FFF2-40B4-BE49-F238E27FC236}">
                <a16:creationId xmlns:a16="http://schemas.microsoft.com/office/drawing/2014/main" id="{934919C3-16F8-44EE-9F48-859501E2C513}"/>
              </a:ext>
            </a:extLst>
          </p:cNvPr>
          <p:cNvSpPr/>
          <p:nvPr/>
        </p:nvSpPr>
        <p:spPr>
          <a:xfrm>
            <a:off x="587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78" name="四角形: 角を丸くする 677">
            <a:extLst>
              <a:ext uri="{FF2B5EF4-FFF2-40B4-BE49-F238E27FC236}">
                <a16:creationId xmlns:a16="http://schemas.microsoft.com/office/drawing/2014/main" id="{40C310A4-DA85-4BA2-A013-7BDFC77F2A3A}"/>
              </a:ext>
            </a:extLst>
          </p:cNvPr>
          <p:cNvSpPr/>
          <p:nvPr/>
        </p:nvSpPr>
        <p:spPr>
          <a:xfrm>
            <a:off x="605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79" name="四角形: 角を丸くする 678">
            <a:extLst>
              <a:ext uri="{FF2B5EF4-FFF2-40B4-BE49-F238E27FC236}">
                <a16:creationId xmlns:a16="http://schemas.microsoft.com/office/drawing/2014/main" id="{29C54B0E-5DF5-4DE3-A6C8-9E43AF6B9CCB}"/>
              </a:ext>
            </a:extLst>
          </p:cNvPr>
          <p:cNvSpPr/>
          <p:nvPr/>
        </p:nvSpPr>
        <p:spPr>
          <a:xfrm>
            <a:off x="623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0" name="四角形: 角を丸くする 679">
            <a:extLst>
              <a:ext uri="{FF2B5EF4-FFF2-40B4-BE49-F238E27FC236}">
                <a16:creationId xmlns:a16="http://schemas.microsoft.com/office/drawing/2014/main" id="{A6A993A2-BEEF-4F81-B299-AB26669EB4F3}"/>
              </a:ext>
            </a:extLst>
          </p:cNvPr>
          <p:cNvSpPr/>
          <p:nvPr/>
        </p:nvSpPr>
        <p:spPr>
          <a:xfrm>
            <a:off x="5696460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1" name="四角形: 角を丸くする 680">
            <a:extLst>
              <a:ext uri="{FF2B5EF4-FFF2-40B4-BE49-F238E27FC236}">
                <a16:creationId xmlns:a16="http://schemas.microsoft.com/office/drawing/2014/main" id="{EECF9461-1C48-4399-8FA3-4C3C8F0AAB2F}"/>
              </a:ext>
            </a:extLst>
          </p:cNvPr>
          <p:cNvSpPr/>
          <p:nvPr/>
        </p:nvSpPr>
        <p:spPr>
          <a:xfrm>
            <a:off x="641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2" name="四角形: 角を丸くする 681">
            <a:extLst>
              <a:ext uri="{FF2B5EF4-FFF2-40B4-BE49-F238E27FC236}">
                <a16:creationId xmlns:a16="http://schemas.microsoft.com/office/drawing/2014/main" id="{860119BB-2A7D-426C-99C0-A6D7A001D741}"/>
              </a:ext>
            </a:extLst>
          </p:cNvPr>
          <p:cNvSpPr/>
          <p:nvPr/>
        </p:nvSpPr>
        <p:spPr>
          <a:xfrm>
            <a:off x="659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3" name="四角形: 角を丸くする 682">
            <a:extLst>
              <a:ext uri="{FF2B5EF4-FFF2-40B4-BE49-F238E27FC236}">
                <a16:creationId xmlns:a16="http://schemas.microsoft.com/office/drawing/2014/main" id="{7182BE98-9867-45E7-B35A-508A39F5E561}"/>
              </a:ext>
            </a:extLst>
          </p:cNvPr>
          <p:cNvSpPr/>
          <p:nvPr/>
        </p:nvSpPr>
        <p:spPr>
          <a:xfrm>
            <a:off x="4403566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4" name="四角形: 角を丸くする 683">
            <a:extLst>
              <a:ext uri="{FF2B5EF4-FFF2-40B4-BE49-F238E27FC236}">
                <a16:creationId xmlns:a16="http://schemas.microsoft.com/office/drawing/2014/main" id="{A0115CD1-25A8-437E-9D19-A6E7F1BDC0FA}"/>
              </a:ext>
            </a:extLst>
          </p:cNvPr>
          <p:cNvSpPr/>
          <p:nvPr/>
        </p:nvSpPr>
        <p:spPr>
          <a:xfrm>
            <a:off x="7005462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5" name="四角形: 角を丸くする 684">
            <a:extLst>
              <a:ext uri="{FF2B5EF4-FFF2-40B4-BE49-F238E27FC236}">
                <a16:creationId xmlns:a16="http://schemas.microsoft.com/office/drawing/2014/main" id="{CB5F4424-F627-44CE-974C-0740FE16ED21}"/>
              </a:ext>
            </a:extLst>
          </p:cNvPr>
          <p:cNvSpPr/>
          <p:nvPr/>
        </p:nvSpPr>
        <p:spPr>
          <a:xfrm>
            <a:off x="8300298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6" name="四角形: 角を丸くする 685">
            <a:extLst>
              <a:ext uri="{FF2B5EF4-FFF2-40B4-BE49-F238E27FC236}">
                <a16:creationId xmlns:a16="http://schemas.microsoft.com/office/drawing/2014/main" id="{52355DBE-5981-4B06-97D9-CE25F149650E}"/>
              </a:ext>
            </a:extLst>
          </p:cNvPr>
          <p:cNvSpPr/>
          <p:nvPr/>
        </p:nvSpPr>
        <p:spPr>
          <a:xfrm>
            <a:off x="569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7" name="四角形: 角を丸くする 686">
            <a:extLst>
              <a:ext uri="{FF2B5EF4-FFF2-40B4-BE49-F238E27FC236}">
                <a16:creationId xmlns:a16="http://schemas.microsoft.com/office/drawing/2014/main" id="{1FFC8AF8-659B-417F-BE9E-9B30E28D2841}"/>
              </a:ext>
            </a:extLst>
          </p:cNvPr>
          <p:cNvSpPr/>
          <p:nvPr/>
        </p:nvSpPr>
        <p:spPr>
          <a:xfrm>
            <a:off x="587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92" name="四角形: 角を丸くする 691">
            <a:extLst>
              <a:ext uri="{FF2B5EF4-FFF2-40B4-BE49-F238E27FC236}">
                <a16:creationId xmlns:a16="http://schemas.microsoft.com/office/drawing/2014/main" id="{CBF3685E-130D-4A78-9722-B84B7EF0DCAE}"/>
              </a:ext>
            </a:extLst>
          </p:cNvPr>
          <p:cNvSpPr/>
          <p:nvPr/>
        </p:nvSpPr>
        <p:spPr>
          <a:xfrm>
            <a:off x="623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97" name="四角形: 角を丸くする 696">
            <a:extLst>
              <a:ext uri="{FF2B5EF4-FFF2-40B4-BE49-F238E27FC236}">
                <a16:creationId xmlns:a16="http://schemas.microsoft.com/office/drawing/2014/main" id="{C75CF8CF-1B79-4207-AAE2-166C9E9093F6}"/>
              </a:ext>
            </a:extLst>
          </p:cNvPr>
          <p:cNvSpPr/>
          <p:nvPr/>
        </p:nvSpPr>
        <p:spPr>
          <a:xfrm>
            <a:off x="605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98" name="四角形: 角を丸くする 697">
            <a:extLst>
              <a:ext uri="{FF2B5EF4-FFF2-40B4-BE49-F238E27FC236}">
                <a16:creationId xmlns:a16="http://schemas.microsoft.com/office/drawing/2014/main" id="{227CEEFF-5DF8-44CB-B33C-F78AD7E74A69}"/>
              </a:ext>
            </a:extLst>
          </p:cNvPr>
          <p:cNvSpPr/>
          <p:nvPr/>
        </p:nvSpPr>
        <p:spPr>
          <a:xfrm>
            <a:off x="641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03" name="四角形: 角を丸くする 702">
            <a:extLst>
              <a:ext uri="{FF2B5EF4-FFF2-40B4-BE49-F238E27FC236}">
                <a16:creationId xmlns:a16="http://schemas.microsoft.com/office/drawing/2014/main" id="{4B3FA22E-1F5F-44F5-9027-2AA2546293AD}"/>
              </a:ext>
            </a:extLst>
          </p:cNvPr>
          <p:cNvSpPr/>
          <p:nvPr/>
        </p:nvSpPr>
        <p:spPr>
          <a:xfrm>
            <a:off x="659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08" name="四角形: 角を丸くする 707">
            <a:extLst>
              <a:ext uri="{FF2B5EF4-FFF2-40B4-BE49-F238E27FC236}">
                <a16:creationId xmlns:a16="http://schemas.microsoft.com/office/drawing/2014/main" id="{EADB90DC-2251-48A9-BC96-1F2147840D0E}"/>
              </a:ext>
            </a:extLst>
          </p:cNvPr>
          <p:cNvSpPr/>
          <p:nvPr/>
        </p:nvSpPr>
        <p:spPr>
          <a:xfrm>
            <a:off x="570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09" name="四角形: 角を丸くする 708">
            <a:extLst>
              <a:ext uri="{FF2B5EF4-FFF2-40B4-BE49-F238E27FC236}">
                <a16:creationId xmlns:a16="http://schemas.microsoft.com/office/drawing/2014/main" id="{51AD2998-C809-4C87-AC10-9ED266068FC8}"/>
              </a:ext>
            </a:extLst>
          </p:cNvPr>
          <p:cNvSpPr/>
          <p:nvPr/>
        </p:nvSpPr>
        <p:spPr>
          <a:xfrm>
            <a:off x="588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0" name="四角形: 角を丸くする 709">
            <a:extLst>
              <a:ext uri="{FF2B5EF4-FFF2-40B4-BE49-F238E27FC236}">
                <a16:creationId xmlns:a16="http://schemas.microsoft.com/office/drawing/2014/main" id="{F01A277F-939F-4806-944D-1C9CEC5E2B0C}"/>
              </a:ext>
            </a:extLst>
          </p:cNvPr>
          <p:cNvSpPr/>
          <p:nvPr/>
        </p:nvSpPr>
        <p:spPr>
          <a:xfrm>
            <a:off x="606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1" name="四角形: 角を丸くする 710">
            <a:extLst>
              <a:ext uri="{FF2B5EF4-FFF2-40B4-BE49-F238E27FC236}">
                <a16:creationId xmlns:a16="http://schemas.microsoft.com/office/drawing/2014/main" id="{B2F5DAC0-77BA-4CC7-AF55-2CC6EE1BD00C}"/>
              </a:ext>
            </a:extLst>
          </p:cNvPr>
          <p:cNvSpPr/>
          <p:nvPr/>
        </p:nvSpPr>
        <p:spPr>
          <a:xfrm>
            <a:off x="624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3" name="四角形: 角を丸くする 712">
            <a:extLst>
              <a:ext uri="{FF2B5EF4-FFF2-40B4-BE49-F238E27FC236}">
                <a16:creationId xmlns:a16="http://schemas.microsoft.com/office/drawing/2014/main" id="{C7BE84B8-A5AE-436F-909B-094E096AB436}"/>
              </a:ext>
            </a:extLst>
          </p:cNvPr>
          <p:cNvSpPr/>
          <p:nvPr/>
        </p:nvSpPr>
        <p:spPr>
          <a:xfrm>
            <a:off x="476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4" name="四角形: 角を丸くする 713">
            <a:extLst>
              <a:ext uri="{FF2B5EF4-FFF2-40B4-BE49-F238E27FC236}">
                <a16:creationId xmlns:a16="http://schemas.microsoft.com/office/drawing/2014/main" id="{78D6EE80-491B-4023-A439-EBE9C0B0A5A9}"/>
              </a:ext>
            </a:extLst>
          </p:cNvPr>
          <p:cNvSpPr/>
          <p:nvPr/>
        </p:nvSpPr>
        <p:spPr>
          <a:xfrm>
            <a:off x="512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5" name="四角形: 角を丸くする 714">
            <a:extLst>
              <a:ext uri="{FF2B5EF4-FFF2-40B4-BE49-F238E27FC236}">
                <a16:creationId xmlns:a16="http://schemas.microsoft.com/office/drawing/2014/main" id="{35E1A8AB-0112-4D4F-9108-A6F58BFE98F2}"/>
              </a:ext>
            </a:extLst>
          </p:cNvPr>
          <p:cNvSpPr/>
          <p:nvPr/>
        </p:nvSpPr>
        <p:spPr>
          <a:xfrm>
            <a:off x="530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6" name="四角形: 角を丸くする 715">
            <a:extLst>
              <a:ext uri="{FF2B5EF4-FFF2-40B4-BE49-F238E27FC236}">
                <a16:creationId xmlns:a16="http://schemas.microsoft.com/office/drawing/2014/main" id="{EBB38C1B-BA61-4600-9481-DA75B53FE151}"/>
              </a:ext>
            </a:extLst>
          </p:cNvPr>
          <p:cNvSpPr/>
          <p:nvPr/>
        </p:nvSpPr>
        <p:spPr>
          <a:xfrm>
            <a:off x="440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7" name="四角形: 角を丸くする 716">
            <a:extLst>
              <a:ext uri="{FF2B5EF4-FFF2-40B4-BE49-F238E27FC236}">
                <a16:creationId xmlns:a16="http://schemas.microsoft.com/office/drawing/2014/main" id="{5823EB68-2700-4BB9-AAB9-B62A71C2632C}"/>
              </a:ext>
            </a:extLst>
          </p:cNvPr>
          <p:cNvSpPr/>
          <p:nvPr/>
        </p:nvSpPr>
        <p:spPr>
          <a:xfrm>
            <a:off x="458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8" name="四角形: 角を丸くする 717">
            <a:extLst>
              <a:ext uri="{FF2B5EF4-FFF2-40B4-BE49-F238E27FC236}">
                <a16:creationId xmlns:a16="http://schemas.microsoft.com/office/drawing/2014/main" id="{CE419A2E-4DD8-49B4-8D0B-E831D2DD9C30}"/>
              </a:ext>
            </a:extLst>
          </p:cNvPr>
          <p:cNvSpPr/>
          <p:nvPr/>
        </p:nvSpPr>
        <p:spPr>
          <a:xfrm>
            <a:off x="494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9" name="四角形: 角を丸くする 718">
            <a:extLst>
              <a:ext uri="{FF2B5EF4-FFF2-40B4-BE49-F238E27FC236}">
                <a16:creationId xmlns:a16="http://schemas.microsoft.com/office/drawing/2014/main" id="{915C58AE-25D5-44DA-AD6D-187BB6012B84}"/>
              </a:ext>
            </a:extLst>
          </p:cNvPr>
          <p:cNvSpPr/>
          <p:nvPr/>
        </p:nvSpPr>
        <p:spPr>
          <a:xfrm>
            <a:off x="773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0" name="四角形: 角を丸くする 719">
            <a:extLst>
              <a:ext uri="{FF2B5EF4-FFF2-40B4-BE49-F238E27FC236}">
                <a16:creationId xmlns:a16="http://schemas.microsoft.com/office/drawing/2014/main" id="{2DF9FB57-7300-4B49-B2AD-6C7C94514387}"/>
              </a:ext>
            </a:extLst>
          </p:cNvPr>
          <p:cNvSpPr/>
          <p:nvPr/>
        </p:nvSpPr>
        <p:spPr>
          <a:xfrm>
            <a:off x="701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1" name="四角形: 角を丸くする 720">
            <a:extLst>
              <a:ext uri="{FF2B5EF4-FFF2-40B4-BE49-F238E27FC236}">
                <a16:creationId xmlns:a16="http://schemas.microsoft.com/office/drawing/2014/main" id="{0CA153CB-114C-4F9B-A6A6-1767AD9DB66B}"/>
              </a:ext>
            </a:extLst>
          </p:cNvPr>
          <p:cNvSpPr/>
          <p:nvPr/>
        </p:nvSpPr>
        <p:spPr>
          <a:xfrm>
            <a:off x="719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2" name="四角形: 角を丸くする 721">
            <a:extLst>
              <a:ext uri="{FF2B5EF4-FFF2-40B4-BE49-F238E27FC236}">
                <a16:creationId xmlns:a16="http://schemas.microsoft.com/office/drawing/2014/main" id="{0246A82C-BFBA-4EBF-A214-C98AEAEB9961}"/>
              </a:ext>
            </a:extLst>
          </p:cNvPr>
          <p:cNvSpPr/>
          <p:nvPr/>
        </p:nvSpPr>
        <p:spPr>
          <a:xfrm>
            <a:off x="737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3" name="四角形: 角を丸くする 722">
            <a:extLst>
              <a:ext uri="{FF2B5EF4-FFF2-40B4-BE49-F238E27FC236}">
                <a16:creationId xmlns:a16="http://schemas.microsoft.com/office/drawing/2014/main" id="{8E45580C-11AC-48BD-A606-D175741CF4C3}"/>
              </a:ext>
            </a:extLst>
          </p:cNvPr>
          <p:cNvSpPr/>
          <p:nvPr/>
        </p:nvSpPr>
        <p:spPr>
          <a:xfrm>
            <a:off x="755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4" name="四角形: 角を丸くする 723">
            <a:extLst>
              <a:ext uri="{FF2B5EF4-FFF2-40B4-BE49-F238E27FC236}">
                <a16:creationId xmlns:a16="http://schemas.microsoft.com/office/drawing/2014/main" id="{9B0D30C0-04AF-4027-A3F9-D1AC46D78E0A}"/>
              </a:ext>
            </a:extLst>
          </p:cNvPr>
          <p:cNvSpPr/>
          <p:nvPr/>
        </p:nvSpPr>
        <p:spPr>
          <a:xfrm>
            <a:off x="3101000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5" name="四角形: 角を丸くする 724">
            <a:extLst>
              <a:ext uri="{FF2B5EF4-FFF2-40B4-BE49-F238E27FC236}">
                <a16:creationId xmlns:a16="http://schemas.microsoft.com/office/drawing/2014/main" id="{C9A1BD6F-0758-40AD-B4FC-6451E4AEEF3B}"/>
              </a:ext>
            </a:extLst>
          </p:cNvPr>
          <p:cNvSpPr/>
          <p:nvPr/>
        </p:nvSpPr>
        <p:spPr>
          <a:xfrm>
            <a:off x="3101000" y="63165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6" name="四角形: 角を丸くする 725">
            <a:extLst>
              <a:ext uri="{FF2B5EF4-FFF2-40B4-BE49-F238E27FC236}">
                <a16:creationId xmlns:a16="http://schemas.microsoft.com/office/drawing/2014/main" id="{D9333730-F788-4D84-81D4-0D567F3C8CAD}"/>
              </a:ext>
            </a:extLst>
          </p:cNvPr>
          <p:cNvSpPr/>
          <p:nvPr/>
        </p:nvSpPr>
        <p:spPr>
          <a:xfrm>
            <a:off x="4408021" y="63165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7" name="四角形: 角を丸くする 726">
            <a:extLst>
              <a:ext uri="{FF2B5EF4-FFF2-40B4-BE49-F238E27FC236}">
                <a16:creationId xmlns:a16="http://schemas.microsoft.com/office/drawing/2014/main" id="{7080504D-C637-4C62-85B2-10EA28EB83F2}"/>
              </a:ext>
            </a:extLst>
          </p:cNvPr>
          <p:cNvSpPr/>
          <p:nvPr/>
        </p:nvSpPr>
        <p:spPr>
          <a:xfrm>
            <a:off x="4588021" y="63165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8" name="四角形: 角を丸くする 727">
            <a:extLst>
              <a:ext uri="{FF2B5EF4-FFF2-40B4-BE49-F238E27FC236}">
                <a16:creationId xmlns:a16="http://schemas.microsoft.com/office/drawing/2014/main" id="{DC7AA1DF-1230-48DA-9D7D-B0CCDC070F60}"/>
              </a:ext>
            </a:extLst>
          </p:cNvPr>
          <p:cNvSpPr/>
          <p:nvPr/>
        </p:nvSpPr>
        <p:spPr>
          <a:xfrm>
            <a:off x="5708984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9" name="四角形: 角を丸くする 728">
            <a:extLst>
              <a:ext uri="{FF2B5EF4-FFF2-40B4-BE49-F238E27FC236}">
                <a16:creationId xmlns:a16="http://schemas.microsoft.com/office/drawing/2014/main" id="{297CACA2-501D-457B-802A-1F69245E8267}"/>
              </a:ext>
            </a:extLst>
          </p:cNvPr>
          <p:cNvSpPr/>
          <p:nvPr/>
        </p:nvSpPr>
        <p:spPr>
          <a:xfrm>
            <a:off x="5888984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0" name="四角形: 角を丸くする 729">
            <a:extLst>
              <a:ext uri="{FF2B5EF4-FFF2-40B4-BE49-F238E27FC236}">
                <a16:creationId xmlns:a16="http://schemas.microsoft.com/office/drawing/2014/main" id="{11515A9E-2F8C-46B2-9644-6F572743A834}"/>
              </a:ext>
            </a:extLst>
          </p:cNvPr>
          <p:cNvSpPr/>
          <p:nvPr/>
        </p:nvSpPr>
        <p:spPr>
          <a:xfrm>
            <a:off x="736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1" name="四角形: 角を丸くする 730">
            <a:extLst>
              <a:ext uri="{FF2B5EF4-FFF2-40B4-BE49-F238E27FC236}">
                <a16:creationId xmlns:a16="http://schemas.microsoft.com/office/drawing/2014/main" id="{052459B8-C377-4824-98EE-422DD5BC749C}"/>
              </a:ext>
            </a:extLst>
          </p:cNvPr>
          <p:cNvSpPr/>
          <p:nvPr/>
        </p:nvSpPr>
        <p:spPr>
          <a:xfrm>
            <a:off x="7182058" y="610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2" name="四角形: 角を丸くする 731">
            <a:extLst>
              <a:ext uri="{FF2B5EF4-FFF2-40B4-BE49-F238E27FC236}">
                <a16:creationId xmlns:a16="http://schemas.microsoft.com/office/drawing/2014/main" id="{0EFF3696-E97B-4C98-B7C2-C6A42356C34D}"/>
              </a:ext>
            </a:extLst>
          </p:cNvPr>
          <p:cNvSpPr/>
          <p:nvPr/>
        </p:nvSpPr>
        <p:spPr>
          <a:xfrm>
            <a:off x="754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3" name="四角形: 角を丸くする 732">
            <a:extLst>
              <a:ext uri="{FF2B5EF4-FFF2-40B4-BE49-F238E27FC236}">
                <a16:creationId xmlns:a16="http://schemas.microsoft.com/office/drawing/2014/main" id="{6CCE6696-0E81-46D9-8145-254BD10B41F3}"/>
              </a:ext>
            </a:extLst>
          </p:cNvPr>
          <p:cNvSpPr/>
          <p:nvPr/>
        </p:nvSpPr>
        <p:spPr>
          <a:xfrm>
            <a:off x="718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4" name="四角形: 角を丸くする 733">
            <a:extLst>
              <a:ext uri="{FF2B5EF4-FFF2-40B4-BE49-F238E27FC236}">
                <a16:creationId xmlns:a16="http://schemas.microsoft.com/office/drawing/2014/main" id="{2E8D5C6F-7F5E-4CE2-A142-5796867ABC58}"/>
              </a:ext>
            </a:extLst>
          </p:cNvPr>
          <p:cNvSpPr/>
          <p:nvPr/>
        </p:nvSpPr>
        <p:spPr>
          <a:xfrm>
            <a:off x="700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5" name="四角形: 角を丸くする 734">
            <a:extLst>
              <a:ext uri="{FF2B5EF4-FFF2-40B4-BE49-F238E27FC236}">
                <a16:creationId xmlns:a16="http://schemas.microsoft.com/office/drawing/2014/main" id="{7B4F6D05-6534-4E7B-9950-A35FF70273A6}"/>
              </a:ext>
            </a:extLst>
          </p:cNvPr>
          <p:cNvSpPr/>
          <p:nvPr/>
        </p:nvSpPr>
        <p:spPr>
          <a:xfrm>
            <a:off x="772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6" name="四角形: 角を丸くする 735">
            <a:extLst>
              <a:ext uri="{FF2B5EF4-FFF2-40B4-BE49-F238E27FC236}">
                <a16:creationId xmlns:a16="http://schemas.microsoft.com/office/drawing/2014/main" id="{7AAC34CE-1437-42E2-8C26-83C4B74603CB}"/>
              </a:ext>
            </a:extLst>
          </p:cNvPr>
          <p:cNvSpPr/>
          <p:nvPr/>
        </p:nvSpPr>
        <p:spPr>
          <a:xfrm>
            <a:off x="7002058" y="610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7" name="四角形: 角を丸くする 736">
            <a:extLst>
              <a:ext uri="{FF2B5EF4-FFF2-40B4-BE49-F238E27FC236}">
                <a16:creationId xmlns:a16="http://schemas.microsoft.com/office/drawing/2014/main" id="{A9F39E85-469B-4D75-8F9A-B5329B251AF3}"/>
              </a:ext>
            </a:extLst>
          </p:cNvPr>
          <p:cNvSpPr/>
          <p:nvPr/>
        </p:nvSpPr>
        <p:spPr>
          <a:xfrm>
            <a:off x="790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8" name="四角形: 角を丸くする 737">
            <a:extLst>
              <a:ext uri="{FF2B5EF4-FFF2-40B4-BE49-F238E27FC236}">
                <a16:creationId xmlns:a16="http://schemas.microsoft.com/office/drawing/2014/main" id="{9AE5AF01-554D-4BB6-8362-063117BCD0DE}"/>
              </a:ext>
            </a:extLst>
          </p:cNvPr>
          <p:cNvSpPr/>
          <p:nvPr/>
        </p:nvSpPr>
        <p:spPr>
          <a:xfrm>
            <a:off x="7362058" y="610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9" name="四角形: 角を丸くする 738">
            <a:extLst>
              <a:ext uri="{FF2B5EF4-FFF2-40B4-BE49-F238E27FC236}">
                <a16:creationId xmlns:a16="http://schemas.microsoft.com/office/drawing/2014/main" id="{EDC09558-BFC3-41A3-827F-376A0484F671}"/>
              </a:ext>
            </a:extLst>
          </p:cNvPr>
          <p:cNvSpPr/>
          <p:nvPr/>
        </p:nvSpPr>
        <p:spPr>
          <a:xfrm>
            <a:off x="8325546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0" name="四角形: 角を丸くする 739">
            <a:extLst>
              <a:ext uri="{FF2B5EF4-FFF2-40B4-BE49-F238E27FC236}">
                <a16:creationId xmlns:a16="http://schemas.microsoft.com/office/drawing/2014/main" id="{F94BD85D-351A-4526-BB4C-B9CCDB1CD07A}"/>
              </a:ext>
            </a:extLst>
          </p:cNvPr>
          <p:cNvSpPr/>
          <p:nvPr/>
        </p:nvSpPr>
        <p:spPr>
          <a:xfrm>
            <a:off x="4420978" y="27619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1" name="四角形: 角を丸くする 740">
            <a:extLst>
              <a:ext uri="{FF2B5EF4-FFF2-40B4-BE49-F238E27FC236}">
                <a16:creationId xmlns:a16="http://schemas.microsoft.com/office/drawing/2014/main" id="{A91933D1-BBD4-4DA9-9857-B143209EC2DE}"/>
              </a:ext>
            </a:extLst>
          </p:cNvPr>
          <p:cNvSpPr/>
          <p:nvPr/>
        </p:nvSpPr>
        <p:spPr>
          <a:xfrm>
            <a:off x="4780978" y="27619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2" name="四角形: 角を丸くする 741">
            <a:extLst>
              <a:ext uri="{FF2B5EF4-FFF2-40B4-BE49-F238E27FC236}">
                <a16:creationId xmlns:a16="http://schemas.microsoft.com/office/drawing/2014/main" id="{19C72D38-F0C3-49CE-9750-A1148E965F78}"/>
              </a:ext>
            </a:extLst>
          </p:cNvPr>
          <p:cNvSpPr/>
          <p:nvPr/>
        </p:nvSpPr>
        <p:spPr>
          <a:xfrm>
            <a:off x="4600978" y="27619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5" name="四角形: 角を丸くする 744">
            <a:extLst>
              <a:ext uri="{FF2B5EF4-FFF2-40B4-BE49-F238E27FC236}">
                <a16:creationId xmlns:a16="http://schemas.microsoft.com/office/drawing/2014/main" id="{E1F0FCAF-F681-4F24-984F-E2A6630019A8}"/>
              </a:ext>
            </a:extLst>
          </p:cNvPr>
          <p:cNvSpPr/>
          <p:nvPr/>
        </p:nvSpPr>
        <p:spPr>
          <a:xfrm>
            <a:off x="4960978" y="27619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7" name="四角形: 角を丸くする 746">
            <a:extLst>
              <a:ext uri="{FF2B5EF4-FFF2-40B4-BE49-F238E27FC236}">
                <a16:creationId xmlns:a16="http://schemas.microsoft.com/office/drawing/2014/main" id="{047140BC-5614-4542-B95E-73815C28ADEF}"/>
              </a:ext>
            </a:extLst>
          </p:cNvPr>
          <p:cNvSpPr/>
          <p:nvPr/>
        </p:nvSpPr>
        <p:spPr>
          <a:xfrm>
            <a:off x="7182058" y="27619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8" name="四角形: 角を丸くする 747">
            <a:extLst>
              <a:ext uri="{FF2B5EF4-FFF2-40B4-BE49-F238E27FC236}">
                <a16:creationId xmlns:a16="http://schemas.microsoft.com/office/drawing/2014/main" id="{857CF7BF-910F-4EDE-8066-3080D038AB67}"/>
              </a:ext>
            </a:extLst>
          </p:cNvPr>
          <p:cNvSpPr/>
          <p:nvPr/>
        </p:nvSpPr>
        <p:spPr>
          <a:xfrm>
            <a:off x="7002058" y="27619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0" name="四角形: 角を丸くする 749">
            <a:extLst>
              <a:ext uri="{FF2B5EF4-FFF2-40B4-BE49-F238E27FC236}">
                <a16:creationId xmlns:a16="http://schemas.microsoft.com/office/drawing/2014/main" id="{A559ED0E-5DAE-4483-BF26-72255E70203A}"/>
              </a:ext>
            </a:extLst>
          </p:cNvPr>
          <p:cNvSpPr/>
          <p:nvPr/>
        </p:nvSpPr>
        <p:spPr>
          <a:xfrm>
            <a:off x="3112208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3" name="四角形: 角を丸くする 752">
            <a:extLst>
              <a:ext uri="{FF2B5EF4-FFF2-40B4-BE49-F238E27FC236}">
                <a16:creationId xmlns:a16="http://schemas.microsoft.com/office/drawing/2014/main" id="{E02B11C5-42A4-4B29-88CB-C38990FDD9A5}"/>
              </a:ext>
            </a:extLst>
          </p:cNvPr>
          <p:cNvSpPr/>
          <p:nvPr/>
        </p:nvSpPr>
        <p:spPr>
          <a:xfrm>
            <a:off x="4403566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4" name="四角形: 角を丸くする 753">
            <a:extLst>
              <a:ext uri="{FF2B5EF4-FFF2-40B4-BE49-F238E27FC236}">
                <a16:creationId xmlns:a16="http://schemas.microsoft.com/office/drawing/2014/main" id="{EDB7774C-F40E-4F0B-AAB2-5A465837B0F3}"/>
              </a:ext>
            </a:extLst>
          </p:cNvPr>
          <p:cNvSpPr/>
          <p:nvPr/>
        </p:nvSpPr>
        <p:spPr>
          <a:xfrm>
            <a:off x="8314237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5" name="四角形: 角を丸くする 754">
            <a:extLst>
              <a:ext uri="{FF2B5EF4-FFF2-40B4-BE49-F238E27FC236}">
                <a16:creationId xmlns:a16="http://schemas.microsoft.com/office/drawing/2014/main" id="{AD14C832-899D-42F9-B5C4-EE4F0362ECDB}"/>
              </a:ext>
            </a:extLst>
          </p:cNvPr>
          <p:cNvSpPr/>
          <p:nvPr/>
        </p:nvSpPr>
        <p:spPr>
          <a:xfrm>
            <a:off x="8494237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6" name="四角形: 角を丸くする 755">
            <a:extLst>
              <a:ext uri="{FF2B5EF4-FFF2-40B4-BE49-F238E27FC236}">
                <a16:creationId xmlns:a16="http://schemas.microsoft.com/office/drawing/2014/main" id="{E60C1B98-35D9-4C9A-86E0-2DC47EB4AEE4}"/>
              </a:ext>
            </a:extLst>
          </p:cNvPr>
          <p:cNvSpPr/>
          <p:nvPr/>
        </p:nvSpPr>
        <p:spPr>
          <a:xfrm>
            <a:off x="311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7" name="四角形: 角を丸くする 756">
            <a:extLst>
              <a:ext uri="{FF2B5EF4-FFF2-40B4-BE49-F238E27FC236}">
                <a16:creationId xmlns:a16="http://schemas.microsoft.com/office/drawing/2014/main" id="{C15BA473-4526-48F9-BE75-5EF8742A3275}"/>
              </a:ext>
            </a:extLst>
          </p:cNvPr>
          <p:cNvSpPr/>
          <p:nvPr/>
        </p:nvSpPr>
        <p:spPr>
          <a:xfrm>
            <a:off x="329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8" name="四角形: 角を丸くする 757">
            <a:extLst>
              <a:ext uri="{FF2B5EF4-FFF2-40B4-BE49-F238E27FC236}">
                <a16:creationId xmlns:a16="http://schemas.microsoft.com/office/drawing/2014/main" id="{BFD5B55F-5EB4-450C-B3F2-391A1F688BF2}"/>
              </a:ext>
            </a:extLst>
          </p:cNvPr>
          <p:cNvSpPr/>
          <p:nvPr/>
        </p:nvSpPr>
        <p:spPr>
          <a:xfrm>
            <a:off x="347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9" name="四角形: 角を丸くする 758">
            <a:extLst>
              <a:ext uri="{FF2B5EF4-FFF2-40B4-BE49-F238E27FC236}">
                <a16:creationId xmlns:a16="http://schemas.microsoft.com/office/drawing/2014/main" id="{4DFB3949-967D-40B0-B30E-7CFBE920565E}"/>
              </a:ext>
            </a:extLst>
          </p:cNvPr>
          <p:cNvSpPr/>
          <p:nvPr/>
        </p:nvSpPr>
        <p:spPr>
          <a:xfrm>
            <a:off x="365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0" name="四角形: 角を丸くする 759">
            <a:extLst>
              <a:ext uri="{FF2B5EF4-FFF2-40B4-BE49-F238E27FC236}">
                <a16:creationId xmlns:a16="http://schemas.microsoft.com/office/drawing/2014/main" id="{A312DBDF-CF78-48E7-8662-CE52FCC8D3BD}"/>
              </a:ext>
            </a:extLst>
          </p:cNvPr>
          <p:cNvSpPr/>
          <p:nvPr/>
        </p:nvSpPr>
        <p:spPr>
          <a:xfrm>
            <a:off x="4403566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1" name="四角形: 角を丸くする 760">
            <a:extLst>
              <a:ext uri="{FF2B5EF4-FFF2-40B4-BE49-F238E27FC236}">
                <a16:creationId xmlns:a16="http://schemas.microsoft.com/office/drawing/2014/main" id="{5C4A17DE-14DE-414C-BE75-D6C2DD8ED644}"/>
              </a:ext>
            </a:extLst>
          </p:cNvPr>
          <p:cNvSpPr/>
          <p:nvPr/>
        </p:nvSpPr>
        <p:spPr>
          <a:xfrm>
            <a:off x="4583566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2" name="四角形: 角を丸くする 761">
            <a:extLst>
              <a:ext uri="{FF2B5EF4-FFF2-40B4-BE49-F238E27FC236}">
                <a16:creationId xmlns:a16="http://schemas.microsoft.com/office/drawing/2014/main" id="{EA2426F2-ACDA-4979-8594-E83BE06C05FE}"/>
              </a:ext>
            </a:extLst>
          </p:cNvPr>
          <p:cNvSpPr/>
          <p:nvPr/>
        </p:nvSpPr>
        <p:spPr>
          <a:xfrm>
            <a:off x="4763566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3" name="四角形: 角を丸くする 762">
            <a:extLst>
              <a:ext uri="{FF2B5EF4-FFF2-40B4-BE49-F238E27FC236}">
                <a16:creationId xmlns:a16="http://schemas.microsoft.com/office/drawing/2014/main" id="{D78C397C-55A6-4654-A5A5-D7E2BED44968}"/>
              </a:ext>
            </a:extLst>
          </p:cNvPr>
          <p:cNvSpPr/>
          <p:nvPr/>
        </p:nvSpPr>
        <p:spPr>
          <a:xfrm>
            <a:off x="5701242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4" name="四角形: 角を丸くする 763">
            <a:extLst>
              <a:ext uri="{FF2B5EF4-FFF2-40B4-BE49-F238E27FC236}">
                <a16:creationId xmlns:a16="http://schemas.microsoft.com/office/drawing/2014/main" id="{C42DA0F1-E25D-45E3-BD4F-0645EAF379F0}"/>
              </a:ext>
            </a:extLst>
          </p:cNvPr>
          <p:cNvSpPr/>
          <p:nvPr/>
        </p:nvSpPr>
        <p:spPr>
          <a:xfrm>
            <a:off x="5881242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5" name="四角形: 角を丸くする 764">
            <a:extLst>
              <a:ext uri="{FF2B5EF4-FFF2-40B4-BE49-F238E27FC236}">
                <a16:creationId xmlns:a16="http://schemas.microsoft.com/office/drawing/2014/main" id="{5340FEB0-7620-41CA-B8EA-F2B5AF3DE268}"/>
              </a:ext>
            </a:extLst>
          </p:cNvPr>
          <p:cNvSpPr/>
          <p:nvPr/>
        </p:nvSpPr>
        <p:spPr>
          <a:xfrm>
            <a:off x="700205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6" name="四角形: 角を丸くする 765">
            <a:extLst>
              <a:ext uri="{FF2B5EF4-FFF2-40B4-BE49-F238E27FC236}">
                <a16:creationId xmlns:a16="http://schemas.microsoft.com/office/drawing/2014/main" id="{E8CC2A67-9BD3-4D62-B5F4-69721EC6731C}"/>
              </a:ext>
            </a:extLst>
          </p:cNvPr>
          <p:cNvSpPr/>
          <p:nvPr/>
        </p:nvSpPr>
        <p:spPr>
          <a:xfrm>
            <a:off x="4409980" y="15947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7" name="四角形: 角を丸くする 766">
            <a:extLst>
              <a:ext uri="{FF2B5EF4-FFF2-40B4-BE49-F238E27FC236}">
                <a16:creationId xmlns:a16="http://schemas.microsoft.com/office/drawing/2014/main" id="{01E2E5D9-F7D2-422B-9E14-2200D051A718}"/>
              </a:ext>
            </a:extLst>
          </p:cNvPr>
          <p:cNvSpPr/>
          <p:nvPr/>
        </p:nvSpPr>
        <p:spPr>
          <a:xfrm>
            <a:off x="4589980" y="15947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8" name="四角形: 角を丸くする 767">
            <a:extLst>
              <a:ext uri="{FF2B5EF4-FFF2-40B4-BE49-F238E27FC236}">
                <a16:creationId xmlns:a16="http://schemas.microsoft.com/office/drawing/2014/main" id="{68FE8AC4-AEAA-4443-916C-EFD46D95C0E0}"/>
              </a:ext>
            </a:extLst>
          </p:cNvPr>
          <p:cNvSpPr/>
          <p:nvPr/>
        </p:nvSpPr>
        <p:spPr>
          <a:xfrm>
            <a:off x="4409980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9" name="四角形: 角を丸くする 768">
            <a:extLst>
              <a:ext uri="{FF2B5EF4-FFF2-40B4-BE49-F238E27FC236}">
                <a16:creationId xmlns:a16="http://schemas.microsoft.com/office/drawing/2014/main" id="{4FE1E952-C8E6-452B-B327-C7C207A2FF58}"/>
              </a:ext>
            </a:extLst>
          </p:cNvPr>
          <p:cNvSpPr/>
          <p:nvPr/>
        </p:nvSpPr>
        <p:spPr>
          <a:xfrm>
            <a:off x="4589980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0" name="四角形: 角を丸くする 769">
            <a:extLst>
              <a:ext uri="{FF2B5EF4-FFF2-40B4-BE49-F238E27FC236}">
                <a16:creationId xmlns:a16="http://schemas.microsoft.com/office/drawing/2014/main" id="{B30F6D9B-4414-4C44-865C-9A0A7C59B2E7}"/>
              </a:ext>
            </a:extLst>
          </p:cNvPr>
          <p:cNvSpPr/>
          <p:nvPr/>
        </p:nvSpPr>
        <p:spPr>
          <a:xfrm>
            <a:off x="570274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1" name="四角形: 角を丸くする 770">
            <a:extLst>
              <a:ext uri="{FF2B5EF4-FFF2-40B4-BE49-F238E27FC236}">
                <a16:creationId xmlns:a16="http://schemas.microsoft.com/office/drawing/2014/main" id="{6B6652B4-1CD5-4955-BE91-285841FDC4E9}"/>
              </a:ext>
            </a:extLst>
          </p:cNvPr>
          <p:cNvSpPr/>
          <p:nvPr/>
        </p:nvSpPr>
        <p:spPr>
          <a:xfrm>
            <a:off x="588274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2" name="四角形: 角を丸くする 771">
            <a:extLst>
              <a:ext uri="{FF2B5EF4-FFF2-40B4-BE49-F238E27FC236}">
                <a16:creationId xmlns:a16="http://schemas.microsoft.com/office/drawing/2014/main" id="{2B6F1AE9-24A7-4791-B771-260251113CDA}"/>
              </a:ext>
            </a:extLst>
          </p:cNvPr>
          <p:cNvSpPr/>
          <p:nvPr/>
        </p:nvSpPr>
        <p:spPr>
          <a:xfrm>
            <a:off x="8321379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3" name="四角形: 角を丸くする 772">
            <a:extLst>
              <a:ext uri="{FF2B5EF4-FFF2-40B4-BE49-F238E27FC236}">
                <a16:creationId xmlns:a16="http://schemas.microsoft.com/office/drawing/2014/main" id="{DAA71C5A-56A9-4742-8888-9B50356AF079}"/>
              </a:ext>
            </a:extLst>
          </p:cNvPr>
          <p:cNvSpPr/>
          <p:nvPr/>
        </p:nvSpPr>
        <p:spPr>
          <a:xfrm>
            <a:off x="700205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4" name="四角形: 角を丸くする 773">
            <a:extLst>
              <a:ext uri="{FF2B5EF4-FFF2-40B4-BE49-F238E27FC236}">
                <a16:creationId xmlns:a16="http://schemas.microsoft.com/office/drawing/2014/main" id="{EC2747E7-97D7-44AC-9768-B8D194E16952}"/>
              </a:ext>
            </a:extLst>
          </p:cNvPr>
          <p:cNvSpPr/>
          <p:nvPr/>
        </p:nvSpPr>
        <p:spPr>
          <a:xfrm>
            <a:off x="718205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5" name="四角形: 角を丸くする 774">
            <a:extLst>
              <a:ext uri="{FF2B5EF4-FFF2-40B4-BE49-F238E27FC236}">
                <a16:creationId xmlns:a16="http://schemas.microsoft.com/office/drawing/2014/main" id="{C4A7C47C-56A3-4CD8-95DD-E91AB266A349}"/>
              </a:ext>
            </a:extLst>
          </p:cNvPr>
          <p:cNvSpPr/>
          <p:nvPr/>
        </p:nvSpPr>
        <p:spPr>
          <a:xfrm>
            <a:off x="3112208" y="47384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6" name="四角形: 角を丸くする 775">
            <a:extLst>
              <a:ext uri="{FF2B5EF4-FFF2-40B4-BE49-F238E27FC236}">
                <a16:creationId xmlns:a16="http://schemas.microsoft.com/office/drawing/2014/main" id="{89B97484-DD13-48C9-8440-D3758F7B146B}"/>
              </a:ext>
            </a:extLst>
          </p:cNvPr>
          <p:cNvSpPr/>
          <p:nvPr/>
        </p:nvSpPr>
        <p:spPr>
          <a:xfrm>
            <a:off x="3292208" y="47384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7" name="四角形: 角を丸くする 776">
            <a:extLst>
              <a:ext uri="{FF2B5EF4-FFF2-40B4-BE49-F238E27FC236}">
                <a16:creationId xmlns:a16="http://schemas.microsoft.com/office/drawing/2014/main" id="{49ADA06E-64D0-4D18-AF87-CEF5E12E31B1}"/>
              </a:ext>
            </a:extLst>
          </p:cNvPr>
          <p:cNvSpPr/>
          <p:nvPr/>
        </p:nvSpPr>
        <p:spPr>
          <a:xfrm>
            <a:off x="5702748" y="47384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8" name="四角形: 角を丸くする 777">
            <a:extLst>
              <a:ext uri="{FF2B5EF4-FFF2-40B4-BE49-F238E27FC236}">
                <a16:creationId xmlns:a16="http://schemas.microsoft.com/office/drawing/2014/main" id="{6D9606B9-505B-4238-98B5-7A1B35D2F909}"/>
              </a:ext>
            </a:extLst>
          </p:cNvPr>
          <p:cNvSpPr/>
          <p:nvPr/>
        </p:nvSpPr>
        <p:spPr>
          <a:xfrm>
            <a:off x="990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9" name="四角形: 角を丸くする 778">
            <a:extLst>
              <a:ext uri="{FF2B5EF4-FFF2-40B4-BE49-F238E27FC236}">
                <a16:creationId xmlns:a16="http://schemas.microsoft.com/office/drawing/2014/main" id="{98E063E9-1E12-4A43-AEBB-9FD782204CE9}"/>
              </a:ext>
            </a:extLst>
          </p:cNvPr>
          <p:cNvSpPr/>
          <p:nvPr/>
        </p:nvSpPr>
        <p:spPr>
          <a:xfrm>
            <a:off x="1044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1" name="四角形: 角を丸くする 780">
            <a:extLst>
              <a:ext uri="{FF2B5EF4-FFF2-40B4-BE49-F238E27FC236}">
                <a16:creationId xmlns:a16="http://schemas.microsoft.com/office/drawing/2014/main" id="{271F8800-023B-4822-8EC3-6A0050948F58}"/>
              </a:ext>
            </a:extLst>
          </p:cNvPr>
          <p:cNvSpPr/>
          <p:nvPr/>
        </p:nvSpPr>
        <p:spPr>
          <a:xfrm>
            <a:off x="10624191" y="18565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2" name="四角形: 角を丸くする 781">
            <a:extLst>
              <a:ext uri="{FF2B5EF4-FFF2-40B4-BE49-F238E27FC236}">
                <a16:creationId xmlns:a16="http://schemas.microsoft.com/office/drawing/2014/main" id="{9D477F13-802F-4E28-8DCF-A1B1A6440508}"/>
              </a:ext>
            </a:extLst>
          </p:cNvPr>
          <p:cNvSpPr/>
          <p:nvPr/>
        </p:nvSpPr>
        <p:spPr>
          <a:xfrm>
            <a:off x="10444191" y="18565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6" name="四角形: 角を丸くする 785">
            <a:extLst>
              <a:ext uri="{FF2B5EF4-FFF2-40B4-BE49-F238E27FC236}">
                <a16:creationId xmlns:a16="http://schemas.microsoft.com/office/drawing/2014/main" id="{F5030F43-BD2C-431B-8DD5-400D2144ECF8}"/>
              </a:ext>
            </a:extLst>
          </p:cNvPr>
          <p:cNvSpPr/>
          <p:nvPr/>
        </p:nvSpPr>
        <p:spPr>
          <a:xfrm>
            <a:off x="1008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9" name="四角形: 角を丸くする 788">
            <a:extLst>
              <a:ext uri="{FF2B5EF4-FFF2-40B4-BE49-F238E27FC236}">
                <a16:creationId xmlns:a16="http://schemas.microsoft.com/office/drawing/2014/main" id="{B91FE6FC-639D-4219-A631-0378CF66960F}"/>
              </a:ext>
            </a:extLst>
          </p:cNvPr>
          <p:cNvSpPr/>
          <p:nvPr/>
        </p:nvSpPr>
        <p:spPr>
          <a:xfrm>
            <a:off x="1062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0" name="四角形: 角を丸くする 789">
            <a:extLst>
              <a:ext uri="{FF2B5EF4-FFF2-40B4-BE49-F238E27FC236}">
                <a16:creationId xmlns:a16="http://schemas.microsoft.com/office/drawing/2014/main" id="{D7DFB69E-B6EF-488F-8A7C-528FC167110F}"/>
              </a:ext>
            </a:extLst>
          </p:cNvPr>
          <p:cNvSpPr/>
          <p:nvPr/>
        </p:nvSpPr>
        <p:spPr>
          <a:xfrm>
            <a:off x="1080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1" name="四角形: 角を丸くする 790">
            <a:extLst>
              <a:ext uri="{FF2B5EF4-FFF2-40B4-BE49-F238E27FC236}">
                <a16:creationId xmlns:a16="http://schemas.microsoft.com/office/drawing/2014/main" id="{9D368077-1D9A-4340-A398-CEEDF684E6B0}"/>
              </a:ext>
            </a:extLst>
          </p:cNvPr>
          <p:cNvSpPr/>
          <p:nvPr/>
        </p:nvSpPr>
        <p:spPr>
          <a:xfrm>
            <a:off x="10264191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3" name="四角形: 角を丸くする 792">
            <a:extLst>
              <a:ext uri="{FF2B5EF4-FFF2-40B4-BE49-F238E27FC236}">
                <a16:creationId xmlns:a16="http://schemas.microsoft.com/office/drawing/2014/main" id="{F9996100-7718-47B2-88A4-BC6E9276BCBD}"/>
              </a:ext>
            </a:extLst>
          </p:cNvPr>
          <p:cNvSpPr/>
          <p:nvPr/>
        </p:nvSpPr>
        <p:spPr>
          <a:xfrm>
            <a:off x="10804191" y="18565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4" name="四角形: 角を丸くする 793">
            <a:extLst>
              <a:ext uri="{FF2B5EF4-FFF2-40B4-BE49-F238E27FC236}">
                <a16:creationId xmlns:a16="http://schemas.microsoft.com/office/drawing/2014/main" id="{9F4E79F8-7F28-44F5-96FC-89E7425FF64A}"/>
              </a:ext>
            </a:extLst>
          </p:cNvPr>
          <p:cNvSpPr/>
          <p:nvPr/>
        </p:nvSpPr>
        <p:spPr>
          <a:xfrm>
            <a:off x="10894426" y="171145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5" name="四角形: 角を丸くする 794">
            <a:extLst>
              <a:ext uri="{FF2B5EF4-FFF2-40B4-BE49-F238E27FC236}">
                <a16:creationId xmlns:a16="http://schemas.microsoft.com/office/drawing/2014/main" id="{ABABAFC0-26FB-42CA-AE0D-0BF44DE50AAF}"/>
              </a:ext>
            </a:extLst>
          </p:cNvPr>
          <p:cNvSpPr/>
          <p:nvPr/>
        </p:nvSpPr>
        <p:spPr>
          <a:xfrm>
            <a:off x="1119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6" name="四角形: 角を丸くする 795">
            <a:extLst>
              <a:ext uri="{FF2B5EF4-FFF2-40B4-BE49-F238E27FC236}">
                <a16:creationId xmlns:a16="http://schemas.microsoft.com/office/drawing/2014/main" id="{A4D3A221-F8C9-444B-8BCA-BBAC55EADCA4}"/>
              </a:ext>
            </a:extLst>
          </p:cNvPr>
          <p:cNvSpPr/>
          <p:nvPr/>
        </p:nvSpPr>
        <p:spPr>
          <a:xfrm>
            <a:off x="1173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7" name="四角形: 角を丸くする 796">
            <a:extLst>
              <a:ext uri="{FF2B5EF4-FFF2-40B4-BE49-F238E27FC236}">
                <a16:creationId xmlns:a16="http://schemas.microsoft.com/office/drawing/2014/main" id="{7BFB60F5-FD33-48DE-8D7A-6795BE5DC130}"/>
              </a:ext>
            </a:extLst>
          </p:cNvPr>
          <p:cNvSpPr/>
          <p:nvPr/>
        </p:nvSpPr>
        <p:spPr>
          <a:xfrm>
            <a:off x="12177735" y="171145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8" name="四角形: 角を丸くする 797">
            <a:extLst>
              <a:ext uri="{FF2B5EF4-FFF2-40B4-BE49-F238E27FC236}">
                <a16:creationId xmlns:a16="http://schemas.microsoft.com/office/drawing/2014/main" id="{1AC64997-CB28-48F7-97D1-87280F9C502D}"/>
              </a:ext>
            </a:extLst>
          </p:cNvPr>
          <p:cNvSpPr/>
          <p:nvPr/>
        </p:nvSpPr>
        <p:spPr>
          <a:xfrm>
            <a:off x="12098629" y="18565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9" name="四角形: 角を丸くする 798">
            <a:extLst>
              <a:ext uri="{FF2B5EF4-FFF2-40B4-BE49-F238E27FC236}">
                <a16:creationId xmlns:a16="http://schemas.microsoft.com/office/drawing/2014/main" id="{D65DDF42-93E0-4489-948B-9B6855683FFD}"/>
              </a:ext>
            </a:extLst>
          </p:cNvPr>
          <p:cNvSpPr/>
          <p:nvPr/>
        </p:nvSpPr>
        <p:spPr>
          <a:xfrm>
            <a:off x="1137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0" name="四角形: 角を丸くする 799">
            <a:extLst>
              <a:ext uri="{FF2B5EF4-FFF2-40B4-BE49-F238E27FC236}">
                <a16:creationId xmlns:a16="http://schemas.microsoft.com/office/drawing/2014/main" id="{E85D46EE-54FD-470A-8D6B-4700482E92EF}"/>
              </a:ext>
            </a:extLst>
          </p:cNvPr>
          <p:cNvSpPr/>
          <p:nvPr/>
        </p:nvSpPr>
        <p:spPr>
          <a:xfrm>
            <a:off x="1155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1" name="四角形: 角を丸くする 800">
            <a:extLst>
              <a:ext uri="{FF2B5EF4-FFF2-40B4-BE49-F238E27FC236}">
                <a16:creationId xmlns:a16="http://schemas.microsoft.com/office/drawing/2014/main" id="{A0EF71BD-99E8-46DE-A418-BAF859560F57}"/>
              </a:ext>
            </a:extLst>
          </p:cNvPr>
          <p:cNvSpPr/>
          <p:nvPr/>
        </p:nvSpPr>
        <p:spPr>
          <a:xfrm>
            <a:off x="1191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2" name="四角形: 角を丸くする 801">
            <a:extLst>
              <a:ext uri="{FF2B5EF4-FFF2-40B4-BE49-F238E27FC236}">
                <a16:creationId xmlns:a16="http://schemas.microsoft.com/office/drawing/2014/main" id="{8B9AF882-7D03-44AF-9C98-670D9EA9C2BB}"/>
              </a:ext>
            </a:extLst>
          </p:cNvPr>
          <p:cNvSpPr/>
          <p:nvPr/>
        </p:nvSpPr>
        <p:spPr>
          <a:xfrm>
            <a:off x="12098629" y="15511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3" name="四角形: 角を丸くする 802">
            <a:extLst>
              <a:ext uri="{FF2B5EF4-FFF2-40B4-BE49-F238E27FC236}">
                <a16:creationId xmlns:a16="http://schemas.microsoft.com/office/drawing/2014/main" id="{063C9AFC-D6B1-472E-B7A9-A451DB552643}"/>
              </a:ext>
            </a:extLst>
          </p:cNvPr>
          <p:cNvSpPr/>
          <p:nvPr/>
        </p:nvSpPr>
        <p:spPr>
          <a:xfrm>
            <a:off x="990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4" name="四角形: 角を丸くする 803">
            <a:extLst>
              <a:ext uri="{FF2B5EF4-FFF2-40B4-BE49-F238E27FC236}">
                <a16:creationId xmlns:a16="http://schemas.microsoft.com/office/drawing/2014/main" id="{2AD618F7-F50D-4C34-97C2-F9B5DF9BA20F}"/>
              </a:ext>
            </a:extLst>
          </p:cNvPr>
          <p:cNvSpPr/>
          <p:nvPr/>
        </p:nvSpPr>
        <p:spPr>
          <a:xfrm>
            <a:off x="1044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5" name="四角形: 角を丸くする 804">
            <a:extLst>
              <a:ext uri="{FF2B5EF4-FFF2-40B4-BE49-F238E27FC236}">
                <a16:creationId xmlns:a16="http://schemas.microsoft.com/office/drawing/2014/main" id="{E0CCFA13-6B99-4237-814A-9C45CF05764B}"/>
              </a:ext>
            </a:extLst>
          </p:cNvPr>
          <p:cNvSpPr/>
          <p:nvPr/>
        </p:nvSpPr>
        <p:spPr>
          <a:xfrm>
            <a:off x="10264191" y="249127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6" name="四角形: 角を丸くする 805">
            <a:extLst>
              <a:ext uri="{FF2B5EF4-FFF2-40B4-BE49-F238E27FC236}">
                <a16:creationId xmlns:a16="http://schemas.microsoft.com/office/drawing/2014/main" id="{A3E0289B-F3E8-45EF-961A-9BB684125574}"/>
              </a:ext>
            </a:extLst>
          </p:cNvPr>
          <p:cNvSpPr/>
          <p:nvPr/>
        </p:nvSpPr>
        <p:spPr>
          <a:xfrm>
            <a:off x="10804191" y="249127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7" name="四角形: 角を丸くする 806">
            <a:extLst>
              <a:ext uri="{FF2B5EF4-FFF2-40B4-BE49-F238E27FC236}">
                <a16:creationId xmlns:a16="http://schemas.microsoft.com/office/drawing/2014/main" id="{3469920E-991C-41F5-9D02-84EFF8EF3D75}"/>
              </a:ext>
            </a:extLst>
          </p:cNvPr>
          <p:cNvSpPr/>
          <p:nvPr/>
        </p:nvSpPr>
        <p:spPr>
          <a:xfrm>
            <a:off x="10624191" y="249127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8" name="四角形: 角を丸くする 807">
            <a:extLst>
              <a:ext uri="{FF2B5EF4-FFF2-40B4-BE49-F238E27FC236}">
                <a16:creationId xmlns:a16="http://schemas.microsoft.com/office/drawing/2014/main" id="{0B96C807-1EFB-4AAB-9D13-381D9E1B589D}"/>
              </a:ext>
            </a:extLst>
          </p:cNvPr>
          <p:cNvSpPr/>
          <p:nvPr/>
        </p:nvSpPr>
        <p:spPr>
          <a:xfrm>
            <a:off x="10894426" y="23268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9" name="四角形: 角を丸くする 808">
            <a:extLst>
              <a:ext uri="{FF2B5EF4-FFF2-40B4-BE49-F238E27FC236}">
                <a16:creationId xmlns:a16="http://schemas.microsoft.com/office/drawing/2014/main" id="{17C8D69C-EEC2-40A2-8828-DA384F49420E}"/>
              </a:ext>
            </a:extLst>
          </p:cNvPr>
          <p:cNvSpPr/>
          <p:nvPr/>
        </p:nvSpPr>
        <p:spPr>
          <a:xfrm>
            <a:off x="10444191" y="249127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0" name="四角形: 角を丸くする 809">
            <a:extLst>
              <a:ext uri="{FF2B5EF4-FFF2-40B4-BE49-F238E27FC236}">
                <a16:creationId xmlns:a16="http://schemas.microsoft.com/office/drawing/2014/main" id="{6AFFB06D-A3AD-4027-BF08-42AF26C3D56D}"/>
              </a:ext>
            </a:extLst>
          </p:cNvPr>
          <p:cNvSpPr/>
          <p:nvPr/>
        </p:nvSpPr>
        <p:spPr>
          <a:xfrm>
            <a:off x="1008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1" name="四角形: 角を丸くする 810">
            <a:extLst>
              <a:ext uri="{FF2B5EF4-FFF2-40B4-BE49-F238E27FC236}">
                <a16:creationId xmlns:a16="http://schemas.microsoft.com/office/drawing/2014/main" id="{EC7F55F1-21B7-4414-A349-4B0F8D6D27BB}"/>
              </a:ext>
            </a:extLst>
          </p:cNvPr>
          <p:cNvSpPr/>
          <p:nvPr/>
        </p:nvSpPr>
        <p:spPr>
          <a:xfrm>
            <a:off x="1026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2" name="四角形: 角を丸くする 811">
            <a:extLst>
              <a:ext uri="{FF2B5EF4-FFF2-40B4-BE49-F238E27FC236}">
                <a16:creationId xmlns:a16="http://schemas.microsoft.com/office/drawing/2014/main" id="{BED0A2B1-F593-47F4-BB4C-0AA61DC81507}"/>
              </a:ext>
            </a:extLst>
          </p:cNvPr>
          <p:cNvSpPr/>
          <p:nvPr/>
        </p:nvSpPr>
        <p:spPr>
          <a:xfrm>
            <a:off x="1062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3" name="四角形: 角を丸くする 812">
            <a:extLst>
              <a:ext uri="{FF2B5EF4-FFF2-40B4-BE49-F238E27FC236}">
                <a16:creationId xmlns:a16="http://schemas.microsoft.com/office/drawing/2014/main" id="{C19E6561-118D-4608-A711-098F6FCC4EFD}"/>
              </a:ext>
            </a:extLst>
          </p:cNvPr>
          <p:cNvSpPr/>
          <p:nvPr/>
        </p:nvSpPr>
        <p:spPr>
          <a:xfrm>
            <a:off x="10804191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4" name="四角形: 角を丸くする 813">
            <a:extLst>
              <a:ext uri="{FF2B5EF4-FFF2-40B4-BE49-F238E27FC236}">
                <a16:creationId xmlns:a16="http://schemas.microsoft.com/office/drawing/2014/main" id="{33B996B3-BB4F-4C43-B337-3A6ED52DD568}"/>
              </a:ext>
            </a:extLst>
          </p:cNvPr>
          <p:cNvSpPr/>
          <p:nvPr/>
        </p:nvSpPr>
        <p:spPr>
          <a:xfrm>
            <a:off x="11198629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5" name="四角形: 角を丸くする 814">
            <a:extLst>
              <a:ext uri="{FF2B5EF4-FFF2-40B4-BE49-F238E27FC236}">
                <a16:creationId xmlns:a16="http://schemas.microsoft.com/office/drawing/2014/main" id="{36232D30-17E0-4992-AD44-69CCE60878F6}"/>
              </a:ext>
            </a:extLst>
          </p:cNvPr>
          <p:cNvSpPr/>
          <p:nvPr/>
        </p:nvSpPr>
        <p:spPr>
          <a:xfrm>
            <a:off x="11378629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6" name="四角形: 角を丸くする 815">
            <a:extLst>
              <a:ext uri="{FF2B5EF4-FFF2-40B4-BE49-F238E27FC236}">
                <a16:creationId xmlns:a16="http://schemas.microsoft.com/office/drawing/2014/main" id="{75B86A8A-4B17-44FD-860E-5641DEDEE041}"/>
              </a:ext>
            </a:extLst>
          </p:cNvPr>
          <p:cNvSpPr/>
          <p:nvPr/>
        </p:nvSpPr>
        <p:spPr>
          <a:xfrm>
            <a:off x="11738629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8" name="四角形: 角を丸くする 817">
            <a:extLst>
              <a:ext uri="{FF2B5EF4-FFF2-40B4-BE49-F238E27FC236}">
                <a16:creationId xmlns:a16="http://schemas.microsoft.com/office/drawing/2014/main" id="{553AD38A-1FF7-4DC9-9E77-CD66A3EFBF52}"/>
              </a:ext>
            </a:extLst>
          </p:cNvPr>
          <p:cNvSpPr/>
          <p:nvPr/>
        </p:nvSpPr>
        <p:spPr>
          <a:xfrm>
            <a:off x="11558629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9" name="四角形: 角を丸くする 818">
            <a:extLst>
              <a:ext uri="{FF2B5EF4-FFF2-40B4-BE49-F238E27FC236}">
                <a16:creationId xmlns:a16="http://schemas.microsoft.com/office/drawing/2014/main" id="{24299491-5571-4DE6-8DE3-618B173983D8}"/>
              </a:ext>
            </a:extLst>
          </p:cNvPr>
          <p:cNvSpPr/>
          <p:nvPr/>
        </p:nvSpPr>
        <p:spPr>
          <a:xfrm>
            <a:off x="11918629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0" name="四角形: 角を丸くする 819">
            <a:extLst>
              <a:ext uri="{FF2B5EF4-FFF2-40B4-BE49-F238E27FC236}">
                <a16:creationId xmlns:a16="http://schemas.microsoft.com/office/drawing/2014/main" id="{2D01BA11-7F92-43E1-BD83-166F5BC9DDC0}"/>
              </a:ext>
            </a:extLst>
          </p:cNvPr>
          <p:cNvSpPr/>
          <p:nvPr/>
        </p:nvSpPr>
        <p:spPr>
          <a:xfrm>
            <a:off x="12098629" y="218507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1" name="四角形: 角を丸くする 820">
            <a:extLst>
              <a:ext uri="{FF2B5EF4-FFF2-40B4-BE49-F238E27FC236}">
                <a16:creationId xmlns:a16="http://schemas.microsoft.com/office/drawing/2014/main" id="{802BF9A1-1DD5-4E74-BF32-BFE3370E28FE}"/>
              </a:ext>
            </a:extLst>
          </p:cNvPr>
          <p:cNvSpPr/>
          <p:nvPr/>
        </p:nvSpPr>
        <p:spPr>
          <a:xfrm>
            <a:off x="990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2" name="四角形: 角を丸くする 821">
            <a:extLst>
              <a:ext uri="{FF2B5EF4-FFF2-40B4-BE49-F238E27FC236}">
                <a16:creationId xmlns:a16="http://schemas.microsoft.com/office/drawing/2014/main" id="{1D00FFD3-099C-4FEC-9FC5-AADD2D232EE3}"/>
              </a:ext>
            </a:extLst>
          </p:cNvPr>
          <p:cNvSpPr/>
          <p:nvPr/>
        </p:nvSpPr>
        <p:spPr>
          <a:xfrm>
            <a:off x="1008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3" name="四角形: 角を丸くする 822">
            <a:extLst>
              <a:ext uri="{FF2B5EF4-FFF2-40B4-BE49-F238E27FC236}">
                <a16:creationId xmlns:a16="http://schemas.microsoft.com/office/drawing/2014/main" id="{9D3162E6-0744-4108-9485-247857CF6F84}"/>
              </a:ext>
            </a:extLst>
          </p:cNvPr>
          <p:cNvSpPr/>
          <p:nvPr/>
        </p:nvSpPr>
        <p:spPr>
          <a:xfrm>
            <a:off x="1044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4" name="四角形: 角を丸くする 823">
            <a:extLst>
              <a:ext uri="{FF2B5EF4-FFF2-40B4-BE49-F238E27FC236}">
                <a16:creationId xmlns:a16="http://schemas.microsoft.com/office/drawing/2014/main" id="{D665BD56-7177-4BB3-B447-506F39FF1BD6}"/>
              </a:ext>
            </a:extLst>
          </p:cNvPr>
          <p:cNvSpPr/>
          <p:nvPr/>
        </p:nvSpPr>
        <p:spPr>
          <a:xfrm>
            <a:off x="1026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5" name="四角形: 角を丸くする 824">
            <a:extLst>
              <a:ext uri="{FF2B5EF4-FFF2-40B4-BE49-F238E27FC236}">
                <a16:creationId xmlns:a16="http://schemas.microsoft.com/office/drawing/2014/main" id="{0254AB49-20D6-40C3-8985-BA4E35101127}"/>
              </a:ext>
            </a:extLst>
          </p:cNvPr>
          <p:cNvSpPr/>
          <p:nvPr/>
        </p:nvSpPr>
        <p:spPr>
          <a:xfrm>
            <a:off x="1062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6" name="四角形: 角を丸くする 825">
            <a:extLst>
              <a:ext uri="{FF2B5EF4-FFF2-40B4-BE49-F238E27FC236}">
                <a16:creationId xmlns:a16="http://schemas.microsoft.com/office/drawing/2014/main" id="{9C6B2AC5-817C-4E71-B95B-3FB3E8E7D366}"/>
              </a:ext>
            </a:extLst>
          </p:cNvPr>
          <p:cNvSpPr/>
          <p:nvPr/>
        </p:nvSpPr>
        <p:spPr>
          <a:xfrm>
            <a:off x="10808642" y="283885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7" name="四角形: 角を丸くする 826">
            <a:extLst>
              <a:ext uri="{FF2B5EF4-FFF2-40B4-BE49-F238E27FC236}">
                <a16:creationId xmlns:a16="http://schemas.microsoft.com/office/drawing/2014/main" id="{246B265D-4F87-48CA-B28A-C8752503D9B7}"/>
              </a:ext>
            </a:extLst>
          </p:cNvPr>
          <p:cNvSpPr/>
          <p:nvPr/>
        </p:nvSpPr>
        <p:spPr>
          <a:xfrm>
            <a:off x="10804191" y="315152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8" name="四角形: 角を丸くする 827">
            <a:extLst>
              <a:ext uri="{FF2B5EF4-FFF2-40B4-BE49-F238E27FC236}">
                <a16:creationId xmlns:a16="http://schemas.microsoft.com/office/drawing/2014/main" id="{466143D5-8459-40F1-951B-2C487EBAE715}"/>
              </a:ext>
            </a:extLst>
          </p:cNvPr>
          <p:cNvSpPr/>
          <p:nvPr/>
        </p:nvSpPr>
        <p:spPr>
          <a:xfrm>
            <a:off x="10894426" y="300393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9" name="四角形: 角を丸くする 828">
            <a:extLst>
              <a:ext uri="{FF2B5EF4-FFF2-40B4-BE49-F238E27FC236}">
                <a16:creationId xmlns:a16="http://schemas.microsoft.com/office/drawing/2014/main" id="{657ACF5A-0374-4EC1-8EAE-BAF725C594DD}"/>
              </a:ext>
            </a:extLst>
          </p:cNvPr>
          <p:cNvSpPr/>
          <p:nvPr/>
        </p:nvSpPr>
        <p:spPr>
          <a:xfrm>
            <a:off x="11201578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0" name="四角形: 角を丸くする 829">
            <a:extLst>
              <a:ext uri="{FF2B5EF4-FFF2-40B4-BE49-F238E27FC236}">
                <a16:creationId xmlns:a16="http://schemas.microsoft.com/office/drawing/2014/main" id="{EB60FC7C-A983-4A93-B4F8-C38339E59510}"/>
              </a:ext>
            </a:extLst>
          </p:cNvPr>
          <p:cNvSpPr/>
          <p:nvPr/>
        </p:nvSpPr>
        <p:spPr>
          <a:xfrm>
            <a:off x="11381578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1" name="四角形: 角を丸くする 830">
            <a:extLst>
              <a:ext uri="{FF2B5EF4-FFF2-40B4-BE49-F238E27FC236}">
                <a16:creationId xmlns:a16="http://schemas.microsoft.com/office/drawing/2014/main" id="{F4F08315-AE6E-4480-A29C-84129B566634}"/>
              </a:ext>
            </a:extLst>
          </p:cNvPr>
          <p:cNvSpPr/>
          <p:nvPr/>
        </p:nvSpPr>
        <p:spPr>
          <a:xfrm>
            <a:off x="11561578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3" name="四角形: 角を丸くする 832">
            <a:extLst>
              <a:ext uri="{FF2B5EF4-FFF2-40B4-BE49-F238E27FC236}">
                <a16:creationId xmlns:a16="http://schemas.microsoft.com/office/drawing/2014/main" id="{9FA00661-8B16-40CE-B134-E5C5933BBB5D}"/>
              </a:ext>
            </a:extLst>
          </p:cNvPr>
          <p:cNvSpPr/>
          <p:nvPr/>
        </p:nvSpPr>
        <p:spPr>
          <a:xfrm>
            <a:off x="11741578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5" name="四角形: 角を丸くする 834">
            <a:extLst>
              <a:ext uri="{FF2B5EF4-FFF2-40B4-BE49-F238E27FC236}">
                <a16:creationId xmlns:a16="http://schemas.microsoft.com/office/drawing/2014/main" id="{C32C5DB2-A811-48F8-BF01-BB5AF6A9845F}"/>
              </a:ext>
            </a:extLst>
          </p:cNvPr>
          <p:cNvSpPr/>
          <p:nvPr/>
        </p:nvSpPr>
        <p:spPr>
          <a:xfrm>
            <a:off x="11921578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7" name="四角形: 角を丸くする 836">
            <a:extLst>
              <a:ext uri="{FF2B5EF4-FFF2-40B4-BE49-F238E27FC236}">
                <a16:creationId xmlns:a16="http://schemas.microsoft.com/office/drawing/2014/main" id="{E1D20517-F2D7-405A-9FC5-1308C916C86F}"/>
              </a:ext>
            </a:extLst>
          </p:cNvPr>
          <p:cNvSpPr/>
          <p:nvPr/>
        </p:nvSpPr>
        <p:spPr>
          <a:xfrm>
            <a:off x="9908642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8" name="四角形: 角を丸くする 837">
            <a:extLst>
              <a:ext uri="{FF2B5EF4-FFF2-40B4-BE49-F238E27FC236}">
                <a16:creationId xmlns:a16="http://schemas.microsoft.com/office/drawing/2014/main" id="{E71DC51A-9800-40FB-9950-C6E2303F4BDA}"/>
              </a:ext>
            </a:extLst>
          </p:cNvPr>
          <p:cNvSpPr/>
          <p:nvPr/>
        </p:nvSpPr>
        <p:spPr>
          <a:xfrm>
            <a:off x="10088642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9" name="四角形: 角を丸くする 838">
            <a:extLst>
              <a:ext uri="{FF2B5EF4-FFF2-40B4-BE49-F238E27FC236}">
                <a16:creationId xmlns:a16="http://schemas.microsoft.com/office/drawing/2014/main" id="{F09CCDE1-CB31-4E89-A084-746F7F4009AB}"/>
              </a:ext>
            </a:extLst>
          </p:cNvPr>
          <p:cNvSpPr/>
          <p:nvPr/>
        </p:nvSpPr>
        <p:spPr>
          <a:xfrm>
            <a:off x="10268642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0" name="四角形: 角を丸くする 839">
            <a:extLst>
              <a:ext uri="{FF2B5EF4-FFF2-40B4-BE49-F238E27FC236}">
                <a16:creationId xmlns:a16="http://schemas.microsoft.com/office/drawing/2014/main" id="{7E7DFD37-1CF7-4549-99D2-0105B1CA26B4}"/>
              </a:ext>
            </a:extLst>
          </p:cNvPr>
          <p:cNvSpPr/>
          <p:nvPr/>
        </p:nvSpPr>
        <p:spPr>
          <a:xfrm>
            <a:off x="10448642" y="350637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1" name="四角形: 角を丸くする 840">
            <a:extLst>
              <a:ext uri="{FF2B5EF4-FFF2-40B4-BE49-F238E27FC236}">
                <a16:creationId xmlns:a16="http://schemas.microsoft.com/office/drawing/2014/main" id="{7FBF74A0-04EA-4250-AD7D-32CE66901AC5}"/>
              </a:ext>
            </a:extLst>
          </p:cNvPr>
          <p:cNvSpPr/>
          <p:nvPr/>
        </p:nvSpPr>
        <p:spPr>
          <a:xfrm>
            <a:off x="1174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2" name="四角形: 角を丸くする 841">
            <a:extLst>
              <a:ext uri="{FF2B5EF4-FFF2-40B4-BE49-F238E27FC236}">
                <a16:creationId xmlns:a16="http://schemas.microsoft.com/office/drawing/2014/main" id="{65EBF339-C924-4AC3-BF99-8577FA220B42}"/>
              </a:ext>
            </a:extLst>
          </p:cNvPr>
          <p:cNvSpPr/>
          <p:nvPr/>
        </p:nvSpPr>
        <p:spPr>
          <a:xfrm>
            <a:off x="1192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3" name="四角形: 角を丸くする 842">
            <a:extLst>
              <a:ext uri="{FF2B5EF4-FFF2-40B4-BE49-F238E27FC236}">
                <a16:creationId xmlns:a16="http://schemas.microsoft.com/office/drawing/2014/main" id="{CD9A6F37-D140-48A7-8230-21FAC921D3B1}"/>
              </a:ext>
            </a:extLst>
          </p:cNvPr>
          <p:cNvSpPr/>
          <p:nvPr/>
        </p:nvSpPr>
        <p:spPr>
          <a:xfrm>
            <a:off x="1210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4" name="四角形: 角を丸くする 843">
            <a:extLst>
              <a:ext uri="{FF2B5EF4-FFF2-40B4-BE49-F238E27FC236}">
                <a16:creationId xmlns:a16="http://schemas.microsoft.com/office/drawing/2014/main" id="{9087362C-F8A0-41FA-BC52-8F3B7C838E96}"/>
              </a:ext>
            </a:extLst>
          </p:cNvPr>
          <p:cNvSpPr/>
          <p:nvPr/>
        </p:nvSpPr>
        <p:spPr>
          <a:xfrm>
            <a:off x="1120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6" name="四角形: 角を丸くする 845">
            <a:extLst>
              <a:ext uri="{FF2B5EF4-FFF2-40B4-BE49-F238E27FC236}">
                <a16:creationId xmlns:a16="http://schemas.microsoft.com/office/drawing/2014/main" id="{8EC949E8-27D0-4E3C-9429-5F7088716E16}"/>
              </a:ext>
            </a:extLst>
          </p:cNvPr>
          <p:cNvSpPr/>
          <p:nvPr/>
        </p:nvSpPr>
        <p:spPr>
          <a:xfrm>
            <a:off x="1138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8" name="四角形: 角を丸くする 847">
            <a:extLst>
              <a:ext uri="{FF2B5EF4-FFF2-40B4-BE49-F238E27FC236}">
                <a16:creationId xmlns:a16="http://schemas.microsoft.com/office/drawing/2014/main" id="{B100A12D-B642-4210-9CFE-4BFAC68AFACD}"/>
              </a:ext>
            </a:extLst>
          </p:cNvPr>
          <p:cNvSpPr/>
          <p:nvPr/>
        </p:nvSpPr>
        <p:spPr>
          <a:xfrm>
            <a:off x="11561578" y="41581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9" name="四角形: 角を丸くする 848">
            <a:extLst>
              <a:ext uri="{FF2B5EF4-FFF2-40B4-BE49-F238E27FC236}">
                <a16:creationId xmlns:a16="http://schemas.microsoft.com/office/drawing/2014/main" id="{0120FDFA-6E0D-4D8C-A87C-F1255DB3DC19}"/>
              </a:ext>
            </a:extLst>
          </p:cNvPr>
          <p:cNvSpPr/>
          <p:nvPr/>
        </p:nvSpPr>
        <p:spPr>
          <a:xfrm>
            <a:off x="9908642" y="412623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0" name="四角形: 角を丸くする 849">
            <a:extLst>
              <a:ext uri="{FF2B5EF4-FFF2-40B4-BE49-F238E27FC236}">
                <a16:creationId xmlns:a16="http://schemas.microsoft.com/office/drawing/2014/main" id="{55C9E542-6B00-4C49-AB91-7D65E33899A3}"/>
              </a:ext>
            </a:extLst>
          </p:cNvPr>
          <p:cNvSpPr/>
          <p:nvPr/>
        </p:nvSpPr>
        <p:spPr>
          <a:xfrm>
            <a:off x="10088642" y="412623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1" name="四角形: 角を丸くする 850">
            <a:extLst>
              <a:ext uri="{FF2B5EF4-FFF2-40B4-BE49-F238E27FC236}">
                <a16:creationId xmlns:a16="http://schemas.microsoft.com/office/drawing/2014/main" id="{F394320B-26B6-4901-B7EE-C6CCF2B85D8B}"/>
              </a:ext>
            </a:extLst>
          </p:cNvPr>
          <p:cNvSpPr/>
          <p:nvPr/>
        </p:nvSpPr>
        <p:spPr>
          <a:xfrm>
            <a:off x="10448642" y="412623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2" name="四角形: 角を丸くする 851">
            <a:extLst>
              <a:ext uri="{FF2B5EF4-FFF2-40B4-BE49-F238E27FC236}">
                <a16:creationId xmlns:a16="http://schemas.microsoft.com/office/drawing/2014/main" id="{A2F9F2E7-EEE5-4037-9455-0BF68DF4DF53}"/>
              </a:ext>
            </a:extLst>
          </p:cNvPr>
          <p:cNvSpPr/>
          <p:nvPr/>
        </p:nvSpPr>
        <p:spPr>
          <a:xfrm>
            <a:off x="10628642" y="412623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3" name="四角形: 角を丸くする 852">
            <a:extLst>
              <a:ext uri="{FF2B5EF4-FFF2-40B4-BE49-F238E27FC236}">
                <a16:creationId xmlns:a16="http://schemas.microsoft.com/office/drawing/2014/main" id="{AFE29B00-5DD3-4B90-BB8A-5495752BCA50}"/>
              </a:ext>
            </a:extLst>
          </p:cNvPr>
          <p:cNvSpPr/>
          <p:nvPr/>
        </p:nvSpPr>
        <p:spPr>
          <a:xfrm>
            <a:off x="10268642" y="412623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7" name="楕円 856">
            <a:extLst>
              <a:ext uri="{FF2B5EF4-FFF2-40B4-BE49-F238E27FC236}">
                <a16:creationId xmlns:a16="http://schemas.microsoft.com/office/drawing/2014/main" id="{331166BE-6C61-422B-822C-E75B06C889FC}"/>
              </a:ext>
            </a:extLst>
          </p:cNvPr>
          <p:cNvSpPr/>
          <p:nvPr/>
        </p:nvSpPr>
        <p:spPr>
          <a:xfrm>
            <a:off x="1166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9" name="楕円 858">
            <a:extLst>
              <a:ext uri="{FF2B5EF4-FFF2-40B4-BE49-F238E27FC236}">
                <a16:creationId xmlns:a16="http://schemas.microsoft.com/office/drawing/2014/main" id="{57364F16-9A8B-47FA-A1C0-B890D998E765}"/>
              </a:ext>
            </a:extLst>
          </p:cNvPr>
          <p:cNvSpPr/>
          <p:nvPr/>
        </p:nvSpPr>
        <p:spPr>
          <a:xfrm>
            <a:off x="1220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0" name="楕円 859">
            <a:extLst>
              <a:ext uri="{FF2B5EF4-FFF2-40B4-BE49-F238E27FC236}">
                <a16:creationId xmlns:a16="http://schemas.microsoft.com/office/drawing/2014/main" id="{16598D03-FA24-4B7A-914B-E67E9F72CC03}"/>
              </a:ext>
            </a:extLst>
          </p:cNvPr>
          <p:cNvSpPr/>
          <p:nvPr/>
        </p:nvSpPr>
        <p:spPr>
          <a:xfrm>
            <a:off x="1184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1" name="楕円 860">
            <a:extLst>
              <a:ext uri="{FF2B5EF4-FFF2-40B4-BE49-F238E27FC236}">
                <a16:creationId xmlns:a16="http://schemas.microsoft.com/office/drawing/2014/main" id="{EE97DB6C-8612-415B-8413-A47D67306BFA}"/>
              </a:ext>
            </a:extLst>
          </p:cNvPr>
          <p:cNvSpPr/>
          <p:nvPr/>
        </p:nvSpPr>
        <p:spPr>
          <a:xfrm>
            <a:off x="1112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2" name="楕円 861">
            <a:extLst>
              <a:ext uri="{FF2B5EF4-FFF2-40B4-BE49-F238E27FC236}">
                <a16:creationId xmlns:a16="http://schemas.microsoft.com/office/drawing/2014/main" id="{19B7CA2F-4EB3-4E58-865A-035EF4B7378C}"/>
              </a:ext>
            </a:extLst>
          </p:cNvPr>
          <p:cNvSpPr/>
          <p:nvPr/>
        </p:nvSpPr>
        <p:spPr>
          <a:xfrm>
            <a:off x="1130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3" name="楕円 862">
            <a:extLst>
              <a:ext uri="{FF2B5EF4-FFF2-40B4-BE49-F238E27FC236}">
                <a16:creationId xmlns:a16="http://schemas.microsoft.com/office/drawing/2014/main" id="{E2E9A426-F16F-4A2B-A8CC-DBA3BAAD3E4E}"/>
              </a:ext>
            </a:extLst>
          </p:cNvPr>
          <p:cNvSpPr/>
          <p:nvPr/>
        </p:nvSpPr>
        <p:spPr>
          <a:xfrm>
            <a:off x="1148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6" name="楕円 865">
            <a:extLst>
              <a:ext uri="{FF2B5EF4-FFF2-40B4-BE49-F238E27FC236}">
                <a16:creationId xmlns:a16="http://schemas.microsoft.com/office/drawing/2014/main" id="{08709503-81E7-4CD4-9B71-B957A27EBFF7}"/>
              </a:ext>
            </a:extLst>
          </p:cNvPr>
          <p:cNvSpPr/>
          <p:nvPr/>
        </p:nvSpPr>
        <p:spPr>
          <a:xfrm>
            <a:off x="1202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9" name="楕円 868">
            <a:extLst>
              <a:ext uri="{FF2B5EF4-FFF2-40B4-BE49-F238E27FC236}">
                <a16:creationId xmlns:a16="http://schemas.microsoft.com/office/drawing/2014/main" id="{DEE57B9D-D7CC-4B32-93CC-DE4EAE505C7A}"/>
              </a:ext>
            </a:extLst>
          </p:cNvPr>
          <p:cNvSpPr/>
          <p:nvPr/>
        </p:nvSpPr>
        <p:spPr>
          <a:xfrm>
            <a:off x="1130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0" name="楕円 869">
            <a:extLst>
              <a:ext uri="{FF2B5EF4-FFF2-40B4-BE49-F238E27FC236}">
                <a16:creationId xmlns:a16="http://schemas.microsoft.com/office/drawing/2014/main" id="{74A1FA6E-A2D0-4B7D-A764-F4222A160FA6}"/>
              </a:ext>
            </a:extLst>
          </p:cNvPr>
          <p:cNvSpPr/>
          <p:nvPr/>
        </p:nvSpPr>
        <p:spPr>
          <a:xfrm>
            <a:off x="11485843" y="496237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1" name="楕円 870">
            <a:extLst>
              <a:ext uri="{FF2B5EF4-FFF2-40B4-BE49-F238E27FC236}">
                <a16:creationId xmlns:a16="http://schemas.microsoft.com/office/drawing/2014/main" id="{9B704C48-0735-4FE1-A9E2-A294F99CF353}"/>
              </a:ext>
            </a:extLst>
          </p:cNvPr>
          <p:cNvSpPr/>
          <p:nvPr/>
        </p:nvSpPr>
        <p:spPr>
          <a:xfrm>
            <a:off x="11665843" y="496237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2" name="楕円 871">
            <a:extLst>
              <a:ext uri="{FF2B5EF4-FFF2-40B4-BE49-F238E27FC236}">
                <a16:creationId xmlns:a16="http://schemas.microsoft.com/office/drawing/2014/main" id="{D691BA5F-B103-43AC-8716-93448EAEFB33}"/>
              </a:ext>
            </a:extLst>
          </p:cNvPr>
          <p:cNvSpPr/>
          <p:nvPr/>
        </p:nvSpPr>
        <p:spPr>
          <a:xfrm>
            <a:off x="1148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5" name="楕円 874">
            <a:extLst>
              <a:ext uri="{FF2B5EF4-FFF2-40B4-BE49-F238E27FC236}">
                <a16:creationId xmlns:a16="http://schemas.microsoft.com/office/drawing/2014/main" id="{C53D73D4-4B0B-4FBB-BEB4-7904E9C66379}"/>
              </a:ext>
            </a:extLst>
          </p:cNvPr>
          <p:cNvSpPr/>
          <p:nvPr/>
        </p:nvSpPr>
        <p:spPr>
          <a:xfrm>
            <a:off x="1112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6" name="楕円 875">
            <a:extLst>
              <a:ext uri="{FF2B5EF4-FFF2-40B4-BE49-F238E27FC236}">
                <a16:creationId xmlns:a16="http://schemas.microsoft.com/office/drawing/2014/main" id="{761EC76D-D546-4EAD-A3A7-46CD51C71F46}"/>
              </a:ext>
            </a:extLst>
          </p:cNvPr>
          <p:cNvSpPr/>
          <p:nvPr/>
        </p:nvSpPr>
        <p:spPr>
          <a:xfrm>
            <a:off x="1202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8" name="楕円 877">
            <a:extLst>
              <a:ext uri="{FF2B5EF4-FFF2-40B4-BE49-F238E27FC236}">
                <a16:creationId xmlns:a16="http://schemas.microsoft.com/office/drawing/2014/main" id="{196B8282-5F4F-4398-9307-060D4D87D54F}"/>
              </a:ext>
            </a:extLst>
          </p:cNvPr>
          <p:cNvSpPr/>
          <p:nvPr/>
        </p:nvSpPr>
        <p:spPr>
          <a:xfrm>
            <a:off x="11125843" y="496237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9" name="楕円 878">
            <a:extLst>
              <a:ext uri="{FF2B5EF4-FFF2-40B4-BE49-F238E27FC236}">
                <a16:creationId xmlns:a16="http://schemas.microsoft.com/office/drawing/2014/main" id="{F9C7A7D3-D100-4EA7-9A87-3DB6A9997D5C}"/>
              </a:ext>
            </a:extLst>
          </p:cNvPr>
          <p:cNvSpPr/>
          <p:nvPr/>
        </p:nvSpPr>
        <p:spPr>
          <a:xfrm>
            <a:off x="1166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0" name="楕円 879">
            <a:extLst>
              <a:ext uri="{FF2B5EF4-FFF2-40B4-BE49-F238E27FC236}">
                <a16:creationId xmlns:a16="http://schemas.microsoft.com/office/drawing/2014/main" id="{F464DF92-91EF-4D11-9303-4937F1F09B83}"/>
              </a:ext>
            </a:extLst>
          </p:cNvPr>
          <p:cNvSpPr/>
          <p:nvPr/>
        </p:nvSpPr>
        <p:spPr>
          <a:xfrm>
            <a:off x="12205843" y="469729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1" name="楕円 880">
            <a:extLst>
              <a:ext uri="{FF2B5EF4-FFF2-40B4-BE49-F238E27FC236}">
                <a16:creationId xmlns:a16="http://schemas.microsoft.com/office/drawing/2014/main" id="{10198069-E497-4F00-AFD2-C32E8E907A0C}"/>
              </a:ext>
            </a:extLst>
          </p:cNvPr>
          <p:cNvSpPr/>
          <p:nvPr/>
        </p:nvSpPr>
        <p:spPr>
          <a:xfrm>
            <a:off x="11845843" y="482983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3" name="楕円 882">
            <a:extLst>
              <a:ext uri="{FF2B5EF4-FFF2-40B4-BE49-F238E27FC236}">
                <a16:creationId xmlns:a16="http://schemas.microsoft.com/office/drawing/2014/main" id="{AE318B80-732A-4C8E-8A1E-A2183C509E30}"/>
              </a:ext>
            </a:extLst>
          </p:cNvPr>
          <p:cNvSpPr/>
          <p:nvPr/>
        </p:nvSpPr>
        <p:spPr>
          <a:xfrm>
            <a:off x="11305843" y="496237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0" name="四角形: 角を丸くする 889">
            <a:extLst>
              <a:ext uri="{FF2B5EF4-FFF2-40B4-BE49-F238E27FC236}">
                <a16:creationId xmlns:a16="http://schemas.microsoft.com/office/drawing/2014/main" id="{A9AA783E-DF52-44AC-BAA6-B904E9671777}"/>
              </a:ext>
            </a:extLst>
          </p:cNvPr>
          <p:cNvSpPr/>
          <p:nvPr/>
        </p:nvSpPr>
        <p:spPr>
          <a:xfrm>
            <a:off x="9908642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1" name="四角形: 角を丸くする 890">
            <a:extLst>
              <a:ext uri="{FF2B5EF4-FFF2-40B4-BE49-F238E27FC236}">
                <a16:creationId xmlns:a16="http://schemas.microsoft.com/office/drawing/2014/main" id="{EE0E2555-2991-44BA-AE2B-4000808632A9}"/>
              </a:ext>
            </a:extLst>
          </p:cNvPr>
          <p:cNvSpPr/>
          <p:nvPr/>
        </p:nvSpPr>
        <p:spPr>
          <a:xfrm>
            <a:off x="10088642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2" name="四角形: 角を丸くする 891">
            <a:extLst>
              <a:ext uri="{FF2B5EF4-FFF2-40B4-BE49-F238E27FC236}">
                <a16:creationId xmlns:a16="http://schemas.microsoft.com/office/drawing/2014/main" id="{876FB796-53DA-4B2C-833C-16C7A0153EFF}"/>
              </a:ext>
            </a:extLst>
          </p:cNvPr>
          <p:cNvSpPr/>
          <p:nvPr/>
        </p:nvSpPr>
        <p:spPr>
          <a:xfrm>
            <a:off x="10268642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3" name="四角形: 角を丸くする 892">
            <a:extLst>
              <a:ext uri="{FF2B5EF4-FFF2-40B4-BE49-F238E27FC236}">
                <a16:creationId xmlns:a16="http://schemas.microsoft.com/office/drawing/2014/main" id="{2C03E420-3077-4B4D-8E4F-65BF414FD464}"/>
              </a:ext>
            </a:extLst>
          </p:cNvPr>
          <p:cNvSpPr/>
          <p:nvPr/>
        </p:nvSpPr>
        <p:spPr>
          <a:xfrm>
            <a:off x="10448642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5" name="四角形: 角を丸くする 894">
            <a:extLst>
              <a:ext uri="{FF2B5EF4-FFF2-40B4-BE49-F238E27FC236}">
                <a16:creationId xmlns:a16="http://schemas.microsoft.com/office/drawing/2014/main" id="{A27CB79E-DF6A-4171-ADE3-EA036BD1175D}"/>
              </a:ext>
            </a:extLst>
          </p:cNvPr>
          <p:cNvSpPr/>
          <p:nvPr/>
        </p:nvSpPr>
        <p:spPr>
          <a:xfrm>
            <a:off x="10903670" y="559064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6" name="四角形: 角を丸くする 895">
            <a:extLst>
              <a:ext uri="{FF2B5EF4-FFF2-40B4-BE49-F238E27FC236}">
                <a16:creationId xmlns:a16="http://schemas.microsoft.com/office/drawing/2014/main" id="{A68D7ADF-DE44-46E0-AFD7-AC3E0098D95E}"/>
              </a:ext>
            </a:extLst>
          </p:cNvPr>
          <p:cNvSpPr/>
          <p:nvPr/>
        </p:nvSpPr>
        <p:spPr>
          <a:xfrm>
            <a:off x="10628642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7" name="四角形: 角を丸くする 896">
            <a:extLst>
              <a:ext uri="{FF2B5EF4-FFF2-40B4-BE49-F238E27FC236}">
                <a16:creationId xmlns:a16="http://schemas.microsoft.com/office/drawing/2014/main" id="{F0CA07B1-B1E1-44E6-B3D2-61470040FCEB}"/>
              </a:ext>
            </a:extLst>
          </p:cNvPr>
          <p:cNvSpPr/>
          <p:nvPr/>
        </p:nvSpPr>
        <p:spPr>
          <a:xfrm>
            <a:off x="10808642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8" name="四角形: 角を丸くする 897">
            <a:extLst>
              <a:ext uri="{FF2B5EF4-FFF2-40B4-BE49-F238E27FC236}">
                <a16:creationId xmlns:a16="http://schemas.microsoft.com/office/drawing/2014/main" id="{B961F1CA-7A6F-4BF2-9B44-C223BB507CDF}"/>
              </a:ext>
            </a:extLst>
          </p:cNvPr>
          <p:cNvSpPr/>
          <p:nvPr/>
        </p:nvSpPr>
        <p:spPr>
          <a:xfrm>
            <a:off x="9944642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9" name="四角形: 角を丸くする 898">
            <a:extLst>
              <a:ext uri="{FF2B5EF4-FFF2-40B4-BE49-F238E27FC236}">
                <a16:creationId xmlns:a16="http://schemas.microsoft.com/office/drawing/2014/main" id="{560BAE49-2A92-4930-BA9B-6BEAFAA82EAD}"/>
              </a:ext>
            </a:extLst>
          </p:cNvPr>
          <p:cNvSpPr/>
          <p:nvPr/>
        </p:nvSpPr>
        <p:spPr>
          <a:xfrm>
            <a:off x="10124642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0" name="四角形: 角を丸くする 899">
            <a:extLst>
              <a:ext uri="{FF2B5EF4-FFF2-40B4-BE49-F238E27FC236}">
                <a16:creationId xmlns:a16="http://schemas.microsoft.com/office/drawing/2014/main" id="{63D056EB-1D96-43BC-96EF-C6424B96BE17}"/>
              </a:ext>
            </a:extLst>
          </p:cNvPr>
          <p:cNvSpPr/>
          <p:nvPr/>
        </p:nvSpPr>
        <p:spPr>
          <a:xfrm>
            <a:off x="9944642" y="821271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1" name="四角形: 角を丸くする 900">
            <a:extLst>
              <a:ext uri="{FF2B5EF4-FFF2-40B4-BE49-F238E27FC236}">
                <a16:creationId xmlns:a16="http://schemas.microsoft.com/office/drawing/2014/main" id="{448BE8F1-004F-4D89-AFAF-250F60AB0771}"/>
              </a:ext>
            </a:extLst>
          </p:cNvPr>
          <p:cNvSpPr/>
          <p:nvPr/>
        </p:nvSpPr>
        <p:spPr>
          <a:xfrm>
            <a:off x="10124642" y="821271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2" name="四角形: 角を丸くする 901">
            <a:extLst>
              <a:ext uri="{FF2B5EF4-FFF2-40B4-BE49-F238E27FC236}">
                <a16:creationId xmlns:a16="http://schemas.microsoft.com/office/drawing/2014/main" id="{4275BDB9-FC5A-42A8-BE76-063D5D45C6DA}"/>
              </a:ext>
            </a:extLst>
          </p:cNvPr>
          <p:cNvSpPr/>
          <p:nvPr/>
        </p:nvSpPr>
        <p:spPr>
          <a:xfrm>
            <a:off x="1172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3" name="四角形: 角を丸くする 902">
            <a:extLst>
              <a:ext uri="{FF2B5EF4-FFF2-40B4-BE49-F238E27FC236}">
                <a16:creationId xmlns:a16="http://schemas.microsoft.com/office/drawing/2014/main" id="{750831CF-7632-44B8-8ADF-51BC1065D645}"/>
              </a:ext>
            </a:extLst>
          </p:cNvPr>
          <p:cNvSpPr/>
          <p:nvPr/>
        </p:nvSpPr>
        <p:spPr>
          <a:xfrm>
            <a:off x="12213417" y="771584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4" name="四角形: 角を丸くする 903">
            <a:extLst>
              <a:ext uri="{FF2B5EF4-FFF2-40B4-BE49-F238E27FC236}">
                <a16:creationId xmlns:a16="http://schemas.microsoft.com/office/drawing/2014/main" id="{83A2D702-BCA0-4265-8E4B-B270383622D8}"/>
              </a:ext>
            </a:extLst>
          </p:cNvPr>
          <p:cNvSpPr/>
          <p:nvPr/>
        </p:nvSpPr>
        <p:spPr>
          <a:xfrm>
            <a:off x="1118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5" name="四角形: 角を丸くする 904">
            <a:extLst>
              <a:ext uri="{FF2B5EF4-FFF2-40B4-BE49-F238E27FC236}">
                <a16:creationId xmlns:a16="http://schemas.microsoft.com/office/drawing/2014/main" id="{DE78C2CD-74CD-418A-B638-679C50E05D9E}"/>
              </a:ext>
            </a:extLst>
          </p:cNvPr>
          <p:cNvSpPr/>
          <p:nvPr/>
        </p:nvSpPr>
        <p:spPr>
          <a:xfrm>
            <a:off x="1136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6" name="四角形: 角を丸くする 905">
            <a:extLst>
              <a:ext uri="{FF2B5EF4-FFF2-40B4-BE49-F238E27FC236}">
                <a16:creationId xmlns:a16="http://schemas.microsoft.com/office/drawing/2014/main" id="{C5F77A24-DFBC-43B5-9B18-A9B38C3B9B14}"/>
              </a:ext>
            </a:extLst>
          </p:cNvPr>
          <p:cNvSpPr/>
          <p:nvPr/>
        </p:nvSpPr>
        <p:spPr>
          <a:xfrm>
            <a:off x="1154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7" name="四角形: 角を丸くする 906">
            <a:extLst>
              <a:ext uri="{FF2B5EF4-FFF2-40B4-BE49-F238E27FC236}">
                <a16:creationId xmlns:a16="http://schemas.microsoft.com/office/drawing/2014/main" id="{4730BAE6-F0D9-478D-ACC8-FAD84D122C15}"/>
              </a:ext>
            </a:extLst>
          </p:cNvPr>
          <p:cNvSpPr/>
          <p:nvPr/>
        </p:nvSpPr>
        <p:spPr>
          <a:xfrm>
            <a:off x="12088923" y="784654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8" name="四角形: 角を丸くする 907">
            <a:extLst>
              <a:ext uri="{FF2B5EF4-FFF2-40B4-BE49-F238E27FC236}">
                <a16:creationId xmlns:a16="http://schemas.microsoft.com/office/drawing/2014/main" id="{B2E39898-C658-47BF-BF15-68594FBB2AD0}"/>
              </a:ext>
            </a:extLst>
          </p:cNvPr>
          <p:cNvSpPr/>
          <p:nvPr/>
        </p:nvSpPr>
        <p:spPr>
          <a:xfrm>
            <a:off x="11908923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9" name="四角形: 角を丸くする 908">
            <a:extLst>
              <a:ext uri="{FF2B5EF4-FFF2-40B4-BE49-F238E27FC236}">
                <a16:creationId xmlns:a16="http://schemas.microsoft.com/office/drawing/2014/main" id="{50C4CBB0-84B0-4A42-B954-73A2FF3C493A}"/>
              </a:ext>
            </a:extLst>
          </p:cNvPr>
          <p:cNvSpPr/>
          <p:nvPr/>
        </p:nvSpPr>
        <p:spPr>
          <a:xfrm>
            <a:off x="12088923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10" name="四角形: 角を丸くする 909">
            <a:extLst>
              <a:ext uri="{FF2B5EF4-FFF2-40B4-BE49-F238E27FC236}">
                <a16:creationId xmlns:a16="http://schemas.microsoft.com/office/drawing/2014/main" id="{5926E457-F677-4264-9B03-0F790EFA644F}"/>
              </a:ext>
            </a:extLst>
          </p:cNvPr>
          <p:cNvSpPr/>
          <p:nvPr/>
        </p:nvSpPr>
        <p:spPr>
          <a:xfrm>
            <a:off x="9944642" y="8829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11" name="四角形: 角を丸くする 910">
            <a:extLst>
              <a:ext uri="{FF2B5EF4-FFF2-40B4-BE49-F238E27FC236}">
                <a16:creationId xmlns:a16="http://schemas.microsoft.com/office/drawing/2014/main" id="{B182367A-D74D-45BB-895F-B7FE544D82C6}"/>
              </a:ext>
            </a:extLst>
          </p:cNvPr>
          <p:cNvSpPr/>
          <p:nvPr/>
        </p:nvSpPr>
        <p:spPr>
          <a:xfrm>
            <a:off x="10124642" y="8829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7" name="楕円 446">
            <a:extLst>
              <a:ext uri="{FF2B5EF4-FFF2-40B4-BE49-F238E27FC236}">
                <a16:creationId xmlns:a16="http://schemas.microsoft.com/office/drawing/2014/main" id="{75C80CAE-61B2-4666-BD1A-90F7373851E7}"/>
              </a:ext>
            </a:extLst>
          </p:cNvPr>
          <p:cNvSpPr/>
          <p:nvPr/>
        </p:nvSpPr>
        <p:spPr>
          <a:xfrm>
            <a:off x="145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8" name="楕円 447">
            <a:extLst>
              <a:ext uri="{FF2B5EF4-FFF2-40B4-BE49-F238E27FC236}">
                <a16:creationId xmlns:a16="http://schemas.microsoft.com/office/drawing/2014/main" id="{22084991-D451-48B7-A8A1-7B341B0E2AD9}"/>
              </a:ext>
            </a:extLst>
          </p:cNvPr>
          <p:cNvSpPr/>
          <p:nvPr/>
        </p:nvSpPr>
        <p:spPr>
          <a:xfrm>
            <a:off x="127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9" name="楕円 448">
            <a:extLst>
              <a:ext uri="{FF2B5EF4-FFF2-40B4-BE49-F238E27FC236}">
                <a16:creationId xmlns:a16="http://schemas.microsoft.com/office/drawing/2014/main" id="{0E74D635-17EE-4DC4-AA2E-A139A0123276}"/>
              </a:ext>
            </a:extLst>
          </p:cNvPr>
          <p:cNvSpPr/>
          <p:nvPr/>
        </p:nvSpPr>
        <p:spPr>
          <a:xfrm>
            <a:off x="163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0" name="楕円 449">
            <a:extLst>
              <a:ext uri="{FF2B5EF4-FFF2-40B4-BE49-F238E27FC236}">
                <a16:creationId xmlns:a16="http://schemas.microsoft.com/office/drawing/2014/main" id="{1F27E0B1-01D4-408F-8D64-0754FBEC4A19}"/>
              </a:ext>
            </a:extLst>
          </p:cNvPr>
          <p:cNvSpPr/>
          <p:nvPr/>
        </p:nvSpPr>
        <p:spPr>
          <a:xfrm>
            <a:off x="163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7" name="四角形: 角を丸くする 456">
            <a:extLst>
              <a:ext uri="{FF2B5EF4-FFF2-40B4-BE49-F238E27FC236}">
                <a16:creationId xmlns:a16="http://schemas.microsoft.com/office/drawing/2014/main" id="{AF33398C-2EEF-496B-B627-BDB92A75576C}"/>
              </a:ext>
            </a:extLst>
          </p:cNvPr>
          <p:cNvSpPr/>
          <p:nvPr/>
        </p:nvSpPr>
        <p:spPr>
          <a:xfrm>
            <a:off x="1926926" y="522384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54" name="正方形/長方形 253">
            <a:extLst>
              <a:ext uri="{FF2B5EF4-FFF2-40B4-BE49-F238E27FC236}">
                <a16:creationId xmlns:a16="http://schemas.microsoft.com/office/drawing/2014/main" id="{193D93CD-0681-44DB-B915-6D24309849B1}"/>
              </a:ext>
            </a:extLst>
          </p:cNvPr>
          <p:cNvSpPr/>
          <p:nvPr/>
        </p:nvSpPr>
        <p:spPr>
          <a:xfrm>
            <a:off x="915418" y="4678575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受注確定</a:t>
            </a:r>
          </a:p>
        </p:txBody>
      </p:sp>
      <p:sp>
        <p:nvSpPr>
          <p:cNvPr id="496" name="四角形: 角を丸くする 495">
            <a:extLst>
              <a:ext uri="{FF2B5EF4-FFF2-40B4-BE49-F238E27FC236}">
                <a16:creationId xmlns:a16="http://schemas.microsoft.com/office/drawing/2014/main" id="{14677EAF-2775-4DDC-913D-FB9C0DE99709}"/>
              </a:ext>
            </a:extLst>
          </p:cNvPr>
          <p:cNvSpPr/>
          <p:nvPr/>
        </p:nvSpPr>
        <p:spPr>
          <a:xfrm>
            <a:off x="90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9" name="四角形: 角を丸くする 498">
            <a:extLst>
              <a:ext uri="{FF2B5EF4-FFF2-40B4-BE49-F238E27FC236}">
                <a16:creationId xmlns:a16="http://schemas.microsoft.com/office/drawing/2014/main" id="{1CBEF556-C2C7-497D-8F8C-F305FCF87D74}"/>
              </a:ext>
            </a:extLst>
          </p:cNvPr>
          <p:cNvSpPr/>
          <p:nvPr/>
        </p:nvSpPr>
        <p:spPr>
          <a:xfrm>
            <a:off x="108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2" name="四角形: 角を丸くする 501">
            <a:extLst>
              <a:ext uri="{FF2B5EF4-FFF2-40B4-BE49-F238E27FC236}">
                <a16:creationId xmlns:a16="http://schemas.microsoft.com/office/drawing/2014/main" id="{4F5DA624-E9C2-4C20-83B0-C5FC1D1735FC}"/>
              </a:ext>
            </a:extLst>
          </p:cNvPr>
          <p:cNvSpPr/>
          <p:nvPr/>
        </p:nvSpPr>
        <p:spPr>
          <a:xfrm>
            <a:off x="126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11" name="四角形: 角を丸くする 510">
            <a:extLst>
              <a:ext uri="{FF2B5EF4-FFF2-40B4-BE49-F238E27FC236}">
                <a16:creationId xmlns:a16="http://schemas.microsoft.com/office/drawing/2014/main" id="{4FE8945B-9F7F-48DD-990A-3CA15135B075}"/>
              </a:ext>
            </a:extLst>
          </p:cNvPr>
          <p:cNvSpPr/>
          <p:nvPr/>
        </p:nvSpPr>
        <p:spPr>
          <a:xfrm>
            <a:off x="144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37" name="四角形: 角を丸くする 536">
            <a:extLst>
              <a:ext uri="{FF2B5EF4-FFF2-40B4-BE49-F238E27FC236}">
                <a16:creationId xmlns:a16="http://schemas.microsoft.com/office/drawing/2014/main" id="{251A608A-5D43-44DD-AEA3-9038910D19F2}"/>
              </a:ext>
            </a:extLst>
          </p:cNvPr>
          <p:cNvSpPr/>
          <p:nvPr/>
        </p:nvSpPr>
        <p:spPr>
          <a:xfrm>
            <a:off x="162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cxnSp>
        <p:nvCxnSpPr>
          <p:cNvPr id="460" name="直線矢印コネクタ 459">
            <a:extLst>
              <a:ext uri="{FF2B5EF4-FFF2-40B4-BE49-F238E27FC236}">
                <a16:creationId xmlns:a16="http://schemas.microsoft.com/office/drawing/2014/main" id="{BA648D02-9C29-4841-AF23-C42B386AB45C}"/>
              </a:ext>
            </a:extLst>
          </p:cNvPr>
          <p:cNvCxnSpPr>
            <a:cxnSpLocks/>
          </p:cNvCxnSpPr>
          <p:nvPr/>
        </p:nvCxnSpPr>
        <p:spPr>
          <a:xfrm flipH="1">
            <a:off x="1490236" y="5015425"/>
            <a:ext cx="0" cy="13849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直線矢印コネクタ 460">
            <a:extLst>
              <a:ext uri="{FF2B5EF4-FFF2-40B4-BE49-F238E27FC236}">
                <a16:creationId xmlns:a16="http://schemas.microsoft.com/office/drawing/2014/main" id="{537660F8-F99A-4CC8-AC73-190BC55E85FB}"/>
              </a:ext>
            </a:extLst>
          </p:cNvPr>
          <p:cNvCxnSpPr>
            <a:cxnSpLocks/>
          </p:cNvCxnSpPr>
          <p:nvPr/>
        </p:nvCxnSpPr>
        <p:spPr>
          <a:xfrm flipH="1">
            <a:off x="1504800" y="5956931"/>
            <a:ext cx="0" cy="13849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099EFE5-E354-4146-B803-0E446FB21A8E}"/>
              </a:ext>
            </a:extLst>
          </p:cNvPr>
          <p:cNvSpPr/>
          <p:nvPr/>
        </p:nvSpPr>
        <p:spPr>
          <a:xfrm>
            <a:off x="1541305" y="1868350"/>
            <a:ext cx="755495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 err="1"/>
              <a:t>Marketo</a:t>
            </a:r>
            <a:r>
              <a:rPr kumimoji="1" lang="ja-JP" altLang="en-US" sz="900" dirty="0"/>
              <a:t>他</a:t>
            </a:r>
          </a:p>
        </p:txBody>
      </p:sp>
      <p:sp>
        <p:nvSpPr>
          <p:cNvPr id="458" name="四角形: 角を丸くする 457">
            <a:extLst>
              <a:ext uri="{FF2B5EF4-FFF2-40B4-BE49-F238E27FC236}">
                <a16:creationId xmlns:a16="http://schemas.microsoft.com/office/drawing/2014/main" id="{2A4DE266-ACB9-440E-A06E-2A31BF4072F2}"/>
              </a:ext>
            </a:extLst>
          </p:cNvPr>
          <p:cNvSpPr/>
          <p:nvPr/>
        </p:nvSpPr>
        <p:spPr>
          <a:xfrm>
            <a:off x="1541305" y="2401318"/>
            <a:ext cx="755495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 err="1"/>
              <a:t>Marketo</a:t>
            </a:r>
            <a:r>
              <a:rPr kumimoji="1" lang="ja-JP" altLang="en-US" sz="900" dirty="0"/>
              <a:t>他</a:t>
            </a:r>
          </a:p>
        </p:txBody>
      </p:sp>
      <p:sp>
        <p:nvSpPr>
          <p:cNvPr id="462" name="四角形: 角を丸くする 461">
            <a:extLst>
              <a:ext uri="{FF2B5EF4-FFF2-40B4-BE49-F238E27FC236}">
                <a16:creationId xmlns:a16="http://schemas.microsoft.com/office/drawing/2014/main" id="{B5B4214B-9E1B-4398-85C3-1D2E81EEF1C6}"/>
              </a:ext>
            </a:extLst>
          </p:cNvPr>
          <p:cNvSpPr/>
          <p:nvPr/>
        </p:nvSpPr>
        <p:spPr>
          <a:xfrm>
            <a:off x="10504800" y="5039591"/>
            <a:ext cx="545961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DIVA</a:t>
            </a:r>
            <a:endParaRPr kumimoji="1" lang="ja-JP" altLang="en-US" sz="900" dirty="0"/>
          </a:p>
        </p:txBody>
      </p:sp>
      <p:sp>
        <p:nvSpPr>
          <p:cNvPr id="464" name="四角形: 角を丸くする 463">
            <a:extLst>
              <a:ext uri="{FF2B5EF4-FFF2-40B4-BE49-F238E27FC236}">
                <a16:creationId xmlns:a16="http://schemas.microsoft.com/office/drawing/2014/main" id="{708562A6-8719-47E6-BD69-F31A00E8408F}"/>
              </a:ext>
            </a:extLst>
          </p:cNvPr>
          <p:cNvSpPr/>
          <p:nvPr/>
        </p:nvSpPr>
        <p:spPr>
          <a:xfrm>
            <a:off x="5028045" y="1781315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468" name="四角形: 角を丸くする 467">
            <a:extLst>
              <a:ext uri="{FF2B5EF4-FFF2-40B4-BE49-F238E27FC236}">
                <a16:creationId xmlns:a16="http://schemas.microsoft.com/office/drawing/2014/main" id="{71360D70-FFA9-4DC1-AC1E-FF6D7C4F224B}"/>
              </a:ext>
            </a:extLst>
          </p:cNvPr>
          <p:cNvSpPr/>
          <p:nvPr/>
        </p:nvSpPr>
        <p:spPr>
          <a:xfrm>
            <a:off x="6299549" y="1781315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471" name="四角形: 角を丸くする 470">
            <a:extLst>
              <a:ext uri="{FF2B5EF4-FFF2-40B4-BE49-F238E27FC236}">
                <a16:creationId xmlns:a16="http://schemas.microsoft.com/office/drawing/2014/main" id="{6EAB2A08-5074-419C-A467-F01272BED03D}"/>
              </a:ext>
            </a:extLst>
          </p:cNvPr>
          <p:cNvSpPr/>
          <p:nvPr/>
        </p:nvSpPr>
        <p:spPr>
          <a:xfrm>
            <a:off x="5028045" y="6116174"/>
            <a:ext cx="567615" cy="143968"/>
          </a:xfrm>
          <a:prstGeom prst="roundRect">
            <a:avLst/>
          </a:prstGeom>
          <a:solidFill>
            <a:srgbClr val="6DA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 dirty="0"/>
              <a:t>外部</a:t>
            </a:r>
          </a:p>
        </p:txBody>
      </p:sp>
      <p:sp>
        <p:nvSpPr>
          <p:cNvPr id="473" name="四角形: 角を丸くする 472">
            <a:extLst>
              <a:ext uri="{FF2B5EF4-FFF2-40B4-BE49-F238E27FC236}">
                <a16:creationId xmlns:a16="http://schemas.microsoft.com/office/drawing/2014/main" id="{A83C1568-FFE4-4A4D-AF45-50B11E7B5044}"/>
              </a:ext>
            </a:extLst>
          </p:cNvPr>
          <p:cNvSpPr/>
          <p:nvPr/>
        </p:nvSpPr>
        <p:spPr>
          <a:xfrm>
            <a:off x="8915280" y="1781315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478" name="四角形: 角を丸くする 477">
            <a:extLst>
              <a:ext uri="{FF2B5EF4-FFF2-40B4-BE49-F238E27FC236}">
                <a16:creationId xmlns:a16="http://schemas.microsoft.com/office/drawing/2014/main" id="{C34FF9DE-D641-4DBB-A891-DACA6AA16B20}"/>
              </a:ext>
            </a:extLst>
          </p:cNvPr>
          <p:cNvSpPr/>
          <p:nvPr/>
        </p:nvSpPr>
        <p:spPr>
          <a:xfrm>
            <a:off x="1460239" y="7805705"/>
            <a:ext cx="426458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480" name="四角形: 角を丸くする 479">
            <a:extLst>
              <a:ext uri="{FF2B5EF4-FFF2-40B4-BE49-F238E27FC236}">
                <a16:creationId xmlns:a16="http://schemas.microsoft.com/office/drawing/2014/main" id="{1830E0AF-5058-4984-BDC5-4E2A0809FD16}"/>
              </a:ext>
            </a:extLst>
          </p:cNvPr>
          <p:cNvSpPr/>
          <p:nvPr/>
        </p:nvSpPr>
        <p:spPr>
          <a:xfrm>
            <a:off x="1886697" y="7805705"/>
            <a:ext cx="320405" cy="143968"/>
          </a:xfrm>
          <a:prstGeom prst="roundRect">
            <a:avLst/>
          </a:prstGeom>
          <a:solidFill>
            <a:srgbClr val="6DA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 dirty="0"/>
              <a:t>外部</a:t>
            </a:r>
          </a:p>
        </p:txBody>
      </p:sp>
      <p:sp>
        <p:nvSpPr>
          <p:cNvPr id="481" name="四角形: 角を丸くする 480">
            <a:extLst>
              <a:ext uri="{FF2B5EF4-FFF2-40B4-BE49-F238E27FC236}">
                <a16:creationId xmlns:a16="http://schemas.microsoft.com/office/drawing/2014/main" id="{25D3F0D0-A1F5-45C6-A0A2-D1DDEC185AD4}"/>
              </a:ext>
            </a:extLst>
          </p:cNvPr>
          <p:cNvSpPr/>
          <p:nvPr/>
        </p:nvSpPr>
        <p:spPr>
          <a:xfrm>
            <a:off x="1460239" y="7310106"/>
            <a:ext cx="426458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482" name="四角形: 角を丸くする 481">
            <a:extLst>
              <a:ext uri="{FF2B5EF4-FFF2-40B4-BE49-F238E27FC236}">
                <a16:creationId xmlns:a16="http://schemas.microsoft.com/office/drawing/2014/main" id="{ABC7BAAD-19B4-46FB-A292-BD6D4401A909}"/>
              </a:ext>
            </a:extLst>
          </p:cNvPr>
          <p:cNvSpPr/>
          <p:nvPr/>
        </p:nvSpPr>
        <p:spPr>
          <a:xfrm>
            <a:off x="1886697" y="7310106"/>
            <a:ext cx="320405" cy="143968"/>
          </a:xfrm>
          <a:prstGeom prst="roundRect">
            <a:avLst/>
          </a:prstGeom>
          <a:solidFill>
            <a:srgbClr val="6DA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 dirty="0"/>
              <a:t>外部</a:t>
            </a:r>
          </a:p>
        </p:txBody>
      </p:sp>
      <p:sp>
        <p:nvSpPr>
          <p:cNvPr id="484" name="四角形: 角を丸くする 483">
            <a:extLst>
              <a:ext uri="{FF2B5EF4-FFF2-40B4-BE49-F238E27FC236}">
                <a16:creationId xmlns:a16="http://schemas.microsoft.com/office/drawing/2014/main" id="{559E5E9B-7141-4C7C-8073-11087383D8F8}"/>
              </a:ext>
            </a:extLst>
          </p:cNvPr>
          <p:cNvSpPr/>
          <p:nvPr/>
        </p:nvSpPr>
        <p:spPr>
          <a:xfrm>
            <a:off x="7619054" y="1781315"/>
            <a:ext cx="567615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MES</a:t>
            </a:r>
            <a:endParaRPr kumimoji="1" lang="ja-JP" altLang="en-US" sz="900" dirty="0"/>
          </a:p>
        </p:txBody>
      </p:sp>
      <p:sp>
        <p:nvSpPr>
          <p:cNvPr id="486" name="四角形: 角を丸くする 485">
            <a:extLst>
              <a:ext uri="{FF2B5EF4-FFF2-40B4-BE49-F238E27FC236}">
                <a16:creationId xmlns:a16="http://schemas.microsoft.com/office/drawing/2014/main" id="{C4743C95-9A62-4C5F-AC54-0F79C34867A1}"/>
              </a:ext>
            </a:extLst>
          </p:cNvPr>
          <p:cNvSpPr/>
          <p:nvPr/>
        </p:nvSpPr>
        <p:spPr>
          <a:xfrm>
            <a:off x="11747190" y="4441923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 err="1"/>
              <a:t>OneData</a:t>
            </a:r>
            <a:endParaRPr kumimoji="1" lang="ja-JP" altLang="en-US" sz="900" dirty="0"/>
          </a:p>
        </p:txBody>
      </p:sp>
      <p:sp>
        <p:nvSpPr>
          <p:cNvPr id="487" name="四角形: 角を丸くする 486">
            <a:extLst>
              <a:ext uri="{FF2B5EF4-FFF2-40B4-BE49-F238E27FC236}">
                <a16:creationId xmlns:a16="http://schemas.microsoft.com/office/drawing/2014/main" id="{25C0D26D-92BE-4B94-B74A-566E4B5DEF62}"/>
              </a:ext>
            </a:extLst>
          </p:cNvPr>
          <p:cNvSpPr/>
          <p:nvPr/>
        </p:nvSpPr>
        <p:spPr>
          <a:xfrm>
            <a:off x="11747190" y="5691358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 err="1"/>
              <a:t>OneData</a:t>
            </a:r>
            <a:endParaRPr kumimoji="1" lang="ja-JP" altLang="en-US" sz="900" dirty="0"/>
          </a:p>
        </p:txBody>
      </p:sp>
      <p:sp>
        <p:nvSpPr>
          <p:cNvPr id="497" name="四角形: 角を丸くする 496">
            <a:extLst>
              <a:ext uri="{FF2B5EF4-FFF2-40B4-BE49-F238E27FC236}">
                <a16:creationId xmlns:a16="http://schemas.microsoft.com/office/drawing/2014/main" id="{2ACDC36B-4DD0-49B7-B0A6-6902ACD91D12}"/>
              </a:ext>
            </a:extLst>
          </p:cNvPr>
          <p:cNvSpPr/>
          <p:nvPr/>
        </p:nvSpPr>
        <p:spPr>
          <a:xfrm>
            <a:off x="10513244" y="5743412"/>
            <a:ext cx="567615" cy="143968"/>
          </a:xfrm>
          <a:prstGeom prst="roundRect">
            <a:avLst/>
          </a:prstGeom>
          <a:solidFill>
            <a:srgbClr val="6DA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 dirty="0"/>
              <a:t>外部</a:t>
            </a:r>
          </a:p>
        </p:txBody>
      </p:sp>
      <p:sp>
        <p:nvSpPr>
          <p:cNvPr id="498" name="四角形: 角を丸くする 497">
            <a:extLst>
              <a:ext uri="{FF2B5EF4-FFF2-40B4-BE49-F238E27FC236}">
                <a16:creationId xmlns:a16="http://schemas.microsoft.com/office/drawing/2014/main" id="{DAA09D5D-48F3-4051-881C-07FA79548A9C}"/>
              </a:ext>
            </a:extLst>
          </p:cNvPr>
          <p:cNvSpPr/>
          <p:nvPr/>
        </p:nvSpPr>
        <p:spPr>
          <a:xfrm>
            <a:off x="10528273" y="7889146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 err="1"/>
              <a:t>OneData</a:t>
            </a:r>
            <a:endParaRPr kumimoji="1" lang="ja-JP" altLang="en-US" sz="900" dirty="0"/>
          </a:p>
        </p:txBody>
      </p:sp>
      <p:sp>
        <p:nvSpPr>
          <p:cNvPr id="500" name="四角形: 角を丸くする 499">
            <a:extLst>
              <a:ext uri="{FF2B5EF4-FFF2-40B4-BE49-F238E27FC236}">
                <a16:creationId xmlns:a16="http://schemas.microsoft.com/office/drawing/2014/main" id="{30B96109-E6F4-499C-B3DB-543A056BD893}"/>
              </a:ext>
            </a:extLst>
          </p:cNvPr>
          <p:cNvSpPr/>
          <p:nvPr/>
        </p:nvSpPr>
        <p:spPr>
          <a:xfrm>
            <a:off x="10528273" y="8513820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 err="1"/>
              <a:t>OneData</a:t>
            </a:r>
            <a:endParaRPr kumimoji="1" lang="ja-JP" altLang="en-US" sz="900" dirty="0"/>
          </a:p>
        </p:txBody>
      </p:sp>
      <p:sp>
        <p:nvSpPr>
          <p:cNvPr id="501" name="四角形: 角を丸くする 500">
            <a:extLst>
              <a:ext uri="{FF2B5EF4-FFF2-40B4-BE49-F238E27FC236}">
                <a16:creationId xmlns:a16="http://schemas.microsoft.com/office/drawing/2014/main" id="{795CEB6B-37B6-429D-87D7-B61617A16804}"/>
              </a:ext>
            </a:extLst>
          </p:cNvPr>
          <p:cNvSpPr/>
          <p:nvPr/>
        </p:nvSpPr>
        <p:spPr>
          <a:xfrm>
            <a:off x="10528273" y="9125211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 err="1"/>
              <a:t>OneData</a:t>
            </a:r>
            <a:endParaRPr kumimoji="1" lang="ja-JP" altLang="en-US" sz="900" dirty="0"/>
          </a:p>
        </p:txBody>
      </p:sp>
      <p:sp>
        <p:nvSpPr>
          <p:cNvPr id="516" name="四角形: 角を丸くする 515">
            <a:extLst>
              <a:ext uri="{FF2B5EF4-FFF2-40B4-BE49-F238E27FC236}">
                <a16:creationId xmlns:a16="http://schemas.microsoft.com/office/drawing/2014/main" id="{4B712DA9-C729-4F29-9864-90E76014814A}"/>
              </a:ext>
            </a:extLst>
          </p:cNvPr>
          <p:cNvSpPr/>
          <p:nvPr/>
        </p:nvSpPr>
        <p:spPr>
          <a:xfrm>
            <a:off x="10491454" y="4448480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17" name="四角形: 角を丸くする 516">
            <a:extLst>
              <a:ext uri="{FF2B5EF4-FFF2-40B4-BE49-F238E27FC236}">
                <a16:creationId xmlns:a16="http://schemas.microsoft.com/office/drawing/2014/main" id="{729ECAE1-9608-45E0-A585-78281FB0A0AD}"/>
              </a:ext>
            </a:extLst>
          </p:cNvPr>
          <p:cNvSpPr/>
          <p:nvPr/>
        </p:nvSpPr>
        <p:spPr>
          <a:xfrm>
            <a:off x="10491454" y="1919852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18" name="四角形: 角を丸くする 517">
            <a:extLst>
              <a:ext uri="{FF2B5EF4-FFF2-40B4-BE49-F238E27FC236}">
                <a16:creationId xmlns:a16="http://schemas.microsoft.com/office/drawing/2014/main" id="{4C735BAD-0FAF-4C0C-895F-D6B4D729CE9D}"/>
              </a:ext>
            </a:extLst>
          </p:cNvPr>
          <p:cNvSpPr/>
          <p:nvPr/>
        </p:nvSpPr>
        <p:spPr>
          <a:xfrm>
            <a:off x="10491454" y="2541952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19" name="四角形: 角を丸くする 518">
            <a:extLst>
              <a:ext uri="{FF2B5EF4-FFF2-40B4-BE49-F238E27FC236}">
                <a16:creationId xmlns:a16="http://schemas.microsoft.com/office/drawing/2014/main" id="{DC75B528-9D29-402A-B478-3B26E07896C9}"/>
              </a:ext>
            </a:extLst>
          </p:cNvPr>
          <p:cNvSpPr/>
          <p:nvPr/>
        </p:nvSpPr>
        <p:spPr>
          <a:xfrm>
            <a:off x="11747190" y="1919852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20" name="四角形: 角を丸くする 519">
            <a:extLst>
              <a:ext uri="{FF2B5EF4-FFF2-40B4-BE49-F238E27FC236}">
                <a16:creationId xmlns:a16="http://schemas.microsoft.com/office/drawing/2014/main" id="{23707091-1E40-455F-80DC-016E21D8FECB}"/>
              </a:ext>
            </a:extLst>
          </p:cNvPr>
          <p:cNvSpPr/>
          <p:nvPr/>
        </p:nvSpPr>
        <p:spPr>
          <a:xfrm>
            <a:off x="11145616" y="2541952"/>
            <a:ext cx="1338410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900" dirty="0"/>
              <a:t>ｷｬｯｼｭｾﾝﾀｰ</a:t>
            </a:r>
            <a:r>
              <a:rPr kumimoji="1" lang="en-US" altLang="ja-JP" sz="900" dirty="0"/>
              <a:t>/BDIF/</a:t>
            </a:r>
            <a:r>
              <a:rPr kumimoji="1" lang="en-US" altLang="ja-JP" sz="900" dirty="0" err="1"/>
              <a:t>Kyriba</a:t>
            </a:r>
            <a:endParaRPr kumimoji="1" lang="ja-JP" altLang="en-US" sz="900" dirty="0"/>
          </a:p>
        </p:txBody>
      </p:sp>
      <p:sp>
        <p:nvSpPr>
          <p:cNvPr id="521" name="四角形: 角を丸くする 520">
            <a:extLst>
              <a:ext uri="{FF2B5EF4-FFF2-40B4-BE49-F238E27FC236}">
                <a16:creationId xmlns:a16="http://schemas.microsoft.com/office/drawing/2014/main" id="{72E2DA1C-0158-45AD-ABBB-A8F940843F95}"/>
              </a:ext>
            </a:extLst>
          </p:cNvPr>
          <p:cNvSpPr/>
          <p:nvPr/>
        </p:nvSpPr>
        <p:spPr>
          <a:xfrm>
            <a:off x="11164039" y="3797029"/>
            <a:ext cx="755497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900" dirty="0" err="1"/>
              <a:t>eConsoli</a:t>
            </a:r>
            <a:r>
              <a:rPr kumimoji="1" lang="en-US" altLang="ja-JP" sz="900" dirty="0"/>
              <a:t>/IDS</a:t>
            </a:r>
            <a:endParaRPr kumimoji="1" lang="ja-JP" altLang="en-US" sz="900" dirty="0"/>
          </a:p>
        </p:txBody>
      </p:sp>
      <p:sp>
        <p:nvSpPr>
          <p:cNvPr id="522" name="四角形: 角を丸くする 521">
            <a:extLst>
              <a:ext uri="{FF2B5EF4-FFF2-40B4-BE49-F238E27FC236}">
                <a16:creationId xmlns:a16="http://schemas.microsoft.com/office/drawing/2014/main" id="{74DB3695-A8DE-44F4-8004-5EC5B95C73B3}"/>
              </a:ext>
            </a:extLst>
          </p:cNvPr>
          <p:cNvSpPr/>
          <p:nvPr/>
        </p:nvSpPr>
        <p:spPr>
          <a:xfrm>
            <a:off x="10491454" y="3138486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23" name="四角形: 角を丸くする 522">
            <a:extLst>
              <a:ext uri="{FF2B5EF4-FFF2-40B4-BE49-F238E27FC236}">
                <a16:creationId xmlns:a16="http://schemas.microsoft.com/office/drawing/2014/main" id="{08400CE8-5200-475C-888B-70B352BAF24F}"/>
              </a:ext>
            </a:extLst>
          </p:cNvPr>
          <p:cNvSpPr/>
          <p:nvPr/>
        </p:nvSpPr>
        <p:spPr>
          <a:xfrm>
            <a:off x="10491454" y="3797029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24" name="四角形: 角を丸くする 523">
            <a:extLst>
              <a:ext uri="{FF2B5EF4-FFF2-40B4-BE49-F238E27FC236}">
                <a16:creationId xmlns:a16="http://schemas.microsoft.com/office/drawing/2014/main" id="{9F101C91-35F3-4E7A-9042-D07C401B48E8}"/>
              </a:ext>
            </a:extLst>
          </p:cNvPr>
          <p:cNvSpPr/>
          <p:nvPr/>
        </p:nvSpPr>
        <p:spPr>
          <a:xfrm>
            <a:off x="1780644" y="4004654"/>
            <a:ext cx="426458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25" name="四角形: 角を丸くする 524">
            <a:extLst>
              <a:ext uri="{FF2B5EF4-FFF2-40B4-BE49-F238E27FC236}">
                <a16:creationId xmlns:a16="http://schemas.microsoft.com/office/drawing/2014/main" id="{B56C6F44-7EA7-421B-9F69-F6B757FEB490}"/>
              </a:ext>
            </a:extLst>
          </p:cNvPr>
          <p:cNvSpPr/>
          <p:nvPr/>
        </p:nvSpPr>
        <p:spPr>
          <a:xfrm>
            <a:off x="2254752" y="5836175"/>
            <a:ext cx="426458" cy="143968"/>
          </a:xfrm>
          <a:prstGeom prst="roundRect">
            <a:avLst/>
          </a:prstGeom>
          <a:solidFill>
            <a:srgbClr val="6DA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 dirty="0"/>
              <a:t>外部</a:t>
            </a:r>
          </a:p>
        </p:txBody>
      </p:sp>
      <p:sp>
        <p:nvSpPr>
          <p:cNvPr id="526" name="四角形: 角を丸くする 525">
            <a:extLst>
              <a:ext uri="{FF2B5EF4-FFF2-40B4-BE49-F238E27FC236}">
                <a16:creationId xmlns:a16="http://schemas.microsoft.com/office/drawing/2014/main" id="{7C12F0E8-A631-4595-A3AF-8F5C8A875D67}"/>
              </a:ext>
            </a:extLst>
          </p:cNvPr>
          <p:cNvSpPr/>
          <p:nvPr/>
        </p:nvSpPr>
        <p:spPr>
          <a:xfrm>
            <a:off x="2254752" y="7302163"/>
            <a:ext cx="426458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27" name="四角形: 角を丸くする 526">
            <a:extLst>
              <a:ext uri="{FF2B5EF4-FFF2-40B4-BE49-F238E27FC236}">
                <a16:creationId xmlns:a16="http://schemas.microsoft.com/office/drawing/2014/main" id="{40B7B41C-7F19-4B9D-A4AE-3712897F674A}"/>
              </a:ext>
            </a:extLst>
          </p:cNvPr>
          <p:cNvSpPr/>
          <p:nvPr/>
        </p:nvSpPr>
        <p:spPr>
          <a:xfrm>
            <a:off x="1886697" y="7805257"/>
            <a:ext cx="320405" cy="143968"/>
          </a:xfrm>
          <a:prstGeom prst="roundRect">
            <a:avLst/>
          </a:prstGeom>
          <a:solidFill>
            <a:srgbClr val="6DA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 dirty="0"/>
              <a:t>外部</a:t>
            </a:r>
          </a:p>
        </p:txBody>
      </p:sp>
      <p:sp>
        <p:nvSpPr>
          <p:cNvPr id="528" name="四角形: 角を丸くする 527">
            <a:extLst>
              <a:ext uri="{FF2B5EF4-FFF2-40B4-BE49-F238E27FC236}">
                <a16:creationId xmlns:a16="http://schemas.microsoft.com/office/drawing/2014/main" id="{6540B8DC-529C-481A-BC40-5C8FB2D15964}"/>
              </a:ext>
            </a:extLst>
          </p:cNvPr>
          <p:cNvSpPr/>
          <p:nvPr/>
        </p:nvSpPr>
        <p:spPr>
          <a:xfrm>
            <a:off x="1780644" y="4499805"/>
            <a:ext cx="426458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30" name="四角形: 角を丸くする 529">
            <a:extLst>
              <a:ext uri="{FF2B5EF4-FFF2-40B4-BE49-F238E27FC236}">
                <a16:creationId xmlns:a16="http://schemas.microsoft.com/office/drawing/2014/main" id="{D409110F-F5A4-4CE3-B804-F1FC3460DDC1}"/>
              </a:ext>
            </a:extLst>
          </p:cNvPr>
          <p:cNvSpPr/>
          <p:nvPr/>
        </p:nvSpPr>
        <p:spPr>
          <a:xfrm>
            <a:off x="1780644" y="4931041"/>
            <a:ext cx="426458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32" name="四角形: 角を丸くする 531">
            <a:extLst>
              <a:ext uri="{FF2B5EF4-FFF2-40B4-BE49-F238E27FC236}">
                <a16:creationId xmlns:a16="http://schemas.microsoft.com/office/drawing/2014/main" id="{BCFCA120-696D-41DC-971D-FCA61482913E}"/>
              </a:ext>
            </a:extLst>
          </p:cNvPr>
          <p:cNvSpPr/>
          <p:nvPr/>
        </p:nvSpPr>
        <p:spPr>
          <a:xfrm>
            <a:off x="1780644" y="5425777"/>
            <a:ext cx="426458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34" name="四角形: 角を丸くする 533">
            <a:extLst>
              <a:ext uri="{FF2B5EF4-FFF2-40B4-BE49-F238E27FC236}">
                <a16:creationId xmlns:a16="http://schemas.microsoft.com/office/drawing/2014/main" id="{71931517-53D3-46B4-8949-EAF22F6948EA}"/>
              </a:ext>
            </a:extLst>
          </p:cNvPr>
          <p:cNvSpPr/>
          <p:nvPr/>
        </p:nvSpPr>
        <p:spPr>
          <a:xfrm>
            <a:off x="1780644" y="5843822"/>
            <a:ext cx="426458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36" name="四角形: 角を丸くする 535">
            <a:extLst>
              <a:ext uri="{FF2B5EF4-FFF2-40B4-BE49-F238E27FC236}">
                <a16:creationId xmlns:a16="http://schemas.microsoft.com/office/drawing/2014/main" id="{28D55E32-0468-4D90-A3D1-4942C35F50D0}"/>
              </a:ext>
            </a:extLst>
          </p:cNvPr>
          <p:cNvSpPr/>
          <p:nvPr/>
        </p:nvSpPr>
        <p:spPr>
          <a:xfrm>
            <a:off x="1780644" y="6339619"/>
            <a:ext cx="426458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41" name="四角形: 角を丸くする 540">
            <a:extLst>
              <a:ext uri="{FF2B5EF4-FFF2-40B4-BE49-F238E27FC236}">
                <a16:creationId xmlns:a16="http://schemas.microsoft.com/office/drawing/2014/main" id="{DB0954CA-28BD-4DF1-B4A8-F50D5E87B1A5}"/>
              </a:ext>
            </a:extLst>
          </p:cNvPr>
          <p:cNvSpPr/>
          <p:nvPr/>
        </p:nvSpPr>
        <p:spPr>
          <a:xfrm>
            <a:off x="1460239" y="6849710"/>
            <a:ext cx="426458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48" name="四角形: 角を丸くする 547">
            <a:extLst>
              <a:ext uri="{FF2B5EF4-FFF2-40B4-BE49-F238E27FC236}">
                <a16:creationId xmlns:a16="http://schemas.microsoft.com/office/drawing/2014/main" id="{A8B53456-C3D4-4801-934C-5B37EDEDC6D9}"/>
              </a:ext>
            </a:extLst>
          </p:cNvPr>
          <p:cNvSpPr/>
          <p:nvPr/>
        </p:nvSpPr>
        <p:spPr>
          <a:xfrm>
            <a:off x="1886697" y="6849710"/>
            <a:ext cx="320405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 err="1"/>
              <a:t>eRelay</a:t>
            </a:r>
            <a:endParaRPr kumimoji="1" lang="ja-JP" altLang="en-US" sz="900" dirty="0"/>
          </a:p>
        </p:txBody>
      </p:sp>
      <p:sp>
        <p:nvSpPr>
          <p:cNvPr id="557" name="四角形: 角を丸くする 556">
            <a:extLst>
              <a:ext uri="{FF2B5EF4-FFF2-40B4-BE49-F238E27FC236}">
                <a16:creationId xmlns:a16="http://schemas.microsoft.com/office/drawing/2014/main" id="{0F4AAB94-04EC-4854-BE76-0BEC34A0F323}"/>
              </a:ext>
            </a:extLst>
          </p:cNvPr>
          <p:cNvSpPr/>
          <p:nvPr/>
        </p:nvSpPr>
        <p:spPr>
          <a:xfrm>
            <a:off x="5028045" y="8000897"/>
            <a:ext cx="567615" cy="143968"/>
          </a:xfrm>
          <a:prstGeom prst="roundRect">
            <a:avLst/>
          </a:prstGeom>
          <a:solidFill>
            <a:srgbClr val="6DA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 dirty="0"/>
              <a:t>外部</a:t>
            </a:r>
          </a:p>
        </p:txBody>
      </p:sp>
      <p:sp>
        <p:nvSpPr>
          <p:cNvPr id="558" name="四角形: 角を丸くする 557">
            <a:extLst>
              <a:ext uri="{FF2B5EF4-FFF2-40B4-BE49-F238E27FC236}">
                <a16:creationId xmlns:a16="http://schemas.microsoft.com/office/drawing/2014/main" id="{86F0169A-029F-48AC-BEDA-949FFFE27052}"/>
              </a:ext>
            </a:extLst>
          </p:cNvPr>
          <p:cNvSpPr/>
          <p:nvPr/>
        </p:nvSpPr>
        <p:spPr>
          <a:xfrm>
            <a:off x="5028045" y="5772767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63" name="四角形: 角を丸くする 562">
            <a:extLst>
              <a:ext uri="{FF2B5EF4-FFF2-40B4-BE49-F238E27FC236}">
                <a16:creationId xmlns:a16="http://schemas.microsoft.com/office/drawing/2014/main" id="{923F7ADE-FFCC-4216-99EC-59466E4E8285}"/>
              </a:ext>
            </a:extLst>
          </p:cNvPr>
          <p:cNvSpPr/>
          <p:nvPr/>
        </p:nvSpPr>
        <p:spPr>
          <a:xfrm>
            <a:off x="6299549" y="5772767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68" name="四角形: 角を丸くする 567">
            <a:extLst>
              <a:ext uri="{FF2B5EF4-FFF2-40B4-BE49-F238E27FC236}">
                <a16:creationId xmlns:a16="http://schemas.microsoft.com/office/drawing/2014/main" id="{585EB366-ADB0-4088-99AD-150BA35AC8AE}"/>
              </a:ext>
            </a:extLst>
          </p:cNvPr>
          <p:cNvSpPr/>
          <p:nvPr/>
        </p:nvSpPr>
        <p:spPr>
          <a:xfrm>
            <a:off x="6299549" y="5788246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69" name="四角形: 角を丸くする 568">
            <a:extLst>
              <a:ext uri="{FF2B5EF4-FFF2-40B4-BE49-F238E27FC236}">
                <a16:creationId xmlns:a16="http://schemas.microsoft.com/office/drawing/2014/main" id="{9A6665F9-C143-4A72-A5C7-4194EBA4E816}"/>
              </a:ext>
            </a:extLst>
          </p:cNvPr>
          <p:cNvSpPr/>
          <p:nvPr/>
        </p:nvSpPr>
        <p:spPr>
          <a:xfrm>
            <a:off x="6299549" y="8992129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70" name="四角形: 角を丸くする 569">
            <a:extLst>
              <a:ext uri="{FF2B5EF4-FFF2-40B4-BE49-F238E27FC236}">
                <a16:creationId xmlns:a16="http://schemas.microsoft.com/office/drawing/2014/main" id="{8809632B-B915-43F6-B00E-B4865A138D3E}"/>
              </a:ext>
            </a:extLst>
          </p:cNvPr>
          <p:cNvSpPr/>
          <p:nvPr/>
        </p:nvSpPr>
        <p:spPr>
          <a:xfrm>
            <a:off x="5028045" y="8981602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72" name="四角形: 角を丸くする 571">
            <a:extLst>
              <a:ext uri="{FF2B5EF4-FFF2-40B4-BE49-F238E27FC236}">
                <a16:creationId xmlns:a16="http://schemas.microsoft.com/office/drawing/2014/main" id="{C2D5EAC3-F7E5-4EF5-897E-099165D3754E}"/>
              </a:ext>
            </a:extLst>
          </p:cNvPr>
          <p:cNvSpPr/>
          <p:nvPr/>
        </p:nvSpPr>
        <p:spPr>
          <a:xfrm>
            <a:off x="3662829" y="8981602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73" name="四角形: 角を丸くする 572">
            <a:extLst>
              <a:ext uri="{FF2B5EF4-FFF2-40B4-BE49-F238E27FC236}">
                <a16:creationId xmlns:a16="http://schemas.microsoft.com/office/drawing/2014/main" id="{096D140C-10E7-48A1-ACBF-5B5254D26F09}"/>
              </a:ext>
            </a:extLst>
          </p:cNvPr>
          <p:cNvSpPr/>
          <p:nvPr/>
        </p:nvSpPr>
        <p:spPr>
          <a:xfrm>
            <a:off x="7619054" y="7487885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75" name="四角形: 角を丸くする 574">
            <a:extLst>
              <a:ext uri="{FF2B5EF4-FFF2-40B4-BE49-F238E27FC236}">
                <a16:creationId xmlns:a16="http://schemas.microsoft.com/office/drawing/2014/main" id="{2CF199F3-D958-4407-BDEE-2040B49C7E69}"/>
              </a:ext>
            </a:extLst>
          </p:cNvPr>
          <p:cNvSpPr/>
          <p:nvPr/>
        </p:nvSpPr>
        <p:spPr>
          <a:xfrm>
            <a:off x="6298413" y="7487885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77" name="四角形: 角を丸くする 576">
            <a:extLst>
              <a:ext uri="{FF2B5EF4-FFF2-40B4-BE49-F238E27FC236}">
                <a16:creationId xmlns:a16="http://schemas.microsoft.com/office/drawing/2014/main" id="{38801E62-54DA-4797-A148-1017842075B1}"/>
              </a:ext>
            </a:extLst>
          </p:cNvPr>
          <p:cNvSpPr/>
          <p:nvPr/>
        </p:nvSpPr>
        <p:spPr>
          <a:xfrm>
            <a:off x="6298413" y="8000897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80" name="四角形: 角を丸くする 579">
            <a:extLst>
              <a:ext uri="{FF2B5EF4-FFF2-40B4-BE49-F238E27FC236}">
                <a16:creationId xmlns:a16="http://schemas.microsoft.com/office/drawing/2014/main" id="{BEB84A8F-4142-4B08-8FEC-9E56836104C5}"/>
              </a:ext>
            </a:extLst>
          </p:cNvPr>
          <p:cNvSpPr/>
          <p:nvPr/>
        </p:nvSpPr>
        <p:spPr>
          <a:xfrm>
            <a:off x="3647145" y="6116174"/>
            <a:ext cx="567615" cy="143968"/>
          </a:xfrm>
          <a:prstGeom prst="roundRect">
            <a:avLst/>
          </a:prstGeom>
          <a:solidFill>
            <a:srgbClr val="6DA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 dirty="0"/>
              <a:t>外部</a:t>
            </a:r>
          </a:p>
        </p:txBody>
      </p:sp>
      <p:sp>
        <p:nvSpPr>
          <p:cNvPr id="581" name="四角形: 角を丸くする 580">
            <a:extLst>
              <a:ext uri="{FF2B5EF4-FFF2-40B4-BE49-F238E27FC236}">
                <a16:creationId xmlns:a16="http://schemas.microsoft.com/office/drawing/2014/main" id="{4EEB14CC-C135-42BD-8017-22579239C074}"/>
              </a:ext>
            </a:extLst>
          </p:cNvPr>
          <p:cNvSpPr/>
          <p:nvPr/>
        </p:nvSpPr>
        <p:spPr>
          <a:xfrm>
            <a:off x="5028045" y="6504604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82" name="四角形: 角を丸くする 581">
            <a:extLst>
              <a:ext uri="{FF2B5EF4-FFF2-40B4-BE49-F238E27FC236}">
                <a16:creationId xmlns:a16="http://schemas.microsoft.com/office/drawing/2014/main" id="{C007F06C-D5EA-4FF8-A391-FBB297428B1F}"/>
              </a:ext>
            </a:extLst>
          </p:cNvPr>
          <p:cNvSpPr/>
          <p:nvPr/>
        </p:nvSpPr>
        <p:spPr>
          <a:xfrm>
            <a:off x="5028045" y="3057461"/>
            <a:ext cx="567615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FFL</a:t>
            </a:r>
            <a:endParaRPr kumimoji="1" lang="ja-JP" altLang="en-US" sz="900" dirty="0"/>
          </a:p>
        </p:txBody>
      </p:sp>
      <p:sp>
        <p:nvSpPr>
          <p:cNvPr id="583" name="四角形: 角を丸くする 582">
            <a:extLst>
              <a:ext uri="{FF2B5EF4-FFF2-40B4-BE49-F238E27FC236}">
                <a16:creationId xmlns:a16="http://schemas.microsoft.com/office/drawing/2014/main" id="{CE0C0E25-B64A-4DF7-BCFF-45643CB26F55}"/>
              </a:ext>
            </a:extLst>
          </p:cNvPr>
          <p:cNvSpPr/>
          <p:nvPr/>
        </p:nvSpPr>
        <p:spPr>
          <a:xfrm>
            <a:off x="8937651" y="3419327"/>
            <a:ext cx="567615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T-Docs</a:t>
            </a:r>
            <a:endParaRPr kumimoji="1" lang="ja-JP" altLang="en-US" sz="900" dirty="0"/>
          </a:p>
        </p:txBody>
      </p:sp>
      <p:sp>
        <p:nvSpPr>
          <p:cNvPr id="585" name="四角形: 角を丸くする 584">
            <a:extLst>
              <a:ext uri="{FF2B5EF4-FFF2-40B4-BE49-F238E27FC236}">
                <a16:creationId xmlns:a16="http://schemas.microsoft.com/office/drawing/2014/main" id="{E0F3F71D-8E8A-49D7-BB7B-040DF6B538FA}"/>
              </a:ext>
            </a:extLst>
          </p:cNvPr>
          <p:cNvSpPr/>
          <p:nvPr/>
        </p:nvSpPr>
        <p:spPr>
          <a:xfrm>
            <a:off x="5028045" y="3419327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90" name="四角形: 角を丸くする 589">
            <a:extLst>
              <a:ext uri="{FF2B5EF4-FFF2-40B4-BE49-F238E27FC236}">
                <a16:creationId xmlns:a16="http://schemas.microsoft.com/office/drawing/2014/main" id="{353F4470-5668-4873-8105-4F838902AED5}"/>
              </a:ext>
            </a:extLst>
          </p:cNvPr>
          <p:cNvSpPr/>
          <p:nvPr/>
        </p:nvSpPr>
        <p:spPr>
          <a:xfrm>
            <a:off x="7619054" y="3419327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91" name="四角形: 角を丸くする 590">
            <a:extLst>
              <a:ext uri="{FF2B5EF4-FFF2-40B4-BE49-F238E27FC236}">
                <a16:creationId xmlns:a16="http://schemas.microsoft.com/office/drawing/2014/main" id="{5A830879-B01E-4DB4-9365-5F27FA1686BC}"/>
              </a:ext>
            </a:extLst>
          </p:cNvPr>
          <p:cNvSpPr/>
          <p:nvPr/>
        </p:nvSpPr>
        <p:spPr>
          <a:xfrm>
            <a:off x="3647145" y="3419327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94" name="四角形: 角を丸くする 593">
            <a:extLst>
              <a:ext uri="{FF2B5EF4-FFF2-40B4-BE49-F238E27FC236}">
                <a16:creationId xmlns:a16="http://schemas.microsoft.com/office/drawing/2014/main" id="{3CAF67EE-4E7F-4B0D-AB48-925C823EA3C8}"/>
              </a:ext>
            </a:extLst>
          </p:cNvPr>
          <p:cNvSpPr/>
          <p:nvPr/>
        </p:nvSpPr>
        <p:spPr>
          <a:xfrm>
            <a:off x="6299549" y="3057461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95" name="四角形: 角を丸くする 594">
            <a:extLst>
              <a:ext uri="{FF2B5EF4-FFF2-40B4-BE49-F238E27FC236}">
                <a16:creationId xmlns:a16="http://schemas.microsoft.com/office/drawing/2014/main" id="{B1D12976-5C83-4E93-A996-24FBAEECB46A}"/>
              </a:ext>
            </a:extLst>
          </p:cNvPr>
          <p:cNvSpPr/>
          <p:nvPr/>
        </p:nvSpPr>
        <p:spPr>
          <a:xfrm>
            <a:off x="7619054" y="3057461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97" name="四角形: 角を丸くする 596">
            <a:extLst>
              <a:ext uri="{FF2B5EF4-FFF2-40B4-BE49-F238E27FC236}">
                <a16:creationId xmlns:a16="http://schemas.microsoft.com/office/drawing/2014/main" id="{F8582481-2AA3-4591-88AB-00A05994F515}"/>
              </a:ext>
            </a:extLst>
          </p:cNvPr>
          <p:cNvSpPr/>
          <p:nvPr/>
        </p:nvSpPr>
        <p:spPr>
          <a:xfrm>
            <a:off x="6299549" y="3419327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99" name="四角形: 角を丸くする 598">
            <a:extLst>
              <a:ext uri="{FF2B5EF4-FFF2-40B4-BE49-F238E27FC236}">
                <a16:creationId xmlns:a16="http://schemas.microsoft.com/office/drawing/2014/main" id="{AC915667-E999-4ED0-999E-1CE88238C360}"/>
              </a:ext>
            </a:extLst>
          </p:cNvPr>
          <p:cNvSpPr/>
          <p:nvPr/>
        </p:nvSpPr>
        <p:spPr>
          <a:xfrm>
            <a:off x="5028045" y="3812426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600" name="四角形: 角を丸くする 599">
            <a:extLst>
              <a:ext uri="{FF2B5EF4-FFF2-40B4-BE49-F238E27FC236}">
                <a16:creationId xmlns:a16="http://schemas.microsoft.com/office/drawing/2014/main" id="{C7CE2AB0-4AEF-4591-892A-09CDFB8433BC}"/>
              </a:ext>
            </a:extLst>
          </p:cNvPr>
          <p:cNvSpPr/>
          <p:nvPr/>
        </p:nvSpPr>
        <p:spPr>
          <a:xfrm>
            <a:off x="6299549" y="3812426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601" name="四角形: 角を丸くする 600">
            <a:extLst>
              <a:ext uri="{FF2B5EF4-FFF2-40B4-BE49-F238E27FC236}">
                <a16:creationId xmlns:a16="http://schemas.microsoft.com/office/drawing/2014/main" id="{B096B8E6-F866-43F6-9879-99869D49EB5E}"/>
              </a:ext>
            </a:extLst>
          </p:cNvPr>
          <p:cNvSpPr/>
          <p:nvPr/>
        </p:nvSpPr>
        <p:spPr>
          <a:xfrm>
            <a:off x="5028045" y="2186073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603" name="四角形: 角を丸くする 602">
            <a:extLst>
              <a:ext uri="{FF2B5EF4-FFF2-40B4-BE49-F238E27FC236}">
                <a16:creationId xmlns:a16="http://schemas.microsoft.com/office/drawing/2014/main" id="{3AAB569C-8474-4D0E-992D-44B514C672BE}"/>
              </a:ext>
            </a:extLst>
          </p:cNvPr>
          <p:cNvSpPr/>
          <p:nvPr/>
        </p:nvSpPr>
        <p:spPr>
          <a:xfrm>
            <a:off x="7619054" y="2186073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604" name="四角形: 角を丸くする 603">
            <a:extLst>
              <a:ext uri="{FF2B5EF4-FFF2-40B4-BE49-F238E27FC236}">
                <a16:creationId xmlns:a16="http://schemas.microsoft.com/office/drawing/2014/main" id="{D7CFB970-2E30-4E45-AB8E-51DFEAF8A32F}"/>
              </a:ext>
            </a:extLst>
          </p:cNvPr>
          <p:cNvSpPr/>
          <p:nvPr/>
        </p:nvSpPr>
        <p:spPr>
          <a:xfrm>
            <a:off x="3647145" y="2186073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605" name="四角形: 角を丸くする 604">
            <a:extLst>
              <a:ext uri="{FF2B5EF4-FFF2-40B4-BE49-F238E27FC236}">
                <a16:creationId xmlns:a16="http://schemas.microsoft.com/office/drawing/2014/main" id="{B6C18C6E-D5ED-44A5-BE1F-F34BAA9471FC}"/>
              </a:ext>
            </a:extLst>
          </p:cNvPr>
          <p:cNvSpPr/>
          <p:nvPr/>
        </p:nvSpPr>
        <p:spPr>
          <a:xfrm>
            <a:off x="6299549" y="2186073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607" name="四角形: 角を丸くする 606">
            <a:extLst>
              <a:ext uri="{FF2B5EF4-FFF2-40B4-BE49-F238E27FC236}">
                <a16:creationId xmlns:a16="http://schemas.microsoft.com/office/drawing/2014/main" id="{B889F12D-190D-4600-82F1-636A39C2D8CE}"/>
              </a:ext>
            </a:extLst>
          </p:cNvPr>
          <p:cNvSpPr/>
          <p:nvPr/>
        </p:nvSpPr>
        <p:spPr>
          <a:xfrm>
            <a:off x="11747190" y="2656476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608" name="四角形: 角を丸くする 607">
            <a:extLst>
              <a:ext uri="{FF2B5EF4-FFF2-40B4-BE49-F238E27FC236}">
                <a16:creationId xmlns:a16="http://schemas.microsoft.com/office/drawing/2014/main" id="{D2BCC895-EAB2-4B07-A06C-FE57BCEC1B29}"/>
              </a:ext>
            </a:extLst>
          </p:cNvPr>
          <p:cNvSpPr/>
          <p:nvPr/>
        </p:nvSpPr>
        <p:spPr>
          <a:xfrm>
            <a:off x="11919536" y="3797029"/>
            <a:ext cx="426458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610" name="四角形: 角を丸くする 609">
            <a:extLst>
              <a:ext uri="{FF2B5EF4-FFF2-40B4-BE49-F238E27FC236}">
                <a16:creationId xmlns:a16="http://schemas.microsoft.com/office/drawing/2014/main" id="{1988DAB3-BBEE-4792-BB5E-CC78FF98398D}"/>
              </a:ext>
            </a:extLst>
          </p:cNvPr>
          <p:cNvSpPr/>
          <p:nvPr/>
        </p:nvSpPr>
        <p:spPr>
          <a:xfrm>
            <a:off x="8937651" y="8992129"/>
            <a:ext cx="567615" cy="14396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900" dirty="0" err="1"/>
              <a:t>iVoc</a:t>
            </a:r>
            <a:endParaRPr kumimoji="1" lang="ja-JP" altLang="en-US" sz="900" dirty="0"/>
          </a:p>
        </p:txBody>
      </p:sp>
      <p:sp>
        <p:nvSpPr>
          <p:cNvPr id="611" name="正方形/長方形 610">
            <a:extLst>
              <a:ext uri="{FF2B5EF4-FFF2-40B4-BE49-F238E27FC236}">
                <a16:creationId xmlns:a16="http://schemas.microsoft.com/office/drawing/2014/main" id="{C1B25E91-CDA5-4B6A-B16A-6F02FE00A1C5}"/>
              </a:ext>
            </a:extLst>
          </p:cNvPr>
          <p:cNvSpPr/>
          <p:nvPr/>
        </p:nvSpPr>
        <p:spPr>
          <a:xfrm>
            <a:off x="11188924" y="6074142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連結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PSI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2" name="四角形: 角を丸くする 611">
            <a:extLst>
              <a:ext uri="{FF2B5EF4-FFF2-40B4-BE49-F238E27FC236}">
                <a16:creationId xmlns:a16="http://schemas.microsoft.com/office/drawing/2014/main" id="{9E661D33-1C70-49DD-9BB7-5118D52EBC3E}"/>
              </a:ext>
            </a:extLst>
          </p:cNvPr>
          <p:cNvSpPr/>
          <p:nvPr/>
        </p:nvSpPr>
        <p:spPr>
          <a:xfrm>
            <a:off x="11747190" y="6395179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 err="1"/>
              <a:t>OneData</a:t>
            </a:r>
            <a:endParaRPr kumimoji="1" lang="ja-JP" altLang="en-US" sz="900" dirty="0"/>
          </a:p>
        </p:txBody>
      </p:sp>
      <p:sp>
        <p:nvSpPr>
          <p:cNvPr id="614" name="正方形/長方形 613">
            <a:extLst>
              <a:ext uri="{FF2B5EF4-FFF2-40B4-BE49-F238E27FC236}">
                <a16:creationId xmlns:a16="http://schemas.microsoft.com/office/drawing/2014/main" id="{ADA691A0-63F8-4907-A792-07BE0D08662C}"/>
              </a:ext>
            </a:extLst>
          </p:cNvPr>
          <p:cNvSpPr/>
          <p:nvPr/>
        </p:nvSpPr>
        <p:spPr>
          <a:xfrm>
            <a:off x="9895700" y="6061272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調達</a:t>
            </a:r>
          </a:p>
        </p:txBody>
      </p:sp>
      <p:sp>
        <p:nvSpPr>
          <p:cNvPr id="615" name="四角形: 角を丸くする 614">
            <a:extLst>
              <a:ext uri="{FF2B5EF4-FFF2-40B4-BE49-F238E27FC236}">
                <a16:creationId xmlns:a16="http://schemas.microsoft.com/office/drawing/2014/main" id="{CCDCED07-9D70-4E62-99CA-04EB1EB8F122}"/>
              </a:ext>
            </a:extLst>
          </p:cNvPr>
          <p:cNvSpPr/>
          <p:nvPr/>
        </p:nvSpPr>
        <p:spPr>
          <a:xfrm>
            <a:off x="10453966" y="6382309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 err="1"/>
              <a:t>OneData</a:t>
            </a:r>
            <a:endParaRPr kumimoji="1" lang="ja-JP" altLang="en-US" sz="900" dirty="0"/>
          </a:p>
        </p:txBody>
      </p:sp>
      <p:sp>
        <p:nvSpPr>
          <p:cNvPr id="622" name="四角形: 角を丸くする 621">
            <a:extLst>
              <a:ext uri="{FF2B5EF4-FFF2-40B4-BE49-F238E27FC236}">
                <a16:creationId xmlns:a16="http://schemas.microsoft.com/office/drawing/2014/main" id="{6ADA160B-7145-4E2D-B925-A38F69C74BAC}"/>
              </a:ext>
            </a:extLst>
          </p:cNvPr>
          <p:cNvSpPr/>
          <p:nvPr/>
        </p:nvSpPr>
        <p:spPr>
          <a:xfrm>
            <a:off x="11747190" y="3138486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623" name="四角形: 角を丸くする 622">
            <a:extLst>
              <a:ext uri="{FF2B5EF4-FFF2-40B4-BE49-F238E27FC236}">
                <a16:creationId xmlns:a16="http://schemas.microsoft.com/office/drawing/2014/main" id="{0F7B25BF-C60C-470B-93DD-D4AD80B08961}"/>
              </a:ext>
            </a:extLst>
          </p:cNvPr>
          <p:cNvSpPr/>
          <p:nvPr/>
        </p:nvSpPr>
        <p:spPr>
          <a:xfrm>
            <a:off x="11747190" y="5039591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 err="1"/>
              <a:t>OneData</a:t>
            </a:r>
            <a:endParaRPr kumimoji="1" lang="ja-JP" altLang="en-US" sz="900" dirty="0"/>
          </a:p>
        </p:txBody>
      </p:sp>
      <p:sp>
        <p:nvSpPr>
          <p:cNvPr id="625" name="四角形: 角を丸くする 624">
            <a:extLst>
              <a:ext uri="{FF2B5EF4-FFF2-40B4-BE49-F238E27FC236}">
                <a16:creationId xmlns:a16="http://schemas.microsoft.com/office/drawing/2014/main" id="{A16D564B-9387-47F8-A40A-DFDF22A05DB7}"/>
              </a:ext>
            </a:extLst>
          </p:cNvPr>
          <p:cNvSpPr/>
          <p:nvPr/>
        </p:nvSpPr>
        <p:spPr>
          <a:xfrm>
            <a:off x="11201578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7" name="四角形: 角を丸くする 626">
            <a:extLst>
              <a:ext uri="{FF2B5EF4-FFF2-40B4-BE49-F238E27FC236}">
                <a16:creationId xmlns:a16="http://schemas.microsoft.com/office/drawing/2014/main" id="{67F65ADA-1BF1-4BCB-ADD3-83A5DF0216D4}"/>
              </a:ext>
            </a:extLst>
          </p:cNvPr>
          <p:cNvSpPr/>
          <p:nvPr/>
        </p:nvSpPr>
        <p:spPr>
          <a:xfrm>
            <a:off x="11381578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8" name="四角形: 角を丸くする 627">
            <a:extLst>
              <a:ext uri="{FF2B5EF4-FFF2-40B4-BE49-F238E27FC236}">
                <a16:creationId xmlns:a16="http://schemas.microsoft.com/office/drawing/2014/main" id="{52A95869-89C8-4686-9DA0-D5C2A1887990}"/>
              </a:ext>
            </a:extLst>
          </p:cNvPr>
          <p:cNvSpPr/>
          <p:nvPr/>
        </p:nvSpPr>
        <p:spPr>
          <a:xfrm>
            <a:off x="11561578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1" name="四角形: 角を丸くする 630">
            <a:extLst>
              <a:ext uri="{FF2B5EF4-FFF2-40B4-BE49-F238E27FC236}">
                <a16:creationId xmlns:a16="http://schemas.microsoft.com/office/drawing/2014/main" id="{BBA95E80-1A80-447A-8C80-ABCD8D61E1FA}"/>
              </a:ext>
            </a:extLst>
          </p:cNvPr>
          <p:cNvSpPr/>
          <p:nvPr/>
        </p:nvSpPr>
        <p:spPr>
          <a:xfrm>
            <a:off x="9907282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2" name="四角形: 角を丸くする 631">
            <a:extLst>
              <a:ext uri="{FF2B5EF4-FFF2-40B4-BE49-F238E27FC236}">
                <a16:creationId xmlns:a16="http://schemas.microsoft.com/office/drawing/2014/main" id="{9CFA1EC5-CF2E-4227-BE10-57951DD01D19}"/>
              </a:ext>
            </a:extLst>
          </p:cNvPr>
          <p:cNvSpPr/>
          <p:nvPr/>
        </p:nvSpPr>
        <p:spPr>
          <a:xfrm>
            <a:off x="10087282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6" name="四角形: 角を丸くする 635">
            <a:extLst>
              <a:ext uri="{FF2B5EF4-FFF2-40B4-BE49-F238E27FC236}">
                <a16:creationId xmlns:a16="http://schemas.microsoft.com/office/drawing/2014/main" id="{8389E373-A41B-440C-A31F-C7A7EF44A3EB}"/>
              </a:ext>
            </a:extLst>
          </p:cNvPr>
          <p:cNvSpPr/>
          <p:nvPr/>
        </p:nvSpPr>
        <p:spPr>
          <a:xfrm>
            <a:off x="10268642" y="610246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7" name="四角形: 角を丸くする 636">
            <a:extLst>
              <a:ext uri="{FF2B5EF4-FFF2-40B4-BE49-F238E27FC236}">
                <a16:creationId xmlns:a16="http://schemas.microsoft.com/office/drawing/2014/main" id="{80B05C02-DB22-414C-B013-C253EC42F1DC}"/>
              </a:ext>
            </a:extLst>
          </p:cNvPr>
          <p:cNvSpPr/>
          <p:nvPr/>
        </p:nvSpPr>
        <p:spPr>
          <a:xfrm>
            <a:off x="11201578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8" name="四角形: 角を丸くする 637">
            <a:extLst>
              <a:ext uri="{FF2B5EF4-FFF2-40B4-BE49-F238E27FC236}">
                <a16:creationId xmlns:a16="http://schemas.microsoft.com/office/drawing/2014/main" id="{06784001-9508-479B-B580-91CAA314DD0C}"/>
              </a:ext>
            </a:extLst>
          </p:cNvPr>
          <p:cNvSpPr/>
          <p:nvPr/>
        </p:nvSpPr>
        <p:spPr>
          <a:xfrm>
            <a:off x="11381578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9" name="四角形: 角を丸くする 648">
            <a:extLst>
              <a:ext uri="{FF2B5EF4-FFF2-40B4-BE49-F238E27FC236}">
                <a16:creationId xmlns:a16="http://schemas.microsoft.com/office/drawing/2014/main" id="{F0BBED71-4957-4B1A-9317-11755D6AC239}"/>
              </a:ext>
            </a:extLst>
          </p:cNvPr>
          <p:cNvSpPr/>
          <p:nvPr/>
        </p:nvSpPr>
        <p:spPr>
          <a:xfrm>
            <a:off x="11561578" y="542863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1" name="四角形: 角を丸くする 650">
            <a:extLst>
              <a:ext uri="{FF2B5EF4-FFF2-40B4-BE49-F238E27FC236}">
                <a16:creationId xmlns:a16="http://schemas.microsoft.com/office/drawing/2014/main" id="{5517752C-1C13-4913-A495-CA29E54A8601}"/>
              </a:ext>
            </a:extLst>
          </p:cNvPr>
          <p:cNvSpPr/>
          <p:nvPr/>
        </p:nvSpPr>
        <p:spPr>
          <a:xfrm>
            <a:off x="11201578" y="281105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2" name="四角形: 角を丸くする 651">
            <a:extLst>
              <a:ext uri="{FF2B5EF4-FFF2-40B4-BE49-F238E27FC236}">
                <a16:creationId xmlns:a16="http://schemas.microsoft.com/office/drawing/2014/main" id="{58B8E71D-0DC5-4886-9A15-7EEACBB25D66}"/>
              </a:ext>
            </a:extLst>
          </p:cNvPr>
          <p:cNvSpPr/>
          <p:nvPr/>
        </p:nvSpPr>
        <p:spPr>
          <a:xfrm>
            <a:off x="11381578" y="281105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3" name="四角形: 角を丸くする 652">
            <a:extLst>
              <a:ext uri="{FF2B5EF4-FFF2-40B4-BE49-F238E27FC236}">
                <a16:creationId xmlns:a16="http://schemas.microsoft.com/office/drawing/2014/main" id="{AE683BEB-A8CB-4686-BE1F-E1CE39B192E7}"/>
              </a:ext>
            </a:extLst>
          </p:cNvPr>
          <p:cNvSpPr/>
          <p:nvPr/>
        </p:nvSpPr>
        <p:spPr>
          <a:xfrm>
            <a:off x="11561578" y="281105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4" name="四角形: 角を丸くする 653">
            <a:extLst>
              <a:ext uri="{FF2B5EF4-FFF2-40B4-BE49-F238E27FC236}">
                <a16:creationId xmlns:a16="http://schemas.microsoft.com/office/drawing/2014/main" id="{927D1645-2DE8-425E-8F87-8EDEA2D696E8}"/>
              </a:ext>
            </a:extLst>
          </p:cNvPr>
          <p:cNvSpPr/>
          <p:nvPr/>
        </p:nvSpPr>
        <p:spPr>
          <a:xfrm>
            <a:off x="11741578" y="281105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5" name="四角形: 角を丸くする 654">
            <a:extLst>
              <a:ext uri="{FF2B5EF4-FFF2-40B4-BE49-F238E27FC236}">
                <a16:creationId xmlns:a16="http://schemas.microsoft.com/office/drawing/2014/main" id="{C2042C2D-7B0C-415C-8382-A6C71ACD08B8}"/>
              </a:ext>
            </a:extLst>
          </p:cNvPr>
          <p:cNvSpPr/>
          <p:nvPr/>
        </p:nvSpPr>
        <p:spPr>
          <a:xfrm>
            <a:off x="11921578" y="281105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60" name="四角形: 角を丸くする 659">
            <a:extLst>
              <a:ext uri="{FF2B5EF4-FFF2-40B4-BE49-F238E27FC236}">
                <a16:creationId xmlns:a16="http://schemas.microsoft.com/office/drawing/2014/main" id="{1B22712B-5D2F-4017-94C2-CD7F73A5CF2C}"/>
              </a:ext>
            </a:extLst>
          </p:cNvPr>
          <p:cNvSpPr/>
          <p:nvPr/>
        </p:nvSpPr>
        <p:spPr>
          <a:xfrm>
            <a:off x="11741578" y="609164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61" name="四角形: 角を丸くする 660">
            <a:extLst>
              <a:ext uri="{FF2B5EF4-FFF2-40B4-BE49-F238E27FC236}">
                <a16:creationId xmlns:a16="http://schemas.microsoft.com/office/drawing/2014/main" id="{AC3D181D-3E50-41F5-AE1D-5DDD92503A79}"/>
              </a:ext>
            </a:extLst>
          </p:cNvPr>
          <p:cNvSpPr/>
          <p:nvPr/>
        </p:nvSpPr>
        <p:spPr>
          <a:xfrm>
            <a:off x="11921578" y="609164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62" name="四角形: 角を丸くする 661">
            <a:extLst>
              <a:ext uri="{FF2B5EF4-FFF2-40B4-BE49-F238E27FC236}">
                <a16:creationId xmlns:a16="http://schemas.microsoft.com/office/drawing/2014/main" id="{A56F492A-1A86-4F2C-B68A-073A69A82BBA}"/>
              </a:ext>
            </a:extLst>
          </p:cNvPr>
          <p:cNvSpPr/>
          <p:nvPr/>
        </p:nvSpPr>
        <p:spPr>
          <a:xfrm>
            <a:off x="12101578" y="609164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63" name="四角形: 角を丸くする 662">
            <a:extLst>
              <a:ext uri="{FF2B5EF4-FFF2-40B4-BE49-F238E27FC236}">
                <a16:creationId xmlns:a16="http://schemas.microsoft.com/office/drawing/2014/main" id="{A1321D58-894A-483D-A387-3D45D26F95EB}"/>
              </a:ext>
            </a:extLst>
          </p:cNvPr>
          <p:cNvSpPr/>
          <p:nvPr/>
        </p:nvSpPr>
        <p:spPr>
          <a:xfrm>
            <a:off x="3647145" y="3812426"/>
            <a:ext cx="567615" cy="143968"/>
          </a:xfrm>
          <a:prstGeom prst="roundRect">
            <a:avLst/>
          </a:prstGeom>
          <a:solidFill>
            <a:srgbClr val="6DA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 dirty="0"/>
              <a:t>外部</a:t>
            </a:r>
          </a:p>
        </p:txBody>
      </p:sp>
      <p:sp>
        <p:nvSpPr>
          <p:cNvPr id="531" name="四角形: 角を丸くする 530">
            <a:extLst>
              <a:ext uri="{FF2B5EF4-FFF2-40B4-BE49-F238E27FC236}">
                <a16:creationId xmlns:a16="http://schemas.microsoft.com/office/drawing/2014/main" id="{74DC5415-7D08-4195-A112-86ACFA9E8F52}"/>
              </a:ext>
            </a:extLst>
          </p:cNvPr>
          <p:cNvSpPr/>
          <p:nvPr/>
        </p:nvSpPr>
        <p:spPr>
          <a:xfrm>
            <a:off x="8646375" y="3419327"/>
            <a:ext cx="291277" cy="143968"/>
          </a:xfrm>
          <a:prstGeom prst="roundRect">
            <a:avLst/>
          </a:prstGeom>
          <a:solidFill>
            <a:srgbClr val="6DA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 dirty="0"/>
              <a:t>外部</a:t>
            </a:r>
          </a:p>
        </p:txBody>
      </p:sp>
      <p:sp>
        <p:nvSpPr>
          <p:cNvPr id="533" name="四角形: 角を丸くする 532">
            <a:extLst>
              <a:ext uri="{FF2B5EF4-FFF2-40B4-BE49-F238E27FC236}">
                <a16:creationId xmlns:a16="http://schemas.microsoft.com/office/drawing/2014/main" id="{0A75824D-BD29-4F73-AB22-5A7A92BA788D}"/>
              </a:ext>
            </a:extLst>
          </p:cNvPr>
          <p:cNvSpPr/>
          <p:nvPr/>
        </p:nvSpPr>
        <p:spPr>
          <a:xfrm>
            <a:off x="8937362" y="4584938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 err="1"/>
              <a:t>OneData</a:t>
            </a:r>
            <a:endParaRPr kumimoji="1" lang="ja-JP" altLang="en-US" sz="900" dirty="0"/>
          </a:p>
        </p:txBody>
      </p:sp>
      <p:sp>
        <p:nvSpPr>
          <p:cNvPr id="535" name="四角形: 角を丸くする 534">
            <a:extLst>
              <a:ext uri="{FF2B5EF4-FFF2-40B4-BE49-F238E27FC236}">
                <a16:creationId xmlns:a16="http://schemas.microsoft.com/office/drawing/2014/main" id="{A4E87731-5C53-4F1E-B23B-C77E370E6E2E}"/>
              </a:ext>
            </a:extLst>
          </p:cNvPr>
          <p:cNvSpPr/>
          <p:nvPr/>
        </p:nvSpPr>
        <p:spPr>
          <a:xfrm>
            <a:off x="5028045" y="4584938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39" name="四角形: 角を丸くする 538">
            <a:extLst>
              <a:ext uri="{FF2B5EF4-FFF2-40B4-BE49-F238E27FC236}">
                <a16:creationId xmlns:a16="http://schemas.microsoft.com/office/drawing/2014/main" id="{E2B5E472-FD9A-446B-98FA-E1AB6095A042}"/>
              </a:ext>
            </a:extLst>
          </p:cNvPr>
          <p:cNvSpPr/>
          <p:nvPr/>
        </p:nvSpPr>
        <p:spPr>
          <a:xfrm>
            <a:off x="7619054" y="4584938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84" name="四角形: 角を丸くする 583">
            <a:extLst>
              <a:ext uri="{FF2B5EF4-FFF2-40B4-BE49-F238E27FC236}">
                <a16:creationId xmlns:a16="http://schemas.microsoft.com/office/drawing/2014/main" id="{9C852BA3-B6A5-4457-A326-48972B8DB9F5}"/>
              </a:ext>
            </a:extLst>
          </p:cNvPr>
          <p:cNvSpPr/>
          <p:nvPr/>
        </p:nvSpPr>
        <p:spPr>
          <a:xfrm>
            <a:off x="6299549" y="4584938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633" name="四角形: 角を丸くする 632">
            <a:extLst>
              <a:ext uri="{FF2B5EF4-FFF2-40B4-BE49-F238E27FC236}">
                <a16:creationId xmlns:a16="http://schemas.microsoft.com/office/drawing/2014/main" id="{DBF66870-19DA-432C-B756-513075BAAE23}"/>
              </a:ext>
            </a:extLst>
          </p:cNvPr>
          <p:cNvSpPr/>
          <p:nvPr/>
        </p:nvSpPr>
        <p:spPr>
          <a:xfrm>
            <a:off x="1780644" y="9237396"/>
            <a:ext cx="426458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634" name="四角形: 角を丸くする 633">
            <a:extLst>
              <a:ext uri="{FF2B5EF4-FFF2-40B4-BE49-F238E27FC236}">
                <a16:creationId xmlns:a16="http://schemas.microsoft.com/office/drawing/2014/main" id="{BD607630-94A2-4C65-BE79-AE16A0FD2688}"/>
              </a:ext>
            </a:extLst>
          </p:cNvPr>
          <p:cNvSpPr/>
          <p:nvPr/>
        </p:nvSpPr>
        <p:spPr>
          <a:xfrm>
            <a:off x="1780644" y="8741965"/>
            <a:ext cx="426458" cy="143968"/>
          </a:xfrm>
          <a:prstGeom prst="roundRect">
            <a:avLst/>
          </a:prstGeom>
          <a:solidFill>
            <a:srgbClr val="6DA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 dirty="0"/>
              <a:t>外部</a:t>
            </a:r>
          </a:p>
        </p:txBody>
      </p:sp>
      <p:sp>
        <p:nvSpPr>
          <p:cNvPr id="656" name="四角形: 角を丸くする 655">
            <a:extLst>
              <a:ext uri="{FF2B5EF4-FFF2-40B4-BE49-F238E27FC236}">
                <a16:creationId xmlns:a16="http://schemas.microsoft.com/office/drawing/2014/main" id="{DBC77533-F17A-4DB0-90FA-DFBFA81321E4}"/>
              </a:ext>
            </a:extLst>
          </p:cNvPr>
          <p:cNvSpPr/>
          <p:nvPr/>
        </p:nvSpPr>
        <p:spPr>
          <a:xfrm>
            <a:off x="3641672" y="8000897"/>
            <a:ext cx="567615" cy="143968"/>
          </a:xfrm>
          <a:prstGeom prst="roundRect">
            <a:avLst/>
          </a:prstGeom>
          <a:solidFill>
            <a:srgbClr val="6DA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 dirty="0"/>
              <a:t>外部</a:t>
            </a:r>
          </a:p>
        </p:txBody>
      </p:sp>
      <p:sp>
        <p:nvSpPr>
          <p:cNvPr id="657" name="四角形: 角を丸くする 656">
            <a:extLst>
              <a:ext uri="{FF2B5EF4-FFF2-40B4-BE49-F238E27FC236}">
                <a16:creationId xmlns:a16="http://schemas.microsoft.com/office/drawing/2014/main" id="{F8FF74C0-367A-4560-91E6-CCE2C35EBD35}"/>
              </a:ext>
            </a:extLst>
          </p:cNvPr>
          <p:cNvSpPr/>
          <p:nvPr/>
        </p:nvSpPr>
        <p:spPr>
          <a:xfrm>
            <a:off x="3647145" y="6504604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658" name="四角形: 角を丸くする 657">
            <a:extLst>
              <a:ext uri="{FF2B5EF4-FFF2-40B4-BE49-F238E27FC236}">
                <a16:creationId xmlns:a16="http://schemas.microsoft.com/office/drawing/2014/main" id="{0D5D7DEB-EB82-4AE6-B159-33E0D4FB92BD}"/>
              </a:ext>
            </a:extLst>
          </p:cNvPr>
          <p:cNvSpPr/>
          <p:nvPr/>
        </p:nvSpPr>
        <p:spPr>
          <a:xfrm>
            <a:off x="6299549" y="6504604"/>
            <a:ext cx="567615" cy="143968"/>
          </a:xfrm>
          <a:prstGeom prst="roundRect">
            <a:avLst/>
          </a:prstGeom>
          <a:solidFill>
            <a:srgbClr val="6DA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900" dirty="0"/>
              <a:t>外部</a:t>
            </a:r>
          </a:p>
        </p:txBody>
      </p:sp>
      <p:sp>
        <p:nvSpPr>
          <p:cNvPr id="664" name="四角形: 角を丸くする 663">
            <a:extLst>
              <a:ext uri="{FF2B5EF4-FFF2-40B4-BE49-F238E27FC236}">
                <a16:creationId xmlns:a16="http://schemas.microsoft.com/office/drawing/2014/main" id="{EA0F8AD7-9EA0-4B34-A903-9000F6ED6609}"/>
              </a:ext>
            </a:extLst>
          </p:cNvPr>
          <p:cNvSpPr/>
          <p:nvPr/>
        </p:nvSpPr>
        <p:spPr>
          <a:xfrm>
            <a:off x="3647145" y="3057461"/>
            <a:ext cx="567615" cy="143968"/>
          </a:xfrm>
          <a:prstGeom prst="roundRect">
            <a:avLst/>
          </a:prstGeom>
          <a:solidFill>
            <a:srgbClr val="A7CF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/>
              <a:t>D365</a:t>
            </a:r>
            <a:endParaRPr kumimoji="1" lang="ja-JP" altLang="en-US" sz="900" dirty="0"/>
          </a:p>
        </p:txBody>
      </p:sp>
      <p:sp>
        <p:nvSpPr>
          <p:cNvPr id="567" name="四角形: 角を丸くする 566">
            <a:extLst>
              <a:ext uri="{FF2B5EF4-FFF2-40B4-BE49-F238E27FC236}">
                <a16:creationId xmlns:a16="http://schemas.microsoft.com/office/drawing/2014/main" id="{A46433F2-91AA-44C2-9380-18B0E1376081}"/>
              </a:ext>
            </a:extLst>
          </p:cNvPr>
          <p:cNvSpPr/>
          <p:nvPr/>
        </p:nvSpPr>
        <p:spPr>
          <a:xfrm>
            <a:off x="485775" y="624600"/>
            <a:ext cx="10163026" cy="504000"/>
          </a:xfrm>
          <a:prstGeom prst="roundRect">
            <a:avLst>
              <a:gd name="adj" fmla="val 11365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プロセスは、原則方針として極力シンプル化を志向　</a:t>
            </a:r>
            <a:r>
              <a:rPr kumimoji="1" lang="en-US" altLang="ja-JP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グレー字は基幹刷新プロジェクトの範囲外</a:t>
            </a:r>
            <a:r>
              <a:rPr kumimoji="1" lang="en-US" altLang="ja-JP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    は変革要件を表し、　の密度が大きいプロセスは複数の改革を推進</a:t>
            </a:r>
            <a:endParaRPr kumimoji="1" lang="en-US" altLang="ja-JP" sz="14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68" name="楕円 667">
            <a:extLst>
              <a:ext uri="{FF2B5EF4-FFF2-40B4-BE49-F238E27FC236}">
                <a16:creationId xmlns:a16="http://schemas.microsoft.com/office/drawing/2014/main" id="{D751E67E-F3BB-46B3-9F6B-D2522551FAFF}"/>
              </a:ext>
            </a:extLst>
          </p:cNvPr>
          <p:cNvSpPr/>
          <p:nvPr/>
        </p:nvSpPr>
        <p:spPr>
          <a:xfrm>
            <a:off x="754320" y="912600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69" name="楕円 668">
            <a:extLst>
              <a:ext uri="{FF2B5EF4-FFF2-40B4-BE49-F238E27FC236}">
                <a16:creationId xmlns:a16="http://schemas.microsoft.com/office/drawing/2014/main" id="{4E7592DD-D157-407E-B5F1-3E6FA523777A}"/>
              </a:ext>
            </a:extLst>
          </p:cNvPr>
          <p:cNvSpPr/>
          <p:nvPr/>
        </p:nvSpPr>
        <p:spPr>
          <a:xfrm>
            <a:off x="2548800" y="912600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70" name="正方形/長方形 669">
            <a:extLst>
              <a:ext uri="{FF2B5EF4-FFF2-40B4-BE49-F238E27FC236}">
                <a16:creationId xmlns:a16="http://schemas.microsoft.com/office/drawing/2014/main" id="{2D50B8F0-1E4B-4CF7-82BA-2AB310D11C01}"/>
              </a:ext>
            </a:extLst>
          </p:cNvPr>
          <p:cNvSpPr/>
          <p:nvPr/>
        </p:nvSpPr>
        <p:spPr>
          <a:xfrm>
            <a:off x="8741936" y="48600"/>
            <a:ext cx="1675636" cy="492285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800" b="1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システム</a:t>
            </a:r>
            <a:endParaRPr kumimoji="1" lang="en-US" altLang="ja-JP" sz="1800" b="1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800" b="1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マッピング</a:t>
            </a:r>
            <a:endParaRPr kumimoji="1" lang="ja-JP" altLang="en-US" sz="12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1566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正方形/長方形 484">
            <a:extLst>
              <a:ext uri="{FF2B5EF4-FFF2-40B4-BE49-F238E27FC236}">
                <a16:creationId xmlns:a16="http://schemas.microsoft.com/office/drawing/2014/main" id="{FB55D401-76D1-4F18-9BF4-656D8D52B1B9}"/>
              </a:ext>
            </a:extLst>
          </p:cNvPr>
          <p:cNvSpPr/>
          <p:nvPr/>
        </p:nvSpPr>
        <p:spPr>
          <a:xfrm>
            <a:off x="9744701" y="6959618"/>
            <a:ext cx="2638771" cy="2592982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76" name="正方形/長方形 475">
            <a:extLst>
              <a:ext uri="{FF2B5EF4-FFF2-40B4-BE49-F238E27FC236}">
                <a16:creationId xmlns:a16="http://schemas.microsoft.com/office/drawing/2014/main" id="{69638EF8-3618-47F7-ABDA-7116F71F55D6}"/>
              </a:ext>
            </a:extLst>
          </p:cNvPr>
          <p:cNvSpPr/>
          <p:nvPr/>
        </p:nvSpPr>
        <p:spPr>
          <a:xfrm>
            <a:off x="2978043" y="6941806"/>
            <a:ext cx="6580771" cy="1313955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5" name="正方形/長方形 454">
            <a:extLst>
              <a:ext uri="{FF2B5EF4-FFF2-40B4-BE49-F238E27FC236}">
                <a16:creationId xmlns:a16="http://schemas.microsoft.com/office/drawing/2014/main" id="{A94B9980-DF48-475D-A6F3-91C8DE7C4387}"/>
              </a:ext>
            </a:extLst>
          </p:cNvPr>
          <p:cNvSpPr/>
          <p:nvPr/>
        </p:nvSpPr>
        <p:spPr>
          <a:xfrm>
            <a:off x="2978287" y="4192515"/>
            <a:ext cx="6580771" cy="887850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4" name="正方形/長方形 413">
            <a:extLst>
              <a:ext uri="{FF2B5EF4-FFF2-40B4-BE49-F238E27FC236}">
                <a16:creationId xmlns:a16="http://schemas.microsoft.com/office/drawing/2014/main" id="{BF5C6DB8-8249-44D3-8EBD-D97B40B7B575}"/>
              </a:ext>
            </a:extLst>
          </p:cNvPr>
          <p:cNvSpPr/>
          <p:nvPr/>
        </p:nvSpPr>
        <p:spPr>
          <a:xfrm>
            <a:off x="2978561" y="1350352"/>
            <a:ext cx="6580771" cy="1000753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0" name="正方形/長方形 409">
            <a:extLst>
              <a:ext uri="{FF2B5EF4-FFF2-40B4-BE49-F238E27FC236}">
                <a16:creationId xmlns:a16="http://schemas.microsoft.com/office/drawing/2014/main" id="{7708F5A8-D6B2-403C-A9B9-03CF4D21F7DA}"/>
              </a:ext>
            </a:extLst>
          </p:cNvPr>
          <p:cNvSpPr/>
          <p:nvPr/>
        </p:nvSpPr>
        <p:spPr>
          <a:xfrm>
            <a:off x="9748649" y="1343638"/>
            <a:ext cx="2630874" cy="5327947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08" name="正方形/長方形 407">
            <a:extLst>
              <a:ext uri="{FF2B5EF4-FFF2-40B4-BE49-F238E27FC236}">
                <a16:creationId xmlns:a16="http://schemas.microsoft.com/office/drawing/2014/main" id="{3794B18E-FD8F-4602-A795-C5727CEBB33C}"/>
              </a:ext>
            </a:extLst>
          </p:cNvPr>
          <p:cNvSpPr/>
          <p:nvPr/>
        </p:nvSpPr>
        <p:spPr>
          <a:xfrm>
            <a:off x="2978287" y="2636457"/>
            <a:ext cx="6580771" cy="1298824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61" name="正方形/長方形 360">
            <a:extLst>
              <a:ext uri="{FF2B5EF4-FFF2-40B4-BE49-F238E27FC236}">
                <a16:creationId xmlns:a16="http://schemas.microsoft.com/office/drawing/2014/main" id="{D99CC8B1-D9C1-4E79-95B6-6C60A79996B3}"/>
              </a:ext>
            </a:extLst>
          </p:cNvPr>
          <p:cNvSpPr/>
          <p:nvPr/>
        </p:nvSpPr>
        <p:spPr>
          <a:xfrm>
            <a:off x="424136" y="2949746"/>
            <a:ext cx="2304000" cy="6602853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622C50E-91BA-465E-86A1-FD1A992CBEDD}"/>
              </a:ext>
            </a:extLst>
          </p:cNvPr>
          <p:cNvSpPr/>
          <p:nvPr/>
        </p:nvSpPr>
        <p:spPr>
          <a:xfrm>
            <a:off x="424136" y="1322369"/>
            <a:ext cx="2304000" cy="1236417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5E318B0-6DCD-4311-AC09-E0D652C0EAEB}"/>
              </a:ext>
            </a:extLst>
          </p:cNvPr>
          <p:cNvSpPr/>
          <p:nvPr/>
        </p:nvSpPr>
        <p:spPr>
          <a:xfrm>
            <a:off x="911074" y="1555491"/>
            <a:ext cx="1117175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マーケティング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78EE78C4-D73B-4DAB-9C1E-D9B47CBD0D16}"/>
              </a:ext>
            </a:extLst>
          </p:cNvPr>
          <p:cNvSpPr/>
          <p:nvPr/>
        </p:nvSpPr>
        <p:spPr>
          <a:xfrm>
            <a:off x="911074" y="2086928"/>
            <a:ext cx="1117175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マーケティング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活動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A80E418-23F1-42DC-81ED-54B3A84FD98B}"/>
              </a:ext>
            </a:extLst>
          </p:cNvPr>
          <p:cNvSpPr/>
          <p:nvPr/>
        </p:nvSpPr>
        <p:spPr>
          <a:xfrm>
            <a:off x="496144" y="1198977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マーケティング</a:t>
            </a:r>
          </a:p>
        </p:txBody>
      </p:sp>
      <p:sp>
        <p:nvSpPr>
          <p:cNvPr id="255" name="正方形/長方形 254">
            <a:extLst>
              <a:ext uri="{FF2B5EF4-FFF2-40B4-BE49-F238E27FC236}">
                <a16:creationId xmlns:a16="http://schemas.microsoft.com/office/drawing/2014/main" id="{9B8B5346-137B-4EC9-BA60-2DDF93C1247D}"/>
              </a:ext>
            </a:extLst>
          </p:cNvPr>
          <p:cNvSpPr/>
          <p:nvPr/>
        </p:nvSpPr>
        <p:spPr>
          <a:xfrm>
            <a:off x="2193775" y="4182497"/>
            <a:ext cx="353336" cy="17690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納期確認</a:t>
            </a: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43036-3349-41ED-945C-5988C3CB58B0}"/>
              </a:ext>
            </a:extLst>
          </p:cNvPr>
          <p:cNvSpPr/>
          <p:nvPr/>
        </p:nvSpPr>
        <p:spPr>
          <a:xfrm>
            <a:off x="2193775" y="6095522"/>
            <a:ext cx="353336" cy="12961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検収取得</a:t>
            </a:r>
          </a:p>
        </p:txBody>
      </p:sp>
      <p:sp>
        <p:nvSpPr>
          <p:cNvPr id="270" name="正方形/長方形 269">
            <a:extLst>
              <a:ext uri="{FF2B5EF4-FFF2-40B4-BE49-F238E27FC236}">
                <a16:creationId xmlns:a16="http://schemas.microsoft.com/office/drawing/2014/main" id="{7914E20C-8775-43EA-AB92-9A5EECE3289C}"/>
              </a:ext>
            </a:extLst>
          </p:cNvPr>
          <p:cNvSpPr/>
          <p:nvPr/>
        </p:nvSpPr>
        <p:spPr>
          <a:xfrm>
            <a:off x="3093311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</a:p>
        </p:txBody>
      </p:sp>
      <p:sp>
        <p:nvSpPr>
          <p:cNvPr id="271" name="正方形/長方形 270">
            <a:extLst>
              <a:ext uri="{FF2B5EF4-FFF2-40B4-BE49-F238E27FC236}">
                <a16:creationId xmlns:a16="http://schemas.microsoft.com/office/drawing/2014/main" id="{6775AFC5-4561-4BFF-AB8D-25705F91ED96}"/>
              </a:ext>
            </a:extLst>
          </p:cNvPr>
          <p:cNvSpPr/>
          <p:nvPr/>
        </p:nvSpPr>
        <p:spPr>
          <a:xfrm>
            <a:off x="4391064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検討</a:t>
            </a:r>
          </a:p>
        </p:txBody>
      </p:sp>
      <p:sp>
        <p:nvSpPr>
          <p:cNvPr id="272" name="正方形/長方形 271">
            <a:extLst>
              <a:ext uri="{FF2B5EF4-FFF2-40B4-BE49-F238E27FC236}">
                <a16:creationId xmlns:a16="http://schemas.microsoft.com/office/drawing/2014/main" id="{A3409514-589A-43BF-9895-6DE27C4B5F6C}"/>
              </a:ext>
            </a:extLst>
          </p:cNvPr>
          <p:cNvSpPr/>
          <p:nvPr/>
        </p:nvSpPr>
        <p:spPr>
          <a:xfrm>
            <a:off x="5688817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提案→提供</a:t>
            </a:r>
          </a:p>
        </p:txBody>
      </p: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C8B91C6C-2888-4EBF-BFE1-2B53694E5B75}"/>
              </a:ext>
            </a:extLst>
          </p:cNvPr>
          <p:cNvSpPr/>
          <p:nvPr/>
        </p:nvSpPr>
        <p:spPr>
          <a:xfrm>
            <a:off x="4391064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料金計算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サービス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8E01FFCE-7328-47C9-B02E-1EBA26992F6F}"/>
              </a:ext>
            </a:extLst>
          </p:cNvPr>
          <p:cNvSpPr/>
          <p:nvPr/>
        </p:nvSpPr>
        <p:spPr>
          <a:xfrm>
            <a:off x="6986570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品質管理</a:t>
            </a: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22AEF766-2477-4A7D-8EE6-6EDE42DD54CC}"/>
              </a:ext>
            </a:extLst>
          </p:cNvPr>
          <p:cNvSpPr/>
          <p:nvPr/>
        </p:nvSpPr>
        <p:spPr>
          <a:xfrm>
            <a:off x="5688817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案件管理</a:t>
            </a: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AA720D15-ACCA-48C4-BBA3-A49FC85A0158}"/>
              </a:ext>
            </a:extLst>
          </p:cNvPr>
          <p:cNvSpPr/>
          <p:nvPr/>
        </p:nvSpPr>
        <p:spPr>
          <a:xfrm>
            <a:off x="6986570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アサイン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計画策定</a:t>
            </a: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6AD8AEBB-A6CE-4FC4-9EEB-7247437DAE34}"/>
              </a:ext>
            </a:extLst>
          </p:cNvPr>
          <p:cNvSpPr/>
          <p:nvPr/>
        </p:nvSpPr>
        <p:spPr>
          <a:xfrm>
            <a:off x="3093311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業務委託料計算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サービス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1C3EBBC6-830E-4CAC-BA82-F8CAAA214A89}"/>
              </a:ext>
            </a:extLst>
          </p:cNvPr>
          <p:cNvSpPr/>
          <p:nvPr/>
        </p:nvSpPr>
        <p:spPr>
          <a:xfrm>
            <a:off x="8284324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スキル情報管理</a:t>
            </a:r>
          </a:p>
        </p:txBody>
      </p:sp>
      <p:sp>
        <p:nvSpPr>
          <p:cNvPr id="293" name="正方形/長方形 292">
            <a:extLst>
              <a:ext uri="{FF2B5EF4-FFF2-40B4-BE49-F238E27FC236}">
                <a16:creationId xmlns:a16="http://schemas.microsoft.com/office/drawing/2014/main" id="{7E292C32-B7A9-4627-A618-50331EF7E4B8}"/>
              </a:ext>
            </a:extLst>
          </p:cNvPr>
          <p:cNvSpPr/>
          <p:nvPr/>
        </p:nvSpPr>
        <p:spPr>
          <a:xfrm>
            <a:off x="3097437" y="283524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物流計画策定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4" name="正方形/長方形 293">
            <a:extLst>
              <a:ext uri="{FF2B5EF4-FFF2-40B4-BE49-F238E27FC236}">
                <a16:creationId xmlns:a16="http://schemas.microsoft.com/office/drawing/2014/main" id="{6C4616A4-045D-4D9C-BBD4-AA9E181AE19B}"/>
              </a:ext>
            </a:extLst>
          </p:cNvPr>
          <p:cNvSpPr/>
          <p:nvPr/>
        </p:nvSpPr>
        <p:spPr>
          <a:xfrm>
            <a:off x="4395190" y="3583977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物流作業実績管理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5" name="正方形/長方形 294">
            <a:extLst>
              <a:ext uri="{FF2B5EF4-FFF2-40B4-BE49-F238E27FC236}">
                <a16:creationId xmlns:a16="http://schemas.microsoft.com/office/drawing/2014/main" id="{7B6FAB41-F459-4B8A-A291-E41339AE9519}"/>
              </a:ext>
            </a:extLst>
          </p:cNvPr>
          <p:cNvSpPr/>
          <p:nvPr/>
        </p:nvSpPr>
        <p:spPr>
          <a:xfrm>
            <a:off x="4395190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在庫受払</a:t>
            </a:r>
          </a:p>
        </p:txBody>
      </p:sp>
      <p:sp>
        <p:nvSpPr>
          <p:cNvPr id="296" name="正方形/長方形 295">
            <a:extLst>
              <a:ext uri="{FF2B5EF4-FFF2-40B4-BE49-F238E27FC236}">
                <a16:creationId xmlns:a16="http://schemas.microsoft.com/office/drawing/2014/main" id="{1D1E8474-571D-4BAB-85F3-4A26BB53F210}"/>
              </a:ext>
            </a:extLst>
          </p:cNvPr>
          <p:cNvSpPr/>
          <p:nvPr/>
        </p:nvSpPr>
        <p:spPr>
          <a:xfrm>
            <a:off x="3097437" y="3583977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自社品納期確認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7" name="正方形/長方形 296">
            <a:extLst>
              <a:ext uri="{FF2B5EF4-FFF2-40B4-BE49-F238E27FC236}">
                <a16:creationId xmlns:a16="http://schemas.microsoft.com/office/drawing/2014/main" id="{7CAC2172-5411-452B-AD4A-4A641D01FF59}"/>
              </a:ext>
            </a:extLst>
          </p:cNvPr>
          <p:cNvSpPr/>
          <p:nvPr/>
        </p:nvSpPr>
        <p:spPr>
          <a:xfrm>
            <a:off x="3097437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在庫引当</a:t>
            </a:r>
          </a:p>
        </p:txBody>
      </p:sp>
      <p:sp>
        <p:nvSpPr>
          <p:cNvPr id="298" name="正方形/長方形 297">
            <a:extLst>
              <a:ext uri="{FF2B5EF4-FFF2-40B4-BE49-F238E27FC236}">
                <a16:creationId xmlns:a16="http://schemas.microsoft.com/office/drawing/2014/main" id="{4F019EBC-BE8B-4DEF-9797-EEA18585FF8D}"/>
              </a:ext>
            </a:extLst>
          </p:cNvPr>
          <p:cNvSpPr/>
          <p:nvPr/>
        </p:nvSpPr>
        <p:spPr>
          <a:xfrm>
            <a:off x="5692943" y="2835245"/>
            <a:ext cx="1117175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需要・供給計画管理</a:t>
            </a:r>
          </a:p>
        </p:txBody>
      </p:sp>
      <p:sp>
        <p:nvSpPr>
          <p:cNvPr id="299" name="正方形/長方形 298">
            <a:extLst>
              <a:ext uri="{FF2B5EF4-FFF2-40B4-BE49-F238E27FC236}">
                <a16:creationId xmlns:a16="http://schemas.microsoft.com/office/drawing/2014/main" id="{5F3017E7-C6F5-4CE8-B5FB-D3983029FD1D}"/>
              </a:ext>
            </a:extLst>
          </p:cNvPr>
          <p:cNvSpPr/>
          <p:nvPr/>
        </p:nvSpPr>
        <p:spPr>
          <a:xfrm>
            <a:off x="5692943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棚卸</a:t>
            </a:r>
          </a:p>
        </p:txBody>
      </p:sp>
      <p:sp>
        <p:nvSpPr>
          <p:cNvPr id="300" name="正方形/長方形 299">
            <a:extLst>
              <a:ext uri="{FF2B5EF4-FFF2-40B4-BE49-F238E27FC236}">
                <a16:creationId xmlns:a16="http://schemas.microsoft.com/office/drawing/2014/main" id="{9B208576-6756-43CB-A740-5069C41D4EC8}"/>
              </a:ext>
            </a:extLst>
          </p:cNvPr>
          <p:cNvSpPr/>
          <p:nvPr/>
        </p:nvSpPr>
        <p:spPr>
          <a:xfrm>
            <a:off x="8306546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通関</a:t>
            </a:r>
          </a:p>
        </p:txBody>
      </p:sp>
      <p:sp>
        <p:nvSpPr>
          <p:cNvPr id="302" name="正方形/長方形 301">
            <a:extLst>
              <a:ext uri="{FF2B5EF4-FFF2-40B4-BE49-F238E27FC236}">
                <a16:creationId xmlns:a16="http://schemas.microsoft.com/office/drawing/2014/main" id="{36E1CF24-CE35-41E0-94AD-9C5577FBDD69}"/>
              </a:ext>
            </a:extLst>
          </p:cNvPr>
          <p:cNvSpPr/>
          <p:nvPr/>
        </p:nvSpPr>
        <p:spPr>
          <a:xfrm>
            <a:off x="6990696" y="283524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需要予測</a:t>
            </a:r>
          </a:p>
        </p:txBody>
      </p:sp>
      <p:sp>
        <p:nvSpPr>
          <p:cNvPr id="303" name="正方形/長方形 302">
            <a:extLst>
              <a:ext uri="{FF2B5EF4-FFF2-40B4-BE49-F238E27FC236}">
                <a16:creationId xmlns:a16="http://schemas.microsoft.com/office/drawing/2014/main" id="{92164146-CC72-46C7-9E67-283188FC2DA9}"/>
              </a:ext>
            </a:extLst>
          </p:cNvPr>
          <p:cNvSpPr/>
          <p:nvPr/>
        </p:nvSpPr>
        <p:spPr>
          <a:xfrm>
            <a:off x="6990696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流通加工</a:t>
            </a:r>
          </a:p>
        </p:txBody>
      </p:sp>
      <p:sp>
        <p:nvSpPr>
          <p:cNvPr id="304" name="正方形/長方形 303">
            <a:extLst>
              <a:ext uri="{FF2B5EF4-FFF2-40B4-BE49-F238E27FC236}">
                <a16:creationId xmlns:a16="http://schemas.microsoft.com/office/drawing/2014/main" id="{A8CCDF32-074C-49EE-AF21-38D19EB3D319}"/>
              </a:ext>
            </a:extLst>
          </p:cNvPr>
          <p:cNvSpPr/>
          <p:nvPr/>
        </p:nvSpPr>
        <p:spPr>
          <a:xfrm>
            <a:off x="8313222" y="3583977"/>
            <a:ext cx="1110499" cy="3039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販売終了・供給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サポート終了管理</a:t>
            </a:r>
          </a:p>
        </p:txBody>
      </p:sp>
      <p:sp>
        <p:nvSpPr>
          <p:cNvPr id="305" name="正方形/長方形 304">
            <a:extLst>
              <a:ext uri="{FF2B5EF4-FFF2-40B4-BE49-F238E27FC236}">
                <a16:creationId xmlns:a16="http://schemas.microsoft.com/office/drawing/2014/main" id="{6F942BAF-D299-42F6-8F5F-E1505A8E8EC5}"/>
              </a:ext>
            </a:extLst>
          </p:cNvPr>
          <p:cNvSpPr/>
          <p:nvPr/>
        </p:nvSpPr>
        <p:spPr>
          <a:xfrm>
            <a:off x="4408021" y="283524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輸配送計画策定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06" name="正方形/長方形 305">
            <a:extLst>
              <a:ext uri="{FF2B5EF4-FFF2-40B4-BE49-F238E27FC236}">
                <a16:creationId xmlns:a16="http://schemas.microsoft.com/office/drawing/2014/main" id="{BF482CC3-2D17-4373-B087-F0C2FEB5A6FA}"/>
              </a:ext>
            </a:extLst>
          </p:cNvPr>
          <p:cNvSpPr/>
          <p:nvPr/>
        </p:nvSpPr>
        <p:spPr>
          <a:xfrm>
            <a:off x="5692943" y="3583977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余剰在庫管理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08" name="正方形/長方形 307">
            <a:extLst>
              <a:ext uri="{FF2B5EF4-FFF2-40B4-BE49-F238E27FC236}">
                <a16:creationId xmlns:a16="http://schemas.microsoft.com/office/drawing/2014/main" id="{72B45CC0-D649-4A23-A422-DDE5DFC760F3}"/>
              </a:ext>
            </a:extLst>
          </p:cNvPr>
          <p:cNvSpPr/>
          <p:nvPr/>
        </p:nvSpPr>
        <p:spPr>
          <a:xfrm>
            <a:off x="6990696" y="3587353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業務委託管理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物流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09" name="正方形/長方形 308">
            <a:extLst>
              <a:ext uri="{FF2B5EF4-FFF2-40B4-BE49-F238E27FC236}">
                <a16:creationId xmlns:a16="http://schemas.microsoft.com/office/drawing/2014/main" id="{0D621126-43D5-4BDA-8785-D822FCE937EA}"/>
              </a:ext>
            </a:extLst>
          </p:cNvPr>
          <p:cNvSpPr/>
          <p:nvPr/>
        </p:nvSpPr>
        <p:spPr>
          <a:xfrm>
            <a:off x="3097437" y="158012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生産戦略策定</a:t>
            </a:r>
          </a:p>
        </p:txBody>
      </p:sp>
      <p:sp>
        <p:nvSpPr>
          <p:cNvPr id="310" name="正方形/長方形 309">
            <a:extLst>
              <a:ext uri="{FF2B5EF4-FFF2-40B4-BE49-F238E27FC236}">
                <a16:creationId xmlns:a16="http://schemas.microsoft.com/office/drawing/2014/main" id="{C7A77A55-B687-40EC-8425-CBE2C2CFB4CF}"/>
              </a:ext>
            </a:extLst>
          </p:cNvPr>
          <p:cNvSpPr/>
          <p:nvPr/>
        </p:nvSpPr>
        <p:spPr>
          <a:xfrm>
            <a:off x="4395190" y="158012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生産量計画策定</a:t>
            </a:r>
          </a:p>
        </p:txBody>
      </p:sp>
      <p:sp>
        <p:nvSpPr>
          <p:cNvPr id="311" name="正方形/長方形 310">
            <a:extLst>
              <a:ext uri="{FF2B5EF4-FFF2-40B4-BE49-F238E27FC236}">
                <a16:creationId xmlns:a16="http://schemas.microsoft.com/office/drawing/2014/main" id="{2C28333E-5F37-45A0-863B-2BBB9763F35B}"/>
              </a:ext>
            </a:extLst>
          </p:cNvPr>
          <p:cNvSpPr/>
          <p:nvPr/>
        </p:nvSpPr>
        <p:spPr>
          <a:xfrm>
            <a:off x="8300368" y="158012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工場出荷</a:t>
            </a:r>
          </a:p>
        </p:txBody>
      </p:sp>
      <p:sp>
        <p:nvSpPr>
          <p:cNvPr id="312" name="正方形/長方形 311">
            <a:extLst>
              <a:ext uri="{FF2B5EF4-FFF2-40B4-BE49-F238E27FC236}">
                <a16:creationId xmlns:a16="http://schemas.microsoft.com/office/drawing/2014/main" id="{90A42073-F544-4290-BB44-A1EFAE1D3EC4}"/>
              </a:ext>
            </a:extLst>
          </p:cNvPr>
          <p:cNvSpPr/>
          <p:nvPr/>
        </p:nvSpPr>
        <p:spPr>
          <a:xfrm>
            <a:off x="6990696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在庫受払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・棚卸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部材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13" name="正方形/長方形 312">
            <a:extLst>
              <a:ext uri="{FF2B5EF4-FFF2-40B4-BE49-F238E27FC236}">
                <a16:creationId xmlns:a16="http://schemas.microsoft.com/office/drawing/2014/main" id="{C3B69469-D881-429D-906E-9F4BFECFDE5B}"/>
              </a:ext>
            </a:extLst>
          </p:cNvPr>
          <p:cNvSpPr/>
          <p:nvPr/>
        </p:nvSpPr>
        <p:spPr>
          <a:xfrm>
            <a:off x="5692943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部材発注受入</a:t>
            </a:r>
          </a:p>
        </p:txBody>
      </p:sp>
      <p:sp>
        <p:nvSpPr>
          <p:cNvPr id="314" name="正方形/長方形 313">
            <a:extLst>
              <a:ext uri="{FF2B5EF4-FFF2-40B4-BE49-F238E27FC236}">
                <a16:creationId xmlns:a16="http://schemas.microsoft.com/office/drawing/2014/main" id="{AE176925-80A7-4FBB-A7FC-292B37B8CCBA}"/>
              </a:ext>
            </a:extLst>
          </p:cNvPr>
          <p:cNvSpPr/>
          <p:nvPr/>
        </p:nvSpPr>
        <p:spPr>
          <a:xfrm>
            <a:off x="7002615" y="158012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製造</a:t>
            </a:r>
          </a:p>
        </p:txBody>
      </p:sp>
      <p:sp>
        <p:nvSpPr>
          <p:cNvPr id="315" name="正方形/長方形 314">
            <a:extLst>
              <a:ext uri="{FF2B5EF4-FFF2-40B4-BE49-F238E27FC236}">
                <a16:creationId xmlns:a16="http://schemas.microsoft.com/office/drawing/2014/main" id="{C5AD231E-D66B-4DDE-8B6E-7E45DD112B33}"/>
              </a:ext>
            </a:extLst>
          </p:cNvPr>
          <p:cNvSpPr/>
          <p:nvPr/>
        </p:nvSpPr>
        <p:spPr>
          <a:xfrm>
            <a:off x="5664396" y="157588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生産依頼受付</a:t>
            </a:r>
          </a:p>
        </p:txBody>
      </p:sp>
      <p:sp>
        <p:nvSpPr>
          <p:cNvPr id="317" name="正方形/長方形 316">
            <a:extLst>
              <a:ext uri="{FF2B5EF4-FFF2-40B4-BE49-F238E27FC236}">
                <a16:creationId xmlns:a16="http://schemas.microsoft.com/office/drawing/2014/main" id="{7408933C-9C3B-4F9B-B28D-EE524535384B}"/>
              </a:ext>
            </a:extLst>
          </p:cNvPr>
          <p:cNvSpPr/>
          <p:nvPr/>
        </p:nvSpPr>
        <p:spPr>
          <a:xfrm>
            <a:off x="3097437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所要量計算</a:t>
            </a:r>
          </a:p>
        </p:txBody>
      </p:sp>
      <p:sp>
        <p:nvSpPr>
          <p:cNvPr id="318" name="正方形/長方形 317">
            <a:extLst>
              <a:ext uri="{FF2B5EF4-FFF2-40B4-BE49-F238E27FC236}">
                <a16:creationId xmlns:a16="http://schemas.microsoft.com/office/drawing/2014/main" id="{FD6A7C3B-F653-453C-9C26-09A327F67DE4}"/>
              </a:ext>
            </a:extLst>
          </p:cNvPr>
          <p:cNvSpPr/>
          <p:nvPr/>
        </p:nvSpPr>
        <p:spPr>
          <a:xfrm>
            <a:off x="4395190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部材発注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0" name="正方形/長方形 319">
            <a:extLst>
              <a:ext uri="{FF2B5EF4-FFF2-40B4-BE49-F238E27FC236}">
                <a16:creationId xmlns:a16="http://schemas.microsoft.com/office/drawing/2014/main" id="{4F8B2C3F-274A-4431-B315-EEB1D32046D3}"/>
              </a:ext>
            </a:extLst>
          </p:cNvPr>
          <p:cNvSpPr/>
          <p:nvPr/>
        </p:nvSpPr>
        <p:spPr>
          <a:xfrm>
            <a:off x="8313222" y="1923732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リサイクル判定</a:t>
            </a:r>
          </a:p>
        </p:txBody>
      </p:sp>
      <p:sp>
        <p:nvSpPr>
          <p:cNvPr id="322" name="正方形/長方形 321">
            <a:extLst>
              <a:ext uri="{FF2B5EF4-FFF2-40B4-BE49-F238E27FC236}">
                <a16:creationId xmlns:a16="http://schemas.microsoft.com/office/drawing/2014/main" id="{9F2189B4-474D-41B9-9C8D-01E795843CAD}"/>
              </a:ext>
            </a:extLst>
          </p:cNvPr>
          <p:cNvSpPr/>
          <p:nvPr/>
        </p:nvSpPr>
        <p:spPr>
          <a:xfrm>
            <a:off x="3097437" y="473807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他社仕入見積依頼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3" name="正方形/長方形 322">
            <a:extLst>
              <a:ext uri="{FF2B5EF4-FFF2-40B4-BE49-F238E27FC236}">
                <a16:creationId xmlns:a16="http://schemas.microsoft.com/office/drawing/2014/main" id="{B7513EF2-1249-411C-9C38-44B4F8C7801F}"/>
              </a:ext>
            </a:extLst>
          </p:cNvPr>
          <p:cNvSpPr/>
          <p:nvPr/>
        </p:nvSpPr>
        <p:spPr>
          <a:xfrm>
            <a:off x="4395190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発注</a:t>
            </a:r>
          </a:p>
        </p:txBody>
      </p:sp>
      <p:sp>
        <p:nvSpPr>
          <p:cNvPr id="324" name="正方形/長方形 323">
            <a:extLst>
              <a:ext uri="{FF2B5EF4-FFF2-40B4-BE49-F238E27FC236}">
                <a16:creationId xmlns:a16="http://schemas.microsoft.com/office/drawing/2014/main" id="{5DE23D31-F82E-4FA5-AE17-0D58D243AAF9}"/>
              </a:ext>
            </a:extLst>
          </p:cNvPr>
          <p:cNvSpPr/>
          <p:nvPr/>
        </p:nvSpPr>
        <p:spPr>
          <a:xfrm>
            <a:off x="8306546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仕入先情報登録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5" name="正方形/長方形 324">
            <a:extLst>
              <a:ext uri="{FF2B5EF4-FFF2-40B4-BE49-F238E27FC236}">
                <a16:creationId xmlns:a16="http://schemas.microsoft.com/office/drawing/2014/main" id="{1B018FE0-0F91-4FEB-A35C-2342A81CBE80}"/>
              </a:ext>
            </a:extLst>
          </p:cNvPr>
          <p:cNvSpPr/>
          <p:nvPr/>
        </p:nvSpPr>
        <p:spPr>
          <a:xfrm>
            <a:off x="5692943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発注受入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6" name="正方形/長方形 325">
            <a:extLst>
              <a:ext uri="{FF2B5EF4-FFF2-40B4-BE49-F238E27FC236}">
                <a16:creationId xmlns:a16="http://schemas.microsoft.com/office/drawing/2014/main" id="{78A9C4FB-31F0-42EB-9ED3-41980E1AB019}"/>
              </a:ext>
            </a:extLst>
          </p:cNvPr>
          <p:cNvSpPr/>
          <p:nvPr/>
        </p:nvSpPr>
        <p:spPr>
          <a:xfrm>
            <a:off x="3097437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購買戦略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7" name="正方形/長方形 326">
            <a:extLst>
              <a:ext uri="{FF2B5EF4-FFF2-40B4-BE49-F238E27FC236}">
                <a16:creationId xmlns:a16="http://schemas.microsoft.com/office/drawing/2014/main" id="{03ACFA73-21D7-4D7B-8E17-8536DD4070EF}"/>
              </a:ext>
            </a:extLst>
          </p:cNvPr>
          <p:cNvSpPr/>
          <p:nvPr/>
        </p:nvSpPr>
        <p:spPr>
          <a:xfrm>
            <a:off x="5692943" y="473807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他社仕入品</a:t>
            </a:r>
            <a:b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8" name="正方形/長方形 327">
            <a:extLst>
              <a:ext uri="{FF2B5EF4-FFF2-40B4-BE49-F238E27FC236}">
                <a16:creationId xmlns:a16="http://schemas.microsoft.com/office/drawing/2014/main" id="{E8117317-23A8-49C1-B244-AE69E805F7E9}"/>
              </a:ext>
            </a:extLst>
          </p:cNvPr>
          <p:cNvSpPr/>
          <p:nvPr/>
        </p:nvSpPr>
        <p:spPr>
          <a:xfrm>
            <a:off x="4395190" y="473807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他社仕入品</a:t>
            </a:r>
            <a:b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納期確認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9" name="正方形/長方形 328">
            <a:extLst>
              <a:ext uri="{FF2B5EF4-FFF2-40B4-BE49-F238E27FC236}">
                <a16:creationId xmlns:a16="http://schemas.microsoft.com/office/drawing/2014/main" id="{1D68951D-D9C2-4FE8-97E0-352D89765483}"/>
              </a:ext>
            </a:extLst>
          </p:cNvPr>
          <p:cNvSpPr/>
          <p:nvPr/>
        </p:nvSpPr>
        <p:spPr>
          <a:xfrm>
            <a:off x="6990696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仕入先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選定</a:t>
            </a:r>
          </a:p>
        </p:txBody>
      </p:sp>
      <p:sp>
        <p:nvSpPr>
          <p:cNvPr id="331" name="正方形/長方形 330">
            <a:extLst>
              <a:ext uri="{FF2B5EF4-FFF2-40B4-BE49-F238E27FC236}">
                <a16:creationId xmlns:a16="http://schemas.microsoft.com/office/drawing/2014/main" id="{4B73C979-BD43-4B15-B8B5-6F0BD685E3A5}"/>
              </a:ext>
            </a:extLst>
          </p:cNvPr>
          <p:cNvSpPr/>
          <p:nvPr/>
        </p:nvSpPr>
        <p:spPr>
          <a:xfrm>
            <a:off x="11188924" y="1978713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財務管理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32" name="正方形/長方形 331">
            <a:extLst>
              <a:ext uri="{FF2B5EF4-FFF2-40B4-BE49-F238E27FC236}">
                <a16:creationId xmlns:a16="http://schemas.microsoft.com/office/drawing/2014/main" id="{060A4B0C-4B52-4386-8F4A-AC09F52824F9}"/>
              </a:ext>
            </a:extLst>
          </p:cNvPr>
          <p:cNvSpPr/>
          <p:nvPr/>
        </p:nvSpPr>
        <p:spPr>
          <a:xfrm>
            <a:off x="9892780" y="1988018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支払・出金管理</a:t>
            </a:r>
          </a:p>
        </p:txBody>
      </p:sp>
      <p:sp>
        <p:nvSpPr>
          <p:cNvPr id="333" name="正方形/長方形 332">
            <a:extLst>
              <a:ext uri="{FF2B5EF4-FFF2-40B4-BE49-F238E27FC236}">
                <a16:creationId xmlns:a16="http://schemas.microsoft.com/office/drawing/2014/main" id="{FFA8352E-9F32-4536-9AFF-78E4743DE8D9}"/>
              </a:ext>
            </a:extLst>
          </p:cNvPr>
          <p:cNvSpPr/>
          <p:nvPr/>
        </p:nvSpPr>
        <p:spPr>
          <a:xfrm>
            <a:off x="9892780" y="262627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回収・入金管理</a:t>
            </a:r>
          </a:p>
        </p:txBody>
      </p:sp>
      <p:sp>
        <p:nvSpPr>
          <p:cNvPr id="334" name="正方形/長方形 333">
            <a:extLst>
              <a:ext uri="{FF2B5EF4-FFF2-40B4-BE49-F238E27FC236}">
                <a16:creationId xmlns:a16="http://schemas.microsoft.com/office/drawing/2014/main" id="{F39792FB-75F2-4C42-A60C-075F85B38DE2}"/>
              </a:ext>
            </a:extLst>
          </p:cNvPr>
          <p:cNvSpPr/>
          <p:nvPr/>
        </p:nvSpPr>
        <p:spPr>
          <a:xfrm>
            <a:off x="11188924" y="262678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財務資金管理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36" name="正方形/長方形 335">
            <a:extLst>
              <a:ext uri="{FF2B5EF4-FFF2-40B4-BE49-F238E27FC236}">
                <a16:creationId xmlns:a16="http://schemas.microsoft.com/office/drawing/2014/main" id="{8626BB40-B599-4447-A4B1-952C58AD9CE7}"/>
              </a:ext>
            </a:extLst>
          </p:cNvPr>
          <p:cNvSpPr/>
          <p:nvPr/>
        </p:nvSpPr>
        <p:spPr>
          <a:xfrm>
            <a:off x="11188924" y="323630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税務処理</a:t>
            </a:r>
          </a:p>
        </p:txBody>
      </p:sp>
      <p:sp>
        <p:nvSpPr>
          <p:cNvPr id="339" name="正方形/長方形 338">
            <a:extLst>
              <a:ext uri="{FF2B5EF4-FFF2-40B4-BE49-F238E27FC236}">
                <a16:creationId xmlns:a16="http://schemas.microsoft.com/office/drawing/2014/main" id="{1D2E89F6-BC50-4FD0-ACAA-DB978C6FAD47}"/>
              </a:ext>
            </a:extLst>
          </p:cNvPr>
          <p:cNvSpPr/>
          <p:nvPr/>
        </p:nvSpPr>
        <p:spPr>
          <a:xfrm>
            <a:off x="9892780" y="3880382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原価計算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プロジェクトを含む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1" name="正方形/長方形 340">
            <a:extLst>
              <a:ext uri="{FF2B5EF4-FFF2-40B4-BE49-F238E27FC236}">
                <a16:creationId xmlns:a16="http://schemas.microsoft.com/office/drawing/2014/main" id="{3B3E004F-AB21-499E-BFCB-32900D327FB1}"/>
              </a:ext>
            </a:extLst>
          </p:cNvPr>
          <p:cNvSpPr/>
          <p:nvPr/>
        </p:nvSpPr>
        <p:spPr>
          <a:xfrm>
            <a:off x="11175387" y="759120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情報システム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保守運用</a:t>
            </a:r>
          </a:p>
        </p:txBody>
      </p:sp>
      <p:sp>
        <p:nvSpPr>
          <p:cNvPr id="342" name="正方形/長方形 341">
            <a:extLst>
              <a:ext uri="{FF2B5EF4-FFF2-40B4-BE49-F238E27FC236}">
                <a16:creationId xmlns:a16="http://schemas.microsoft.com/office/drawing/2014/main" id="{3F36C2E4-A98C-447B-B21C-CA33C0A3F6EE}"/>
              </a:ext>
            </a:extLst>
          </p:cNvPr>
          <p:cNvSpPr/>
          <p:nvPr/>
        </p:nvSpPr>
        <p:spPr>
          <a:xfrm>
            <a:off x="9892780" y="5795137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固定資産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4" name="正方形/長方形 343">
            <a:extLst>
              <a:ext uri="{FF2B5EF4-FFF2-40B4-BE49-F238E27FC236}">
                <a16:creationId xmlns:a16="http://schemas.microsoft.com/office/drawing/2014/main" id="{99FB5FE6-EC71-4ACC-897F-46F2F2AEDBAB}"/>
              </a:ext>
            </a:extLst>
          </p:cNvPr>
          <p:cNvSpPr/>
          <p:nvPr/>
        </p:nvSpPr>
        <p:spPr>
          <a:xfrm>
            <a:off x="9933580" y="759120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品目情報登録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5" name="正方形/長方形 344">
            <a:extLst>
              <a:ext uri="{FF2B5EF4-FFF2-40B4-BE49-F238E27FC236}">
                <a16:creationId xmlns:a16="http://schemas.microsoft.com/office/drawing/2014/main" id="{9E55249D-61B3-4F95-AED3-FD8EE234082F}"/>
              </a:ext>
            </a:extLst>
          </p:cNvPr>
          <p:cNvSpPr/>
          <p:nvPr/>
        </p:nvSpPr>
        <p:spPr>
          <a:xfrm>
            <a:off x="9933580" y="820440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価格情報登録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6" name="正方形/長方形 345">
            <a:extLst>
              <a:ext uri="{FF2B5EF4-FFF2-40B4-BE49-F238E27FC236}">
                <a16:creationId xmlns:a16="http://schemas.microsoft.com/office/drawing/2014/main" id="{00631EEA-1E71-4007-84AF-2707CB4043D8}"/>
              </a:ext>
            </a:extLst>
          </p:cNvPr>
          <p:cNvSpPr/>
          <p:nvPr/>
        </p:nvSpPr>
        <p:spPr>
          <a:xfrm>
            <a:off x="9933580" y="8817596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市場・取引先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情報登録</a:t>
            </a:r>
          </a:p>
        </p:txBody>
      </p:sp>
      <p:sp>
        <p:nvSpPr>
          <p:cNvPr id="347" name="正方形/長方形 346">
            <a:extLst>
              <a:ext uri="{FF2B5EF4-FFF2-40B4-BE49-F238E27FC236}">
                <a16:creationId xmlns:a16="http://schemas.microsoft.com/office/drawing/2014/main" id="{750DD6E8-D1CF-453F-98F5-66E23E03A0BC}"/>
              </a:ext>
            </a:extLst>
          </p:cNvPr>
          <p:cNvSpPr/>
          <p:nvPr/>
        </p:nvSpPr>
        <p:spPr>
          <a:xfrm>
            <a:off x="11188924" y="4498993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事業別・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案件別損益管理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0DD286E5-FC99-4C2D-8104-C2B0ED1D5FD7}"/>
              </a:ext>
            </a:extLst>
          </p:cNvPr>
          <p:cNvCxnSpPr>
            <a:stCxn id="2" idx="2"/>
            <a:endCxn id="233" idx="0"/>
          </p:cNvCxnSpPr>
          <p:nvPr/>
        </p:nvCxnSpPr>
        <p:spPr>
          <a:xfrm>
            <a:off x="1469662" y="1927883"/>
            <a:ext cx="0" cy="15904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四角形: 角を丸くする 363">
            <a:extLst>
              <a:ext uri="{FF2B5EF4-FFF2-40B4-BE49-F238E27FC236}">
                <a16:creationId xmlns:a16="http://schemas.microsoft.com/office/drawing/2014/main" id="{97D7DE0D-F8D7-4A76-9A07-97B37E24101B}"/>
              </a:ext>
            </a:extLst>
          </p:cNvPr>
          <p:cNvSpPr/>
          <p:nvPr/>
        </p:nvSpPr>
        <p:spPr>
          <a:xfrm>
            <a:off x="496144" y="2783153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営業・営業支援</a:t>
            </a:r>
          </a:p>
        </p:txBody>
      </p:sp>
      <p:sp>
        <p:nvSpPr>
          <p:cNvPr id="409" name="四角形: 角を丸くする 408">
            <a:extLst>
              <a:ext uri="{FF2B5EF4-FFF2-40B4-BE49-F238E27FC236}">
                <a16:creationId xmlns:a16="http://schemas.microsoft.com/office/drawing/2014/main" id="{47E4C974-4F94-4262-9878-E07940B45141}"/>
              </a:ext>
            </a:extLst>
          </p:cNvPr>
          <p:cNvSpPr/>
          <p:nvPr/>
        </p:nvSpPr>
        <p:spPr>
          <a:xfrm>
            <a:off x="3464588" y="2495121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需給・物流</a:t>
            </a:r>
          </a:p>
        </p:txBody>
      </p:sp>
      <p:sp>
        <p:nvSpPr>
          <p:cNvPr id="411" name="四角形: 角を丸くする 410">
            <a:extLst>
              <a:ext uri="{FF2B5EF4-FFF2-40B4-BE49-F238E27FC236}">
                <a16:creationId xmlns:a16="http://schemas.microsoft.com/office/drawing/2014/main" id="{2E194C17-7773-406B-BA38-F4DC4CD81418}"/>
              </a:ext>
            </a:extLst>
          </p:cNvPr>
          <p:cNvSpPr/>
          <p:nvPr/>
        </p:nvSpPr>
        <p:spPr>
          <a:xfrm>
            <a:off x="9984086" y="127098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財務管理・管理会計</a:t>
            </a:r>
          </a:p>
        </p:txBody>
      </p:sp>
      <p:sp>
        <p:nvSpPr>
          <p:cNvPr id="423" name="四角形: 角を丸くする 422">
            <a:extLst>
              <a:ext uri="{FF2B5EF4-FFF2-40B4-BE49-F238E27FC236}">
                <a16:creationId xmlns:a16="http://schemas.microsoft.com/office/drawing/2014/main" id="{22306C78-EE42-4081-B334-6282FBD52B5C}"/>
              </a:ext>
            </a:extLst>
          </p:cNvPr>
          <p:cNvSpPr/>
          <p:nvPr/>
        </p:nvSpPr>
        <p:spPr>
          <a:xfrm>
            <a:off x="3464588" y="1198977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製造</a:t>
            </a:r>
          </a:p>
        </p:txBody>
      </p:sp>
      <p:sp>
        <p:nvSpPr>
          <p:cNvPr id="474" name="四角形: 角を丸くする 473">
            <a:extLst>
              <a:ext uri="{FF2B5EF4-FFF2-40B4-BE49-F238E27FC236}">
                <a16:creationId xmlns:a16="http://schemas.microsoft.com/office/drawing/2014/main" id="{86C666E7-E8BE-476D-9A10-71529D4C0229}"/>
              </a:ext>
            </a:extLst>
          </p:cNvPr>
          <p:cNvSpPr/>
          <p:nvPr/>
        </p:nvSpPr>
        <p:spPr>
          <a:xfrm>
            <a:off x="3464588" y="4079297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購買</a:t>
            </a:r>
          </a:p>
        </p:txBody>
      </p:sp>
      <p:sp>
        <p:nvSpPr>
          <p:cNvPr id="477" name="四角形: 角を丸くする 476">
            <a:extLst>
              <a:ext uri="{FF2B5EF4-FFF2-40B4-BE49-F238E27FC236}">
                <a16:creationId xmlns:a16="http://schemas.microsoft.com/office/drawing/2014/main" id="{1293F002-CB1B-4718-8C97-21A491290768}"/>
              </a:ext>
            </a:extLst>
          </p:cNvPr>
          <p:cNvSpPr/>
          <p:nvPr/>
        </p:nvSpPr>
        <p:spPr>
          <a:xfrm>
            <a:off x="3464588" y="6815601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ソリューション・サービス</a:t>
            </a:r>
          </a:p>
        </p:txBody>
      </p:sp>
      <p:sp>
        <p:nvSpPr>
          <p:cNvPr id="488" name="四角形: 角を丸くする 487">
            <a:extLst>
              <a:ext uri="{FF2B5EF4-FFF2-40B4-BE49-F238E27FC236}">
                <a16:creationId xmlns:a16="http://schemas.microsoft.com/office/drawing/2014/main" id="{D2AE6AB6-116F-419A-870C-ABA1E79B827A}"/>
              </a:ext>
            </a:extLst>
          </p:cNvPr>
          <p:cNvSpPr/>
          <p:nvPr/>
        </p:nvSpPr>
        <p:spPr>
          <a:xfrm>
            <a:off x="9984086" y="6815601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ビジネス・サポート</a:t>
            </a:r>
          </a:p>
        </p:txBody>
      </p:sp>
      <p:cxnSp>
        <p:nvCxnSpPr>
          <p:cNvPr id="505" name="直線矢印コネクタ 504">
            <a:extLst>
              <a:ext uri="{FF2B5EF4-FFF2-40B4-BE49-F238E27FC236}">
                <a16:creationId xmlns:a16="http://schemas.microsoft.com/office/drawing/2014/main" id="{F83B5EE1-3245-4F52-8BA2-33ACE13EDDF6}"/>
              </a:ext>
            </a:extLst>
          </p:cNvPr>
          <p:cNvCxnSpPr>
            <a:cxnSpLocks/>
            <a:stCxn id="309" idx="3"/>
            <a:endCxn id="310" idx="1"/>
          </p:cNvCxnSpPr>
          <p:nvPr/>
        </p:nvCxnSpPr>
        <p:spPr>
          <a:xfrm>
            <a:off x="4213969" y="1724944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直線矢印コネクタ 511">
            <a:extLst>
              <a:ext uri="{FF2B5EF4-FFF2-40B4-BE49-F238E27FC236}">
                <a16:creationId xmlns:a16="http://schemas.microsoft.com/office/drawing/2014/main" id="{9D0E6B93-F6F9-4BF0-9D6D-65FE5CE41D0A}"/>
              </a:ext>
            </a:extLst>
          </p:cNvPr>
          <p:cNvCxnSpPr>
            <a:cxnSpLocks/>
            <a:stCxn id="310" idx="3"/>
            <a:endCxn id="315" idx="1"/>
          </p:cNvCxnSpPr>
          <p:nvPr/>
        </p:nvCxnSpPr>
        <p:spPr>
          <a:xfrm flipV="1">
            <a:off x="5511722" y="1720704"/>
            <a:ext cx="152674" cy="424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直線矢印コネクタ 512">
            <a:extLst>
              <a:ext uri="{FF2B5EF4-FFF2-40B4-BE49-F238E27FC236}">
                <a16:creationId xmlns:a16="http://schemas.microsoft.com/office/drawing/2014/main" id="{EAEF5535-7D80-4032-8ECD-8EB4D5A56763}"/>
              </a:ext>
            </a:extLst>
          </p:cNvPr>
          <p:cNvCxnSpPr>
            <a:cxnSpLocks/>
            <a:stCxn id="314" idx="3"/>
            <a:endCxn id="311" idx="1"/>
          </p:cNvCxnSpPr>
          <p:nvPr/>
        </p:nvCxnSpPr>
        <p:spPr>
          <a:xfrm>
            <a:off x="8119147" y="1724944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直線矢印コネクタ 513">
            <a:extLst>
              <a:ext uri="{FF2B5EF4-FFF2-40B4-BE49-F238E27FC236}">
                <a16:creationId xmlns:a16="http://schemas.microsoft.com/office/drawing/2014/main" id="{2959C29F-4386-45D2-B5D3-0142BD8602B2}"/>
              </a:ext>
            </a:extLst>
          </p:cNvPr>
          <p:cNvCxnSpPr>
            <a:cxnSpLocks/>
            <a:stCxn id="270" idx="3"/>
            <a:endCxn id="271" idx="1"/>
          </p:cNvCxnSpPr>
          <p:nvPr/>
        </p:nvCxnSpPr>
        <p:spPr>
          <a:xfrm>
            <a:off x="4209843" y="7400785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直線矢印コネクタ 514">
            <a:extLst>
              <a:ext uri="{FF2B5EF4-FFF2-40B4-BE49-F238E27FC236}">
                <a16:creationId xmlns:a16="http://schemas.microsoft.com/office/drawing/2014/main" id="{84DF0F1E-A30D-4430-B0A1-162D5347566A}"/>
              </a:ext>
            </a:extLst>
          </p:cNvPr>
          <p:cNvCxnSpPr>
            <a:cxnSpLocks/>
            <a:stCxn id="271" idx="3"/>
            <a:endCxn id="272" idx="1"/>
          </p:cNvCxnSpPr>
          <p:nvPr/>
        </p:nvCxnSpPr>
        <p:spPr>
          <a:xfrm>
            <a:off x="5507596" y="7400785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直線矢印コネクタ 564">
            <a:extLst>
              <a:ext uri="{FF2B5EF4-FFF2-40B4-BE49-F238E27FC236}">
                <a16:creationId xmlns:a16="http://schemas.microsoft.com/office/drawing/2014/main" id="{54A88606-A953-4A9E-A0FC-BF5EC7EB705C}"/>
              </a:ext>
            </a:extLst>
          </p:cNvPr>
          <p:cNvCxnSpPr>
            <a:cxnSpLocks/>
            <a:stCxn id="318" idx="3"/>
            <a:endCxn id="313" idx="1"/>
          </p:cNvCxnSpPr>
          <p:nvPr/>
        </p:nvCxnSpPr>
        <p:spPr>
          <a:xfrm>
            <a:off x="5511722" y="2088800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7" name="四角形: 角を丸くする 706">
            <a:extLst>
              <a:ext uri="{FF2B5EF4-FFF2-40B4-BE49-F238E27FC236}">
                <a16:creationId xmlns:a16="http://schemas.microsoft.com/office/drawing/2014/main" id="{7DCDCE38-AD06-423B-B315-8F8EC4B7B3EE}"/>
              </a:ext>
            </a:extLst>
          </p:cNvPr>
          <p:cNvSpPr/>
          <p:nvPr/>
        </p:nvSpPr>
        <p:spPr>
          <a:xfrm>
            <a:off x="9984086" y="702248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情報システム</a:t>
            </a:r>
            <a:r>
              <a:rPr kumimoji="1" lang="en-US" altLang="ja-JP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/</a:t>
            </a:r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業務改革</a:t>
            </a:r>
            <a:endParaRPr kumimoji="1" lang="en-US" altLang="ja-JP" sz="1400" b="1" dirty="0">
              <a:solidFill>
                <a:schemeClr val="bg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6" name="正方形/長方形 505">
            <a:extLst>
              <a:ext uri="{FF2B5EF4-FFF2-40B4-BE49-F238E27FC236}">
                <a16:creationId xmlns:a16="http://schemas.microsoft.com/office/drawing/2014/main" id="{DF228DE6-C7F8-4C44-B045-30260486E886}"/>
              </a:ext>
            </a:extLst>
          </p:cNvPr>
          <p:cNvSpPr/>
          <p:nvPr/>
        </p:nvSpPr>
        <p:spPr>
          <a:xfrm>
            <a:off x="2978043" y="5357630"/>
            <a:ext cx="6580771" cy="1313955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7" name="四角形: 角を丸くする 506">
            <a:extLst>
              <a:ext uri="{FF2B5EF4-FFF2-40B4-BE49-F238E27FC236}">
                <a16:creationId xmlns:a16="http://schemas.microsoft.com/office/drawing/2014/main" id="{3A7A01D5-4460-48D5-B956-C9F2EC21A87F}"/>
              </a:ext>
            </a:extLst>
          </p:cNvPr>
          <p:cNvSpPr/>
          <p:nvPr/>
        </p:nvSpPr>
        <p:spPr>
          <a:xfrm>
            <a:off x="3464588" y="523142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</a:p>
        </p:txBody>
      </p:sp>
      <p:sp>
        <p:nvSpPr>
          <p:cNvPr id="508" name="正方形/長方形 507">
            <a:extLst>
              <a:ext uri="{FF2B5EF4-FFF2-40B4-BE49-F238E27FC236}">
                <a16:creationId xmlns:a16="http://schemas.microsoft.com/office/drawing/2014/main" id="{B973957C-DA83-4FC1-B9EA-394800645380}"/>
              </a:ext>
            </a:extLst>
          </p:cNvPr>
          <p:cNvSpPr/>
          <p:nvPr/>
        </p:nvSpPr>
        <p:spPr>
          <a:xfrm>
            <a:off x="2978043" y="8569917"/>
            <a:ext cx="6580771" cy="981988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9" name="四角形: 角を丸くする 508">
            <a:extLst>
              <a:ext uri="{FF2B5EF4-FFF2-40B4-BE49-F238E27FC236}">
                <a16:creationId xmlns:a16="http://schemas.microsoft.com/office/drawing/2014/main" id="{117F9CA5-9F4B-452C-817D-95085D3CC790}"/>
              </a:ext>
            </a:extLst>
          </p:cNvPr>
          <p:cNvSpPr/>
          <p:nvPr/>
        </p:nvSpPr>
        <p:spPr>
          <a:xfrm>
            <a:off x="3464588" y="847178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顧客管理</a:t>
            </a: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1617B97C-4A1B-4383-A419-B9573C69AE66}"/>
              </a:ext>
            </a:extLst>
          </p:cNvPr>
          <p:cNvSpPr/>
          <p:nvPr/>
        </p:nvSpPr>
        <p:spPr>
          <a:xfrm>
            <a:off x="3097193" y="8796632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顧客情報登録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36" name="正方形/長方形 235">
            <a:extLst>
              <a:ext uri="{FF2B5EF4-FFF2-40B4-BE49-F238E27FC236}">
                <a16:creationId xmlns:a16="http://schemas.microsoft.com/office/drawing/2014/main" id="{62E5355E-6D4E-4FE7-AB37-3965D18880B8}"/>
              </a:ext>
            </a:extLst>
          </p:cNvPr>
          <p:cNvSpPr/>
          <p:nvPr/>
        </p:nvSpPr>
        <p:spPr>
          <a:xfrm>
            <a:off x="4394946" y="8799570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クレーム・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問合せ対応</a:t>
            </a:r>
          </a:p>
        </p:txBody>
      </p:sp>
      <p:sp>
        <p:nvSpPr>
          <p:cNvPr id="237" name="正方形/長方形 236">
            <a:extLst>
              <a:ext uri="{FF2B5EF4-FFF2-40B4-BE49-F238E27FC236}">
                <a16:creationId xmlns:a16="http://schemas.microsoft.com/office/drawing/2014/main" id="{E90CA838-03C6-440D-A557-BC4AFB0165E3}"/>
              </a:ext>
            </a:extLst>
          </p:cNvPr>
          <p:cNvSpPr/>
          <p:nvPr/>
        </p:nvSpPr>
        <p:spPr>
          <a:xfrm>
            <a:off x="5654411" y="8785213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お客様問合せ対応</a:t>
            </a:r>
          </a:p>
        </p:txBody>
      </p:sp>
      <p:sp>
        <p:nvSpPr>
          <p:cNvPr id="239" name="正方形/長方形 238">
            <a:extLst>
              <a:ext uri="{FF2B5EF4-FFF2-40B4-BE49-F238E27FC236}">
                <a16:creationId xmlns:a16="http://schemas.microsoft.com/office/drawing/2014/main" id="{D8B02DAB-8EAB-4FBF-A617-97B13F70064D}"/>
              </a:ext>
            </a:extLst>
          </p:cNvPr>
          <p:cNvSpPr/>
          <p:nvPr/>
        </p:nvSpPr>
        <p:spPr>
          <a:xfrm>
            <a:off x="3097193" y="9179185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信用状況管理</a:t>
            </a:r>
          </a:p>
        </p:txBody>
      </p:sp>
      <p:sp>
        <p:nvSpPr>
          <p:cNvPr id="240" name="正方形/長方形 239">
            <a:extLst>
              <a:ext uri="{FF2B5EF4-FFF2-40B4-BE49-F238E27FC236}">
                <a16:creationId xmlns:a16="http://schemas.microsoft.com/office/drawing/2014/main" id="{5075D01B-5E70-404A-9F64-C56BC07A880B}"/>
              </a:ext>
            </a:extLst>
          </p:cNvPr>
          <p:cNvSpPr/>
          <p:nvPr/>
        </p:nvSpPr>
        <p:spPr>
          <a:xfrm>
            <a:off x="6990452" y="8799570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お客様接点情報配信</a:t>
            </a:r>
          </a:p>
        </p:txBody>
      </p:sp>
      <p:sp>
        <p:nvSpPr>
          <p:cNvPr id="241" name="正方形/長方形 240">
            <a:extLst>
              <a:ext uri="{FF2B5EF4-FFF2-40B4-BE49-F238E27FC236}">
                <a16:creationId xmlns:a16="http://schemas.microsoft.com/office/drawing/2014/main" id="{0A251DE0-3B0B-4A58-96A8-6F5C51D17914}"/>
              </a:ext>
            </a:extLst>
          </p:cNvPr>
          <p:cNvSpPr/>
          <p:nvPr/>
        </p:nvSpPr>
        <p:spPr>
          <a:xfrm>
            <a:off x="8306302" y="8799570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お客様満足度分析</a:t>
            </a: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90F04673-3924-4063-8C98-A6ED993AEF45}"/>
              </a:ext>
            </a:extLst>
          </p:cNvPr>
          <p:cNvSpPr/>
          <p:nvPr/>
        </p:nvSpPr>
        <p:spPr>
          <a:xfrm>
            <a:off x="3097193" y="5554184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874D7244-14FB-4173-BB2C-D30D50B45ED7}"/>
              </a:ext>
            </a:extLst>
          </p:cNvPr>
          <p:cNvSpPr/>
          <p:nvPr/>
        </p:nvSpPr>
        <p:spPr>
          <a:xfrm>
            <a:off x="5692699" y="5554184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作業実施</a:t>
            </a: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850DD6DE-3A50-4E3E-96CA-A7F03AA12048}"/>
              </a:ext>
            </a:extLst>
          </p:cNvPr>
          <p:cNvSpPr/>
          <p:nvPr/>
        </p:nvSpPr>
        <p:spPr>
          <a:xfrm>
            <a:off x="4394946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料金計算</a:t>
            </a:r>
            <a:b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機械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01D28D58-BF1C-4E7E-ABFC-3AE1132ACA87}"/>
              </a:ext>
            </a:extLst>
          </p:cNvPr>
          <p:cNvSpPr/>
          <p:nvPr/>
        </p:nvSpPr>
        <p:spPr>
          <a:xfrm>
            <a:off x="4394946" y="63178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消耗品自動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配送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4" name="正方形/長方形 283">
            <a:extLst>
              <a:ext uri="{FF2B5EF4-FFF2-40B4-BE49-F238E27FC236}">
                <a16:creationId xmlns:a16="http://schemas.microsoft.com/office/drawing/2014/main" id="{73104199-C2B6-4549-83E5-BA8179114042}"/>
              </a:ext>
            </a:extLst>
          </p:cNvPr>
          <p:cNvSpPr/>
          <p:nvPr/>
        </p:nvSpPr>
        <p:spPr>
          <a:xfrm>
            <a:off x="5692699" y="63178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業務委託料計算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64EB003E-9CA0-4B12-A5B2-AA28483C8173}"/>
              </a:ext>
            </a:extLst>
          </p:cNvPr>
          <p:cNvSpPr/>
          <p:nvPr/>
        </p:nvSpPr>
        <p:spPr>
          <a:xfrm>
            <a:off x="3097193" y="63178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消耗品配送方式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策定</a:t>
            </a:r>
          </a:p>
        </p:txBody>
      </p:sp>
      <p:sp>
        <p:nvSpPr>
          <p:cNvPr id="286" name="正方形/長方形 285">
            <a:extLst>
              <a:ext uri="{FF2B5EF4-FFF2-40B4-BE49-F238E27FC236}">
                <a16:creationId xmlns:a16="http://schemas.microsoft.com/office/drawing/2014/main" id="{76E3EBF1-E8C4-4EFA-99A2-0BEF3969D231}"/>
              </a:ext>
            </a:extLst>
          </p:cNvPr>
          <p:cNvSpPr/>
          <p:nvPr/>
        </p:nvSpPr>
        <p:spPr>
          <a:xfrm>
            <a:off x="4394946" y="5554184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訪問計画策定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7" name="正方形/長方形 286">
            <a:extLst>
              <a:ext uri="{FF2B5EF4-FFF2-40B4-BE49-F238E27FC236}">
                <a16:creationId xmlns:a16="http://schemas.microsoft.com/office/drawing/2014/main" id="{291A8EC9-595C-416D-B48F-503EDA313BF0}"/>
              </a:ext>
            </a:extLst>
          </p:cNvPr>
          <p:cNvSpPr/>
          <p:nvPr/>
        </p:nvSpPr>
        <p:spPr>
          <a:xfrm>
            <a:off x="5692699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機械通知対応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8" name="正方形/長方形 287">
            <a:extLst>
              <a:ext uri="{FF2B5EF4-FFF2-40B4-BE49-F238E27FC236}">
                <a16:creationId xmlns:a16="http://schemas.microsoft.com/office/drawing/2014/main" id="{B9987344-817E-40EE-A234-EFD2DB38570E}"/>
              </a:ext>
            </a:extLst>
          </p:cNvPr>
          <p:cNvSpPr/>
          <p:nvPr/>
        </p:nvSpPr>
        <p:spPr>
          <a:xfrm>
            <a:off x="3097193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メーター情報収集</a:t>
            </a:r>
          </a:p>
        </p:txBody>
      </p:sp>
      <p:sp>
        <p:nvSpPr>
          <p:cNvPr id="289" name="正方形/長方形 288">
            <a:extLst>
              <a:ext uri="{FF2B5EF4-FFF2-40B4-BE49-F238E27FC236}">
                <a16:creationId xmlns:a16="http://schemas.microsoft.com/office/drawing/2014/main" id="{8C7383CE-FB5F-40A9-A454-6EF24C994AC6}"/>
              </a:ext>
            </a:extLst>
          </p:cNvPr>
          <p:cNvSpPr/>
          <p:nvPr/>
        </p:nvSpPr>
        <p:spPr>
          <a:xfrm>
            <a:off x="6990452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機械情報管理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0" name="正方形/長方形 289">
            <a:extLst>
              <a:ext uri="{FF2B5EF4-FFF2-40B4-BE49-F238E27FC236}">
                <a16:creationId xmlns:a16="http://schemas.microsoft.com/office/drawing/2014/main" id="{B32320EA-89B5-4903-88FC-4CA3CC3C035F}"/>
              </a:ext>
            </a:extLst>
          </p:cNvPr>
          <p:cNvSpPr/>
          <p:nvPr/>
        </p:nvSpPr>
        <p:spPr>
          <a:xfrm>
            <a:off x="8318707" y="59304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品質管理</a:t>
            </a:r>
          </a:p>
        </p:txBody>
      </p:sp>
      <p:sp>
        <p:nvSpPr>
          <p:cNvPr id="291" name="正方形/長方形 290">
            <a:extLst>
              <a:ext uri="{FF2B5EF4-FFF2-40B4-BE49-F238E27FC236}">
                <a16:creationId xmlns:a16="http://schemas.microsoft.com/office/drawing/2014/main" id="{BE2F99A5-8D86-482A-B9BB-CEF04E850154}"/>
              </a:ext>
            </a:extLst>
          </p:cNvPr>
          <p:cNvSpPr/>
          <p:nvPr/>
        </p:nvSpPr>
        <p:spPr>
          <a:xfrm>
            <a:off x="6990452" y="5554184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ナレッジ対応</a:t>
            </a:r>
          </a:p>
        </p:txBody>
      </p:sp>
      <p:sp>
        <p:nvSpPr>
          <p:cNvPr id="406" name="正方形/長方形 405">
            <a:extLst>
              <a:ext uri="{FF2B5EF4-FFF2-40B4-BE49-F238E27FC236}">
                <a16:creationId xmlns:a16="http://schemas.microsoft.com/office/drawing/2014/main" id="{53C0132C-6F1B-48E5-A283-B4D2CA6B1F33}"/>
              </a:ext>
            </a:extLst>
          </p:cNvPr>
          <p:cNvSpPr/>
          <p:nvPr/>
        </p:nvSpPr>
        <p:spPr>
          <a:xfrm>
            <a:off x="9892780" y="4539108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一般会計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単体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2" name="正方形/長方形 411">
            <a:extLst>
              <a:ext uri="{FF2B5EF4-FFF2-40B4-BE49-F238E27FC236}">
                <a16:creationId xmlns:a16="http://schemas.microsoft.com/office/drawing/2014/main" id="{87B6C99D-71B0-4CBB-92BF-F8BA2B5F2559}"/>
              </a:ext>
            </a:extLst>
          </p:cNvPr>
          <p:cNvSpPr/>
          <p:nvPr/>
        </p:nvSpPr>
        <p:spPr>
          <a:xfrm>
            <a:off x="9892780" y="514706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一般会計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連結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3" name="正方形/長方形 412">
            <a:extLst>
              <a:ext uri="{FF2B5EF4-FFF2-40B4-BE49-F238E27FC236}">
                <a16:creationId xmlns:a16="http://schemas.microsoft.com/office/drawing/2014/main" id="{B46AE3FC-D764-4946-9CC3-2C16C1AECB5A}"/>
              </a:ext>
            </a:extLst>
          </p:cNvPr>
          <p:cNvSpPr/>
          <p:nvPr/>
        </p:nvSpPr>
        <p:spPr>
          <a:xfrm>
            <a:off x="9892780" y="3249443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売上・棚卸資産</a:t>
            </a:r>
          </a:p>
        </p:txBody>
      </p:sp>
      <p:sp>
        <p:nvSpPr>
          <p:cNvPr id="465" name="正方形/長方形 464">
            <a:extLst>
              <a:ext uri="{FF2B5EF4-FFF2-40B4-BE49-F238E27FC236}">
                <a16:creationId xmlns:a16="http://schemas.microsoft.com/office/drawing/2014/main" id="{E5D57477-5161-4CF8-80E6-EBB648795ABA}"/>
              </a:ext>
            </a:extLst>
          </p:cNvPr>
          <p:cNvSpPr/>
          <p:nvPr/>
        </p:nvSpPr>
        <p:spPr>
          <a:xfrm>
            <a:off x="11188924" y="3875933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計画・立案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管理会計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4" name="正方形/長方形 503">
            <a:extLst>
              <a:ext uri="{FF2B5EF4-FFF2-40B4-BE49-F238E27FC236}">
                <a16:creationId xmlns:a16="http://schemas.microsoft.com/office/drawing/2014/main" id="{7B82E3B4-2D90-425E-9882-865894D07837}"/>
              </a:ext>
            </a:extLst>
          </p:cNvPr>
          <p:cNvSpPr/>
          <p:nvPr/>
        </p:nvSpPr>
        <p:spPr>
          <a:xfrm>
            <a:off x="11188924" y="513571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連結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PSI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cxnSp>
        <p:nvCxnSpPr>
          <p:cNvPr id="552" name="直線矢印コネクタ 551">
            <a:extLst>
              <a:ext uri="{FF2B5EF4-FFF2-40B4-BE49-F238E27FC236}">
                <a16:creationId xmlns:a16="http://schemas.microsoft.com/office/drawing/2014/main" id="{315F52CE-00D5-4D51-A698-4079B178F4D1}"/>
              </a:ext>
            </a:extLst>
          </p:cNvPr>
          <p:cNvCxnSpPr>
            <a:cxnSpLocks/>
            <a:stCxn id="315" idx="3"/>
            <a:endCxn id="314" idx="1"/>
          </p:cNvCxnSpPr>
          <p:nvPr/>
        </p:nvCxnSpPr>
        <p:spPr>
          <a:xfrm>
            <a:off x="6780928" y="1720704"/>
            <a:ext cx="221687" cy="424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3" name="正方形/長方形 742">
            <a:extLst>
              <a:ext uri="{FF2B5EF4-FFF2-40B4-BE49-F238E27FC236}">
                <a16:creationId xmlns:a16="http://schemas.microsoft.com/office/drawing/2014/main" id="{DCC34A0F-0640-4B20-A761-BC81228C2AED}"/>
              </a:ext>
            </a:extLst>
          </p:cNvPr>
          <p:cNvSpPr/>
          <p:nvPr/>
        </p:nvSpPr>
        <p:spPr>
          <a:xfrm>
            <a:off x="-3392288" y="3864664"/>
            <a:ext cx="3240000" cy="936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タイムリーな情報提供による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向上：⑨⑪⑫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情報共有・集約による需要予測の精度向上・業務の迅速化：③⑫</a:t>
            </a: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標準化・自動化による業務削減・業務品質向上：㉞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04" name="正方形/長方形 403">
            <a:extLst>
              <a:ext uri="{FF2B5EF4-FFF2-40B4-BE49-F238E27FC236}">
                <a16:creationId xmlns:a16="http://schemas.microsoft.com/office/drawing/2014/main" id="{D5444E08-DA5F-43FD-9588-F3688C5310DE}"/>
              </a:ext>
            </a:extLst>
          </p:cNvPr>
          <p:cNvSpPr/>
          <p:nvPr/>
        </p:nvSpPr>
        <p:spPr>
          <a:xfrm>
            <a:off x="-3392288" y="7105016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~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提供までは、ソリューションの強化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パートナーを活用したソリューションの販売強化：②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料金計算、アサインは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向上及び効率化</a:t>
            </a:r>
          </a:p>
        </p:txBody>
      </p:sp>
      <p:sp>
        <p:nvSpPr>
          <p:cNvPr id="420" name="正方形/長方形 419">
            <a:extLst>
              <a:ext uri="{FF2B5EF4-FFF2-40B4-BE49-F238E27FC236}">
                <a16:creationId xmlns:a16="http://schemas.microsoft.com/office/drawing/2014/main" id="{7E0385DC-395A-40B7-BC23-59DA1458DFC4}"/>
              </a:ext>
            </a:extLst>
          </p:cNvPr>
          <p:cNvSpPr/>
          <p:nvPr/>
        </p:nvSpPr>
        <p:spPr>
          <a:xfrm>
            <a:off x="-3392288" y="8113048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情報共有による問い合わせ対応の効率化、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1" name="正方形/長方形 420">
            <a:extLst>
              <a:ext uri="{FF2B5EF4-FFF2-40B4-BE49-F238E27FC236}">
                <a16:creationId xmlns:a16="http://schemas.microsoft.com/office/drawing/2014/main" id="{30D6393C-430C-4C17-A8BB-BACD010E217D}"/>
              </a:ext>
            </a:extLst>
          </p:cNvPr>
          <p:cNvSpPr/>
          <p:nvPr/>
        </p:nvSpPr>
        <p:spPr>
          <a:xfrm>
            <a:off x="-3392288" y="6096824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作業の効率化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消耗品などの需給管理の高度化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情報共有による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の向上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特約店作業の品質担保：①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1" name="正方形/長方形 750">
            <a:extLst>
              <a:ext uri="{FF2B5EF4-FFF2-40B4-BE49-F238E27FC236}">
                <a16:creationId xmlns:a16="http://schemas.microsoft.com/office/drawing/2014/main" id="{870EE602-8734-43DD-8122-664CCE764A07}"/>
              </a:ext>
            </a:extLst>
          </p:cNvPr>
          <p:cNvSpPr/>
          <p:nvPr/>
        </p:nvSpPr>
        <p:spPr>
          <a:xfrm>
            <a:off x="-3391928" y="1488288"/>
            <a:ext cx="3240000" cy="1133393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【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戦略策定～セリング・納期確認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】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（営業活動系）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代販チャネルへの情報共有・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AI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による販売促進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タイムリーな情報提供による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【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契約書作成～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】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（販売事務系）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自動化・情報共有・ルールの見直しによる業務効率化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5" name="正方形/長方形 424">
            <a:extLst>
              <a:ext uri="{FF2B5EF4-FFF2-40B4-BE49-F238E27FC236}">
                <a16:creationId xmlns:a16="http://schemas.microsoft.com/office/drawing/2014/main" id="{3F444CE7-0375-44A6-9DF6-6931620233B2}"/>
              </a:ext>
            </a:extLst>
          </p:cNvPr>
          <p:cNvSpPr/>
          <p:nvPr/>
        </p:nvSpPr>
        <p:spPr>
          <a:xfrm>
            <a:off x="-3392288" y="5088688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自動化による業務効率化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2" name="正方形/長方形 751">
            <a:extLst>
              <a:ext uri="{FF2B5EF4-FFF2-40B4-BE49-F238E27FC236}">
                <a16:creationId xmlns:a16="http://schemas.microsoft.com/office/drawing/2014/main" id="{D6C12468-4506-4786-8D7E-944C140C0D55}"/>
              </a:ext>
            </a:extLst>
          </p:cNvPr>
          <p:cNvSpPr/>
          <p:nvPr/>
        </p:nvSpPr>
        <p:spPr>
          <a:xfrm>
            <a:off x="-3392288" y="2856520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需要情報共有による生産計画の向上：⑫</a:t>
            </a: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戦略的在庫保有により需給機能を生産側へ統合：⑬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56" name="タイトル 7">
            <a:extLst>
              <a:ext uri="{FF2B5EF4-FFF2-40B4-BE49-F238E27FC236}">
                <a16:creationId xmlns:a16="http://schemas.microsoft.com/office/drawing/2014/main" id="{6D304BF6-0A04-4972-A428-753B70EA285B}"/>
              </a:ext>
            </a:extLst>
          </p:cNvPr>
          <p:cNvSpPr txBox="1">
            <a:spLocks/>
          </p:cNvSpPr>
          <p:nvPr/>
        </p:nvSpPr>
        <p:spPr>
          <a:xfrm>
            <a:off x="628467" y="135475"/>
            <a:ext cx="8938159" cy="562000"/>
          </a:xfrm>
          <a:prstGeom prst="rect">
            <a:avLst/>
          </a:prstGeom>
        </p:spPr>
        <p:txBody>
          <a:bodyPr vert="horz" lIns="0" tIns="0" rIns="0" bIns="14400" rtlCol="0" anchor="ctr" anchorCtr="0">
            <a:noAutofit/>
          </a:bodyPr>
          <a:lstStyle>
            <a:lvl1pPr algn="l" defTabSz="6649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1" sz="3103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中地図</a:t>
            </a:r>
            <a:endParaRPr lang="ja-JP" altLang="en-US" sz="2400" b="1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71" name="正方形/長方形 370">
            <a:extLst>
              <a:ext uri="{FF2B5EF4-FFF2-40B4-BE49-F238E27FC236}">
                <a16:creationId xmlns:a16="http://schemas.microsoft.com/office/drawing/2014/main" id="{2FBC5647-F20A-417E-8A8B-D62CDD726908}"/>
              </a:ext>
            </a:extLst>
          </p:cNvPr>
          <p:cNvSpPr/>
          <p:nvPr/>
        </p:nvSpPr>
        <p:spPr>
          <a:xfrm>
            <a:off x="8741936" y="48600"/>
            <a:ext cx="1675636" cy="492285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800" b="1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前回資料</a:t>
            </a:r>
            <a:endParaRPr kumimoji="1" lang="ja-JP" altLang="en-US" sz="12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31" name="四角形: 角を丸くする 430">
            <a:extLst>
              <a:ext uri="{FF2B5EF4-FFF2-40B4-BE49-F238E27FC236}">
                <a16:creationId xmlns:a16="http://schemas.microsoft.com/office/drawing/2014/main" id="{459551E5-905B-4C59-9EC3-5E2C963FB782}"/>
              </a:ext>
            </a:extLst>
          </p:cNvPr>
          <p:cNvSpPr/>
          <p:nvPr/>
        </p:nvSpPr>
        <p:spPr>
          <a:xfrm>
            <a:off x="-3320280" y="1344296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営業・営業支援</a:t>
            </a:r>
          </a:p>
        </p:txBody>
      </p:sp>
      <p:sp>
        <p:nvSpPr>
          <p:cNvPr id="432" name="四角形: 角を丸くする 431">
            <a:extLst>
              <a:ext uri="{FF2B5EF4-FFF2-40B4-BE49-F238E27FC236}">
                <a16:creationId xmlns:a16="http://schemas.microsoft.com/office/drawing/2014/main" id="{47A561C6-56D9-4C56-B86C-DC17388AA98C}"/>
              </a:ext>
            </a:extLst>
          </p:cNvPr>
          <p:cNvSpPr/>
          <p:nvPr/>
        </p:nvSpPr>
        <p:spPr>
          <a:xfrm>
            <a:off x="-3320280" y="2712528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製造</a:t>
            </a:r>
          </a:p>
        </p:txBody>
      </p:sp>
      <p:sp>
        <p:nvSpPr>
          <p:cNvPr id="434" name="四角形: 角を丸くする 433">
            <a:extLst>
              <a:ext uri="{FF2B5EF4-FFF2-40B4-BE49-F238E27FC236}">
                <a16:creationId xmlns:a16="http://schemas.microsoft.com/office/drawing/2014/main" id="{C5B5E240-18E5-44E5-BE51-4FE579FADE87}"/>
              </a:ext>
            </a:extLst>
          </p:cNvPr>
          <p:cNvSpPr/>
          <p:nvPr/>
        </p:nvSpPr>
        <p:spPr>
          <a:xfrm>
            <a:off x="-3320280" y="3720560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需給・物流</a:t>
            </a:r>
          </a:p>
        </p:txBody>
      </p:sp>
      <p:sp>
        <p:nvSpPr>
          <p:cNvPr id="435" name="四角形: 角を丸くする 434">
            <a:extLst>
              <a:ext uri="{FF2B5EF4-FFF2-40B4-BE49-F238E27FC236}">
                <a16:creationId xmlns:a16="http://schemas.microsoft.com/office/drawing/2014/main" id="{0A84015A-B747-4D6E-AD37-AD0DE5FA7B1C}"/>
              </a:ext>
            </a:extLst>
          </p:cNvPr>
          <p:cNvSpPr/>
          <p:nvPr/>
        </p:nvSpPr>
        <p:spPr>
          <a:xfrm>
            <a:off x="-3320280" y="4944672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購買</a:t>
            </a:r>
          </a:p>
        </p:txBody>
      </p:sp>
      <p:sp>
        <p:nvSpPr>
          <p:cNvPr id="437" name="四角形: 角を丸くする 436">
            <a:extLst>
              <a:ext uri="{FF2B5EF4-FFF2-40B4-BE49-F238E27FC236}">
                <a16:creationId xmlns:a16="http://schemas.microsoft.com/office/drawing/2014/main" id="{F1D9CDF0-B179-4C88-AD59-0ED5FA9452C5}"/>
              </a:ext>
            </a:extLst>
          </p:cNvPr>
          <p:cNvSpPr/>
          <p:nvPr/>
        </p:nvSpPr>
        <p:spPr>
          <a:xfrm>
            <a:off x="-3320280" y="5952808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</a:p>
        </p:txBody>
      </p:sp>
      <p:sp>
        <p:nvSpPr>
          <p:cNvPr id="438" name="四角形: 角を丸くする 437">
            <a:extLst>
              <a:ext uri="{FF2B5EF4-FFF2-40B4-BE49-F238E27FC236}">
                <a16:creationId xmlns:a16="http://schemas.microsoft.com/office/drawing/2014/main" id="{FC136869-BC14-4051-B5E7-9A654505CBE1}"/>
              </a:ext>
            </a:extLst>
          </p:cNvPr>
          <p:cNvSpPr/>
          <p:nvPr/>
        </p:nvSpPr>
        <p:spPr>
          <a:xfrm>
            <a:off x="-3320280" y="6960920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ソリューション・サービス</a:t>
            </a:r>
          </a:p>
        </p:txBody>
      </p:sp>
      <p:sp>
        <p:nvSpPr>
          <p:cNvPr id="440" name="四角形: 角を丸くする 439">
            <a:extLst>
              <a:ext uri="{FF2B5EF4-FFF2-40B4-BE49-F238E27FC236}">
                <a16:creationId xmlns:a16="http://schemas.microsoft.com/office/drawing/2014/main" id="{A800A681-F3A9-4526-B8FB-6FE4039BE7A6}"/>
              </a:ext>
            </a:extLst>
          </p:cNvPr>
          <p:cNvSpPr/>
          <p:nvPr/>
        </p:nvSpPr>
        <p:spPr>
          <a:xfrm>
            <a:off x="-3320280" y="7969032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顧客管理</a:t>
            </a:r>
          </a:p>
        </p:txBody>
      </p:sp>
      <p:sp>
        <p:nvSpPr>
          <p:cNvPr id="588" name="四角形: 角を丸くする 587">
            <a:extLst>
              <a:ext uri="{FF2B5EF4-FFF2-40B4-BE49-F238E27FC236}">
                <a16:creationId xmlns:a16="http://schemas.microsoft.com/office/drawing/2014/main" id="{709FF482-C3CE-47E6-B8A7-3A20A95902FB}"/>
              </a:ext>
            </a:extLst>
          </p:cNvPr>
          <p:cNvSpPr/>
          <p:nvPr/>
        </p:nvSpPr>
        <p:spPr>
          <a:xfrm>
            <a:off x="2376536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9" name="四角形: 角を丸くする 588">
            <a:extLst>
              <a:ext uri="{FF2B5EF4-FFF2-40B4-BE49-F238E27FC236}">
                <a16:creationId xmlns:a16="http://schemas.microsoft.com/office/drawing/2014/main" id="{B927303E-8A20-4436-BB86-6FF9243DEE25}"/>
              </a:ext>
            </a:extLst>
          </p:cNvPr>
          <p:cNvSpPr/>
          <p:nvPr/>
        </p:nvSpPr>
        <p:spPr>
          <a:xfrm>
            <a:off x="2196536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2" name="四角形: 角を丸くする 591">
            <a:extLst>
              <a:ext uri="{FF2B5EF4-FFF2-40B4-BE49-F238E27FC236}">
                <a16:creationId xmlns:a16="http://schemas.microsoft.com/office/drawing/2014/main" id="{8E1753E8-0776-4AE7-8341-F80C7CD66C43}"/>
              </a:ext>
            </a:extLst>
          </p:cNvPr>
          <p:cNvSpPr/>
          <p:nvPr/>
        </p:nvSpPr>
        <p:spPr>
          <a:xfrm>
            <a:off x="2196536" y="60738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3" name="四角形: 角を丸くする 592">
            <a:extLst>
              <a:ext uri="{FF2B5EF4-FFF2-40B4-BE49-F238E27FC236}">
                <a16:creationId xmlns:a16="http://schemas.microsoft.com/office/drawing/2014/main" id="{FDE074A4-7331-4202-BAF2-F4546594D5EB}"/>
              </a:ext>
            </a:extLst>
          </p:cNvPr>
          <p:cNvSpPr/>
          <p:nvPr/>
        </p:nvSpPr>
        <p:spPr>
          <a:xfrm>
            <a:off x="2376536" y="60738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8" name="楕円 597">
            <a:extLst>
              <a:ext uri="{FF2B5EF4-FFF2-40B4-BE49-F238E27FC236}">
                <a16:creationId xmlns:a16="http://schemas.microsoft.com/office/drawing/2014/main" id="{BA8F47DD-73C9-40AC-BCAA-30EE89683C5C}"/>
              </a:ext>
            </a:extLst>
          </p:cNvPr>
          <p:cNvSpPr/>
          <p:nvPr/>
        </p:nvSpPr>
        <p:spPr>
          <a:xfrm>
            <a:off x="1102694" y="205577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2" name="楕円 601">
            <a:extLst>
              <a:ext uri="{FF2B5EF4-FFF2-40B4-BE49-F238E27FC236}">
                <a16:creationId xmlns:a16="http://schemas.microsoft.com/office/drawing/2014/main" id="{023F0F23-8B62-4A6C-92FC-D470917238AF}"/>
              </a:ext>
            </a:extLst>
          </p:cNvPr>
          <p:cNvSpPr/>
          <p:nvPr/>
        </p:nvSpPr>
        <p:spPr>
          <a:xfrm>
            <a:off x="922694" y="205577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6" name="四角形: 角を丸くする 605">
            <a:extLst>
              <a:ext uri="{FF2B5EF4-FFF2-40B4-BE49-F238E27FC236}">
                <a16:creationId xmlns:a16="http://schemas.microsoft.com/office/drawing/2014/main" id="{69C8E429-45FA-4881-AAEF-A135FD3EE324}"/>
              </a:ext>
            </a:extLst>
          </p:cNvPr>
          <p:cNvSpPr/>
          <p:nvPr/>
        </p:nvSpPr>
        <p:spPr>
          <a:xfrm>
            <a:off x="3101494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9" name="四角形: 角を丸くする 608">
            <a:extLst>
              <a:ext uri="{FF2B5EF4-FFF2-40B4-BE49-F238E27FC236}">
                <a16:creationId xmlns:a16="http://schemas.microsoft.com/office/drawing/2014/main" id="{749F85F0-B17A-46DC-AC88-0E1FC19BC795}"/>
              </a:ext>
            </a:extLst>
          </p:cNvPr>
          <p:cNvSpPr/>
          <p:nvPr/>
        </p:nvSpPr>
        <p:spPr>
          <a:xfrm>
            <a:off x="3281494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3" name="四角形: 角を丸くする 612">
            <a:extLst>
              <a:ext uri="{FF2B5EF4-FFF2-40B4-BE49-F238E27FC236}">
                <a16:creationId xmlns:a16="http://schemas.microsoft.com/office/drawing/2014/main" id="{E1CD782A-1FC6-45B4-AA92-D3608BC42180}"/>
              </a:ext>
            </a:extLst>
          </p:cNvPr>
          <p:cNvSpPr/>
          <p:nvPr/>
        </p:nvSpPr>
        <p:spPr>
          <a:xfrm>
            <a:off x="566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6" name="四角形: 角を丸くする 615">
            <a:extLst>
              <a:ext uri="{FF2B5EF4-FFF2-40B4-BE49-F238E27FC236}">
                <a16:creationId xmlns:a16="http://schemas.microsoft.com/office/drawing/2014/main" id="{FF243754-B91E-4942-84C4-34AEEE7C018F}"/>
              </a:ext>
            </a:extLst>
          </p:cNvPr>
          <p:cNvSpPr/>
          <p:nvPr/>
        </p:nvSpPr>
        <p:spPr>
          <a:xfrm>
            <a:off x="584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8" name="四角形: 角を丸くする 617">
            <a:extLst>
              <a:ext uri="{FF2B5EF4-FFF2-40B4-BE49-F238E27FC236}">
                <a16:creationId xmlns:a16="http://schemas.microsoft.com/office/drawing/2014/main" id="{AF801EF8-BB93-4700-8F66-E8E03D5F186B}"/>
              </a:ext>
            </a:extLst>
          </p:cNvPr>
          <p:cNvSpPr/>
          <p:nvPr/>
        </p:nvSpPr>
        <p:spPr>
          <a:xfrm>
            <a:off x="638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9" name="四角形: 角を丸くする 618">
            <a:extLst>
              <a:ext uri="{FF2B5EF4-FFF2-40B4-BE49-F238E27FC236}">
                <a16:creationId xmlns:a16="http://schemas.microsoft.com/office/drawing/2014/main" id="{9CA71E2A-B03E-448B-A240-70A5157C5CD7}"/>
              </a:ext>
            </a:extLst>
          </p:cNvPr>
          <p:cNvSpPr/>
          <p:nvPr/>
        </p:nvSpPr>
        <p:spPr>
          <a:xfrm>
            <a:off x="656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0" name="四角形: 角を丸くする 619">
            <a:extLst>
              <a:ext uri="{FF2B5EF4-FFF2-40B4-BE49-F238E27FC236}">
                <a16:creationId xmlns:a16="http://schemas.microsoft.com/office/drawing/2014/main" id="{CE7F99FA-BEEA-47B8-AFCC-A96D4DE8E988}"/>
              </a:ext>
            </a:extLst>
          </p:cNvPr>
          <p:cNvSpPr/>
          <p:nvPr/>
        </p:nvSpPr>
        <p:spPr>
          <a:xfrm>
            <a:off x="5846059" y="897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1" name="四角形: 角を丸くする 620">
            <a:extLst>
              <a:ext uri="{FF2B5EF4-FFF2-40B4-BE49-F238E27FC236}">
                <a16:creationId xmlns:a16="http://schemas.microsoft.com/office/drawing/2014/main" id="{BEA2E957-70AE-4471-952D-C90DBABBF373}"/>
              </a:ext>
            </a:extLst>
          </p:cNvPr>
          <p:cNvSpPr/>
          <p:nvPr/>
        </p:nvSpPr>
        <p:spPr>
          <a:xfrm>
            <a:off x="602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4" name="四角形: 角を丸くする 623">
            <a:extLst>
              <a:ext uri="{FF2B5EF4-FFF2-40B4-BE49-F238E27FC236}">
                <a16:creationId xmlns:a16="http://schemas.microsoft.com/office/drawing/2014/main" id="{010D5252-AB8F-48DE-B967-ECB8D597B489}"/>
              </a:ext>
            </a:extLst>
          </p:cNvPr>
          <p:cNvSpPr/>
          <p:nvPr/>
        </p:nvSpPr>
        <p:spPr>
          <a:xfrm>
            <a:off x="620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6" name="四角形: 角を丸くする 625">
            <a:extLst>
              <a:ext uri="{FF2B5EF4-FFF2-40B4-BE49-F238E27FC236}">
                <a16:creationId xmlns:a16="http://schemas.microsoft.com/office/drawing/2014/main" id="{402932A6-1EE7-420C-A761-42A5EDBC0975}"/>
              </a:ext>
            </a:extLst>
          </p:cNvPr>
          <p:cNvSpPr/>
          <p:nvPr/>
        </p:nvSpPr>
        <p:spPr>
          <a:xfrm>
            <a:off x="5666059" y="897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9" name="四角形: 角を丸くする 628">
            <a:extLst>
              <a:ext uri="{FF2B5EF4-FFF2-40B4-BE49-F238E27FC236}">
                <a16:creationId xmlns:a16="http://schemas.microsoft.com/office/drawing/2014/main" id="{22E0A24A-1845-454A-B7BD-EE5F819F6C60}"/>
              </a:ext>
            </a:extLst>
          </p:cNvPr>
          <p:cNvSpPr/>
          <p:nvPr/>
        </p:nvSpPr>
        <p:spPr>
          <a:xfrm>
            <a:off x="3101494" y="91850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5" name="四角形: 角を丸くする 634">
            <a:extLst>
              <a:ext uri="{FF2B5EF4-FFF2-40B4-BE49-F238E27FC236}">
                <a16:creationId xmlns:a16="http://schemas.microsoft.com/office/drawing/2014/main" id="{39E5A1FB-15F8-4ED6-A0DE-CCFC5E6B4D1E}"/>
              </a:ext>
            </a:extLst>
          </p:cNvPr>
          <p:cNvSpPr/>
          <p:nvPr/>
        </p:nvSpPr>
        <p:spPr>
          <a:xfrm>
            <a:off x="7002401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9" name="四角形: 角を丸くする 638">
            <a:extLst>
              <a:ext uri="{FF2B5EF4-FFF2-40B4-BE49-F238E27FC236}">
                <a16:creationId xmlns:a16="http://schemas.microsoft.com/office/drawing/2014/main" id="{039246EA-8C22-40C0-A201-C001EF317D2C}"/>
              </a:ext>
            </a:extLst>
          </p:cNvPr>
          <p:cNvSpPr/>
          <p:nvPr/>
        </p:nvSpPr>
        <p:spPr>
          <a:xfrm>
            <a:off x="7362401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0" name="四角形: 角を丸くする 639">
            <a:extLst>
              <a:ext uri="{FF2B5EF4-FFF2-40B4-BE49-F238E27FC236}">
                <a16:creationId xmlns:a16="http://schemas.microsoft.com/office/drawing/2014/main" id="{31E366D9-A6E8-4655-9C45-D96BD3460DEE}"/>
              </a:ext>
            </a:extLst>
          </p:cNvPr>
          <p:cNvSpPr/>
          <p:nvPr/>
        </p:nvSpPr>
        <p:spPr>
          <a:xfrm>
            <a:off x="7182401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1" name="四角形: 角を丸くする 640">
            <a:extLst>
              <a:ext uri="{FF2B5EF4-FFF2-40B4-BE49-F238E27FC236}">
                <a16:creationId xmlns:a16="http://schemas.microsoft.com/office/drawing/2014/main" id="{D2FF7ECF-ED88-434B-90A0-F6D0071206A1}"/>
              </a:ext>
            </a:extLst>
          </p:cNvPr>
          <p:cNvSpPr/>
          <p:nvPr/>
        </p:nvSpPr>
        <p:spPr>
          <a:xfrm>
            <a:off x="310406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2" name="四角形: 角を丸くする 641">
            <a:extLst>
              <a:ext uri="{FF2B5EF4-FFF2-40B4-BE49-F238E27FC236}">
                <a16:creationId xmlns:a16="http://schemas.microsoft.com/office/drawing/2014/main" id="{B3138A74-F3F1-4937-BCAB-206B1FDD3692}"/>
              </a:ext>
            </a:extLst>
          </p:cNvPr>
          <p:cNvSpPr/>
          <p:nvPr/>
        </p:nvSpPr>
        <p:spPr>
          <a:xfrm>
            <a:off x="3101000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3" name="四角形: 角を丸くする 642">
            <a:extLst>
              <a:ext uri="{FF2B5EF4-FFF2-40B4-BE49-F238E27FC236}">
                <a16:creationId xmlns:a16="http://schemas.microsoft.com/office/drawing/2014/main" id="{041EF94E-66E5-4C27-8408-B23CE7A0BA6E}"/>
              </a:ext>
            </a:extLst>
          </p:cNvPr>
          <p:cNvSpPr/>
          <p:nvPr/>
        </p:nvSpPr>
        <p:spPr>
          <a:xfrm>
            <a:off x="440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4" name="四角形: 角を丸くする 643">
            <a:extLst>
              <a:ext uri="{FF2B5EF4-FFF2-40B4-BE49-F238E27FC236}">
                <a16:creationId xmlns:a16="http://schemas.microsoft.com/office/drawing/2014/main" id="{45FDE5D5-ED15-475E-AF2D-83C5F7EDB681}"/>
              </a:ext>
            </a:extLst>
          </p:cNvPr>
          <p:cNvSpPr/>
          <p:nvPr/>
        </p:nvSpPr>
        <p:spPr>
          <a:xfrm>
            <a:off x="458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5" name="四角形: 角を丸くする 644">
            <a:extLst>
              <a:ext uri="{FF2B5EF4-FFF2-40B4-BE49-F238E27FC236}">
                <a16:creationId xmlns:a16="http://schemas.microsoft.com/office/drawing/2014/main" id="{AC9DB1F9-421F-4375-A5D3-189A1F5A9FC3}"/>
              </a:ext>
            </a:extLst>
          </p:cNvPr>
          <p:cNvSpPr/>
          <p:nvPr/>
        </p:nvSpPr>
        <p:spPr>
          <a:xfrm>
            <a:off x="494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6" name="四角形: 角を丸くする 645">
            <a:extLst>
              <a:ext uri="{FF2B5EF4-FFF2-40B4-BE49-F238E27FC236}">
                <a16:creationId xmlns:a16="http://schemas.microsoft.com/office/drawing/2014/main" id="{4FCB8EEC-ED80-43A8-8CFD-7C43582B1C61}"/>
              </a:ext>
            </a:extLst>
          </p:cNvPr>
          <p:cNvSpPr/>
          <p:nvPr/>
        </p:nvSpPr>
        <p:spPr>
          <a:xfrm>
            <a:off x="4408021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7" name="四角形: 角を丸くする 646">
            <a:extLst>
              <a:ext uri="{FF2B5EF4-FFF2-40B4-BE49-F238E27FC236}">
                <a16:creationId xmlns:a16="http://schemas.microsoft.com/office/drawing/2014/main" id="{E0D7E2C9-3B8C-4FDB-8A72-D3460214500E}"/>
              </a:ext>
            </a:extLst>
          </p:cNvPr>
          <p:cNvSpPr/>
          <p:nvPr/>
        </p:nvSpPr>
        <p:spPr>
          <a:xfrm>
            <a:off x="476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8" name="四角形: 角を丸くする 647">
            <a:extLst>
              <a:ext uri="{FF2B5EF4-FFF2-40B4-BE49-F238E27FC236}">
                <a16:creationId xmlns:a16="http://schemas.microsoft.com/office/drawing/2014/main" id="{C1F77053-6A90-497E-8D63-EF900690F9A1}"/>
              </a:ext>
            </a:extLst>
          </p:cNvPr>
          <p:cNvSpPr/>
          <p:nvPr/>
        </p:nvSpPr>
        <p:spPr>
          <a:xfrm>
            <a:off x="512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0" name="四角形: 角を丸くする 649">
            <a:extLst>
              <a:ext uri="{FF2B5EF4-FFF2-40B4-BE49-F238E27FC236}">
                <a16:creationId xmlns:a16="http://schemas.microsoft.com/office/drawing/2014/main" id="{E17347DE-783A-4D10-96E5-366B7C786549}"/>
              </a:ext>
            </a:extLst>
          </p:cNvPr>
          <p:cNvSpPr/>
          <p:nvPr/>
        </p:nvSpPr>
        <p:spPr>
          <a:xfrm>
            <a:off x="530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9" name="四角形: 角を丸くする 658">
            <a:extLst>
              <a:ext uri="{FF2B5EF4-FFF2-40B4-BE49-F238E27FC236}">
                <a16:creationId xmlns:a16="http://schemas.microsoft.com/office/drawing/2014/main" id="{AF654516-9B7E-491F-8AD5-03F403D5390E}"/>
              </a:ext>
            </a:extLst>
          </p:cNvPr>
          <p:cNvSpPr/>
          <p:nvPr/>
        </p:nvSpPr>
        <p:spPr>
          <a:xfrm>
            <a:off x="569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75" name="四角形: 角を丸くする 674">
            <a:extLst>
              <a:ext uri="{FF2B5EF4-FFF2-40B4-BE49-F238E27FC236}">
                <a16:creationId xmlns:a16="http://schemas.microsoft.com/office/drawing/2014/main" id="{934919C3-16F8-44EE-9F48-859501E2C513}"/>
              </a:ext>
            </a:extLst>
          </p:cNvPr>
          <p:cNvSpPr/>
          <p:nvPr/>
        </p:nvSpPr>
        <p:spPr>
          <a:xfrm>
            <a:off x="587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78" name="四角形: 角を丸くする 677">
            <a:extLst>
              <a:ext uri="{FF2B5EF4-FFF2-40B4-BE49-F238E27FC236}">
                <a16:creationId xmlns:a16="http://schemas.microsoft.com/office/drawing/2014/main" id="{40C310A4-DA85-4BA2-A013-7BDFC77F2A3A}"/>
              </a:ext>
            </a:extLst>
          </p:cNvPr>
          <p:cNvSpPr/>
          <p:nvPr/>
        </p:nvSpPr>
        <p:spPr>
          <a:xfrm>
            <a:off x="605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79" name="四角形: 角を丸くする 678">
            <a:extLst>
              <a:ext uri="{FF2B5EF4-FFF2-40B4-BE49-F238E27FC236}">
                <a16:creationId xmlns:a16="http://schemas.microsoft.com/office/drawing/2014/main" id="{29C54B0E-5DF5-4DE3-A6C8-9E43AF6B9CCB}"/>
              </a:ext>
            </a:extLst>
          </p:cNvPr>
          <p:cNvSpPr/>
          <p:nvPr/>
        </p:nvSpPr>
        <p:spPr>
          <a:xfrm>
            <a:off x="623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0" name="四角形: 角を丸くする 679">
            <a:extLst>
              <a:ext uri="{FF2B5EF4-FFF2-40B4-BE49-F238E27FC236}">
                <a16:creationId xmlns:a16="http://schemas.microsoft.com/office/drawing/2014/main" id="{A6A993A2-BEEF-4F81-B299-AB26669EB4F3}"/>
              </a:ext>
            </a:extLst>
          </p:cNvPr>
          <p:cNvSpPr/>
          <p:nvPr/>
        </p:nvSpPr>
        <p:spPr>
          <a:xfrm>
            <a:off x="5696460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1" name="四角形: 角を丸くする 680">
            <a:extLst>
              <a:ext uri="{FF2B5EF4-FFF2-40B4-BE49-F238E27FC236}">
                <a16:creationId xmlns:a16="http://schemas.microsoft.com/office/drawing/2014/main" id="{EECF9461-1C48-4399-8FA3-4C3C8F0AAB2F}"/>
              </a:ext>
            </a:extLst>
          </p:cNvPr>
          <p:cNvSpPr/>
          <p:nvPr/>
        </p:nvSpPr>
        <p:spPr>
          <a:xfrm>
            <a:off x="641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2" name="四角形: 角を丸くする 681">
            <a:extLst>
              <a:ext uri="{FF2B5EF4-FFF2-40B4-BE49-F238E27FC236}">
                <a16:creationId xmlns:a16="http://schemas.microsoft.com/office/drawing/2014/main" id="{860119BB-2A7D-426C-99C0-A6D7A001D741}"/>
              </a:ext>
            </a:extLst>
          </p:cNvPr>
          <p:cNvSpPr/>
          <p:nvPr/>
        </p:nvSpPr>
        <p:spPr>
          <a:xfrm>
            <a:off x="659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3" name="四角形: 角を丸くする 682">
            <a:extLst>
              <a:ext uri="{FF2B5EF4-FFF2-40B4-BE49-F238E27FC236}">
                <a16:creationId xmlns:a16="http://schemas.microsoft.com/office/drawing/2014/main" id="{7182BE98-9867-45E7-B35A-508A39F5E561}"/>
              </a:ext>
            </a:extLst>
          </p:cNvPr>
          <p:cNvSpPr/>
          <p:nvPr/>
        </p:nvSpPr>
        <p:spPr>
          <a:xfrm>
            <a:off x="4403566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4" name="四角形: 角を丸くする 683">
            <a:extLst>
              <a:ext uri="{FF2B5EF4-FFF2-40B4-BE49-F238E27FC236}">
                <a16:creationId xmlns:a16="http://schemas.microsoft.com/office/drawing/2014/main" id="{A0115CD1-25A8-437E-9D19-A6E7F1BDC0FA}"/>
              </a:ext>
            </a:extLst>
          </p:cNvPr>
          <p:cNvSpPr/>
          <p:nvPr/>
        </p:nvSpPr>
        <p:spPr>
          <a:xfrm>
            <a:off x="7005462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5" name="四角形: 角を丸くする 684">
            <a:extLst>
              <a:ext uri="{FF2B5EF4-FFF2-40B4-BE49-F238E27FC236}">
                <a16:creationId xmlns:a16="http://schemas.microsoft.com/office/drawing/2014/main" id="{CB5F4424-F627-44CE-974C-0740FE16ED21}"/>
              </a:ext>
            </a:extLst>
          </p:cNvPr>
          <p:cNvSpPr/>
          <p:nvPr/>
        </p:nvSpPr>
        <p:spPr>
          <a:xfrm>
            <a:off x="8300298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6" name="四角形: 角を丸くする 685">
            <a:extLst>
              <a:ext uri="{FF2B5EF4-FFF2-40B4-BE49-F238E27FC236}">
                <a16:creationId xmlns:a16="http://schemas.microsoft.com/office/drawing/2014/main" id="{52355DBE-5981-4B06-97D9-CE25F149650E}"/>
              </a:ext>
            </a:extLst>
          </p:cNvPr>
          <p:cNvSpPr/>
          <p:nvPr/>
        </p:nvSpPr>
        <p:spPr>
          <a:xfrm>
            <a:off x="569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7" name="四角形: 角を丸くする 686">
            <a:extLst>
              <a:ext uri="{FF2B5EF4-FFF2-40B4-BE49-F238E27FC236}">
                <a16:creationId xmlns:a16="http://schemas.microsoft.com/office/drawing/2014/main" id="{1FFC8AF8-659B-417F-BE9E-9B30E28D2841}"/>
              </a:ext>
            </a:extLst>
          </p:cNvPr>
          <p:cNvSpPr/>
          <p:nvPr/>
        </p:nvSpPr>
        <p:spPr>
          <a:xfrm>
            <a:off x="587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92" name="四角形: 角を丸くする 691">
            <a:extLst>
              <a:ext uri="{FF2B5EF4-FFF2-40B4-BE49-F238E27FC236}">
                <a16:creationId xmlns:a16="http://schemas.microsoft.com/office/drawing/2014/main" id="{CBF3685E-130D-4A78-9722-B84B7EF0DCAE}"/>
              </a:ext>
            </a:extLst>
          </p:cNvPr>
          <p:cNvSpPr/>
          <p:nvPr/>
        </p:nvSpPr>
        <p:spPr>
          <a:xfrm>
            <a:off x="623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97" name="四角形: 角を丸くする 696">
            <a:extLst>
              <a:ext uri="{FF2B5EF4-FFF2-40B4-BE49-F238E27FC236}">
                <a16:creationId xmlns:a16="http://schemas.microsoft.com/office/drawing/2014/main" id="{C75CF8CF-1B79-4207-AAE2-166C9E9093F6}"/>
              </a:ext>
            </a:extLst>
          </p:cNvPr>
          <p:cNvSpPr/>
          <p:nvPr/>
        </p:nvSpPr>
        <p:spPr>
          <a:xfrm>
            <a:off x="605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98" name="四角形: 角を丸くする 697">
            <a:extLst>
              <a:ext uri="{FF2B5EF4-FFF2-40B4-BE49-F238E27FC236}">
                <a16:creationId xmlns:a16="http://schemas.microsoft.com/office/drawing/2014/main" id="{227CEEFF-5DF8-44CB-B33C-F78AD7E74A69}"/>
              </a:ext>
            </a:extLst>
          </p:cNvPr>
          <p:cNvSpPr/>
          <p:nvPr/>
        </p:nvSpPr>
        <p:spPr>
          <a:xfrm>
            <a:off x="641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03" name="四角形: 角を丸くする 702">
            <a:extLst>
              <a:ext uri="{FF2B5EF4-FFF2-40B4-BE49-F238E27FC236}">
                <a16:creationId xmlns:a16="http://schemas.microsoft.com/office/drawing/2014/main" id="{4B3FA22E-1F5F-44F5-9027-2AA2546293AD}"/>
              </a:ext>
            </a:extLst>
          </p:cNvPr>
          <p:cNvSpPr/>
          <p:nvPr/>
        </p:nvSpPr>
        <p:spPr>
          <a:xfrm>
            <a:off x="659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08" name="四角形: 角を丸くする 707">
            <a:extLst>
              <a:ext uri="{FF2B5EF4-FFF2-40B4-BE49-F238E27FC236}">
                <a16:creationId xmlns:a16="http://schemas.microsoft.com/office/drawing/2014/main" id="{EADB90DC-2251-48A9-BC96-1F2147840D0E}"/>
              </a:ext>
            </a:extLst>
          </p:cNvPr>
          <p:cNvSpPr/>
          <p:nvPr/>
        </p:nvSpPr>
        <p:spPr>
          <a:xfrm>
            <a:off x="570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09" name="四角形: 角を丸くする 708">
            <a:extLst>
              <a:ext uri="{FF2B5EF4-FFF2-40B4-BE49-F238E27FC236}">
                <a16:creationId xmlns:a16="http://schemas.microsoft.com/office/drawing/2014/main" id="{51AD2998-C809-4C87-AC10-9ED266068FC8}"/>
              </a:ext>
            </a:extLst>
          </p:cNvPr>
          <p:cNvSpPr/>
          <p:nvPr/>
        </p:nvSpPr>
        <p:spPr>
          <a:xfrm>
            <a:off x="588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0" name="四角形: 角を丸くする 709">
            <a:extLst>
              <a:ext uri="{FF2B5EF4-FFF2-40B4-BE49-F238E27FC236}">
                <a16:creationId xmlns:a16="http://schemas.microsoft.com/office/drawing/2014/main" id="{F01A277F-939F-4806-944D-1C9CEC5E2B0C}"/>
              </a:ext>
            </a:extLst>
          </p:cNvPr>
          <p:cNvSpPr/>
          <p:nvPr/>
        </p:nvSpPr>
        <p:spPr>
          <a:xfrm>
            <a:off x="606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1" name="四角形: 角を丸くする 710">
            <a:extLst>
              <a:ext uri="{FF2B5EF4-FFF2-40B4-BE49-F238E27FC236}">
                <a16:creationId xmlns:a16="http://schemas.microsoft.com/office/drawing/2014/main" id="{B2F5DAC0-77BA-4CC7-AF55-2CC6EE1BD00C}"/>
              </a:ext>
            </a:extLst>
          </p:cNvPr>
          <p:cNvSpPr/>
          <p:nvPr/>
        </p:nvSpPr>
        <p:spPr>
          <a:xfrm>
            <a:off x="624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3" name="四角形: 角を丸くする 712">
            <a:extLst>
              <a:ext uri="{FF2B5EF4-FFF2-40B4-BE49-F238E27FC236}">
                <a16:creationId xmlns:a16="http://schemas.microsoft.com/office/drawing/2014/main" id="{C7BE84B8-A5AE-436F-909B-094E096AB436}"/>
              </a:ext>
            </a:extLst>
          </p:cNvPr>
          <p:cNvSpPr/>
          <p:nvPr/>
        </p:nvSpPr>
        <p:spPr>
          <a:xfrm>
            <a:off x="476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4" name="四角形: 角を丸くする 713">
            <a:extLst>
              <a:ext uri="{FF2B5EF4-FFF2-40B4-BE49-F238E27FC236}">
                <a16:creationId xmlns:a16="http://schemas.microsoft.com/office/drawing/2014/main" id="{78D6EE80-491B-4023-A439-EBE9C0B0A5A9}"/>
              </a:ext>
            </a:extLst>
          </p:cNvPr>
          <p:cNvSpPr/>
          <p:nvPr/>
        </p:nvSpPr>
        <p:spPr>
          <a:xfrm>
            <a:off x="512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5" name="四角形: 角を丸くする 714">
            <a:extLst>
              <a:ext uri="{FF2B5EF4-FFF2-40B4-BE49-F238E27FC236}">
                <a16:creationId xmlns:a16="http://schemas.microsoft.com/office/drawing/2014/main" id="{35E1A8AB-0112-4D4F-9108-A6F58BFE98F2}"/>
              </a:ext>
            </a:extLst>
          </p:cNvPr>
          <p:cNvSpPr/>
          <p:nvPr/>
        </p:nvSpPr>
        <p:spPr>
          <a:xfrm>
            <a:off x="530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6" name="四角形: 角を丸くする 715">
            <a:extLst>
              <a:ext uri="{FF2B5EF4-FFF2-40B4-BE49-F238E27FC236}">
                <a16:creationId xmlns:a16="http://schemas.microsoft.com/office/drawing/2014/main" id="{EBB38C1B-BA61-4600-9481-DA75B53FE151}"/>
              </a:ext>
            </a:extLst>
          </p:cNvPr>
          <p:cNvSpPr/>
          <p:nvPr/>
        </p:nvSpPr>
        <p:spPr>
          <a:xfrm>
            <a:off x="440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7" name="四角形: 角を丸くする 716">
            <a:extLst>
              <a:ext uri="{FF2B5EF4-FFF2-40B4-BE49-F238E27FC236}">
                <a16:creationId xmlns:a16="http://schemas.microsoft.com/office/drawing/2014/main" id="{5823EB68-2700-4BB9-AAB9-B62A71C2632C}"/>
              </a:ext>
            </a:extLst>
          </p:cNvPr>
          <p:cNvSpPr/>
          <p:nvPr/>
        </p:nvSpPr>
        <p:spPr>
          <a:xfrm>
            <a:off x="458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8" name="四角形: 角を丸くする 717">
            <a:extLst>
              <a:ext uri="{FF2B5EF4-FFF2-40B4-BE49-F238E27FC236}">
                <a16:creationId xmlns:a16="http://schemas.microsoft.com/office/drawing/2014/main" id="{CE419A2E-4DD8-49B4-8D0B-E831D2DD9C30}"/>
              </a:ext>
            </a:extLst>
          </p:cNvPr>
          <p:cNvSpPr/>
          <p:nvPr/>
        </p:nvSpPr>
        <p:spPr>
          <a:xfrm>
            <a:off x="494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9" name="四角形: 角を丸くする 718">
            <a:extLst>
              <a:ext uri="{FF2B5EF4-FFF2-40B4-BE49-F238E27FC236}">
                <a16:creationId xmlns:a16="http://schemas.microsoft.com/office/drawing/2014/main" id="{915C58AE-25D5-44DA-AD6D-187BB6012B84}"/>
              </a:ext>
            </a:extLst>
          </p:cNvPr>
          <p:cNvSpPr/>
          <p:nvPr/>
        </p:nvSpPr>
        <p:spPr>
          <a:xfrm>
            <a:off x="773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0" name="四角形: 角を丸くする 719">
            <a:extLst>
              <a:ext uri="{FF2B5EF4-FFF2-40B4-BE49-F238E27FC236}">
                <a16:creationId xmlns:a16="http://schemas.microsoft.com/office/drawing/2014/main" id="{2DF9FB57-7300-4B49-B2AD-6C7C94514387}"/>
              </a:ext>
            </a:extLst>
          </p:cNvPr>
          <p:cNvSpPr/>
          <p:nvPr/>
        </p:nvSpPr>
        <p:spPr>
          <a:xfrm>
            <a:off x="701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1" name="四角形: 角を丸くする 720">
            <a:extLst>
              <a:ext uri="{FF2B5EF4-FFF2-40B4-BE49-F238E27FC236}">
                <a16:creationId xmlns:a16="http://schemas.microsoft.com/office/drawing/2014/main" id="{0CA153CB-114C-4F9B-A6A6-1767AD9DB66B}"/>
              </a:ext>
            </a:extLst>
          </p:cNvPr>
          <p:cNvSpPr/>
          <p:nvPr/>
        </p:nvSpPr>
        <p:spPr>
          <a:xfrm>
            <a:off x="719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2" name="四角形: 角を丸くする 721">
            <a:extLst>
              <a:ext uri="{FF2B5EF4-FFF2-40B4-BE49-F238E27FC236}">
                <a16:creationId xmlns:a16="http://schemas.microsoft.com/office/drawing/2014/main" id="{0246A82C-BFBA-4EBF-A214-C98AEAEB9961}"/>
              </a:ext>
            </a:extLst>
          </p:cNvPr>
          <p:cNvSpPr/>
          <p:nvPr/>
        </p:nvSpPr>
        <p:spPr>
          <a:xfrm>
            <a:off x="737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3" name="四角形: 角を丸くする 722">
            <a:extLst>
              <a:ext uri="{FF2B5EF4-FFF2-40B4-BE49-F238E27FC236}">
                <a16:creationId xmlns:a16="http://schemas.microsoft.com/office/drawing/2014/main" id="{8E45580C-11AC-48BD-A606-D175741CF4C3}"/>
              </a:ext>
            </a:extLst>
          </p:cNvPr>
          <p:cNvSpPr/>
          <p:nvPr/>
        </p:nvSpPr>
        <p:spPr>
          <a:xfrm>
            <a:off x="755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4" name="四角形: 角を丸くする 723">
            <a:extLst>
              <a:ext uri="{FF2B5EF4-FFF2-40B4-BE49-F238E27FC236}">
                <a16:creationId xmlns:a16="http://schemas.microsoft.com/office/drawing/2014/main" id="{9B0D30C0-04AF-4027-A3F9-D1AC46D78E0A}"/>
              </a:ext>
            </a:extLst>
          </p:cNvPr>
          <p:cNvSpPr/>
          <p:nvPr/>
        </p:nvSpPr>
        <p:spPr>
          <a:xfrm>
            <a:off x="3101000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5" name="四角形: 角を丸くする 724">
            <a:extLst>
              <a:ext uri="{FF2B5EF4-FFF2-40B4-BE49-F238E27FC236}">
                <a16:creationId xmlns:a16="http://schemas.microsoft.com/office/drawing/2014/main" id="{C9A1BD6F-0758-40AD-B4FC-6451E4AEEF3B}"/>
              </a:ext>
            </a:extLst>
          </p:cNvPr>
          <p:cNvSpPr/>
          <p:nvPr/>
        </p:nvSpPr>
        <p:spPr>
          <a:xfrm>
            <a:off x="3101000" y="63165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6" name="四角形: 角を丸くする 725">
            <a:extLst>
              <a:ext uri="{FF2B5EF4-FFF2-40B4-BE49-F238E27FC236}">
                <a16:creationId xmlns:a16="http://schemas.microsoft.com/office/drawing/2014/main" id="{D9333730-F788-4D84-81D4-0D567F3C8CAD}"/>
              </a:ext>
            </a:extLst>
          </p:cNvPr>
          <p:cNvSpPr/>
          <p:nvPr/>
        </p:nvSpPr>
        <p:spPr>
          <a:xfrm>
            <a:off x="4408021" y="63165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7" name="四角形: 角を丸くする 726">
            <a:extLst>
              <a:ext uri="{FF2B5EF4-FFF2-40B4-BE49-F238E27FC236}">
                <a16:creationId xmlns:a16="http://schemas.microsoft.com/office/drawing/2014/main" id="{7080504D-C637-4C62-85B2-10EA28EB83F2}"/>
              </a:ext>
            </a:extLst>
          </p:cNvPr>
          <p:cNvSpPr/>
          <p:nvPr/>
        </p:nvSpPr>
        <p:spPr>
          <a:xfrm>
            <a:off x="4588021" y="63165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8" name="四角形: 角を丸くする 727">
            <a:extLst>
              <a:ext uri="{FF2B5EF4-FFF2-40B4-BE49-F238E27FC236}">
                <a16:creationId xmlns:a16="http://schemas.microsoft.com/office/drawing/2014/main" id="{DC7AA1DF-1230-48DA-9D7D-B0CCDC070F60}"/>
              </a:ext>
            </a:extLst>
          </p:cNvPr>
          <p:cNvSpPr/>
          <p:nvPr/>
        </p:nvSpPr>
        <p:spPr>
          <a:xfrm>
            <a:off x="5708984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9" name="四角形: 角を丸くする 728">
            <a:extLst>
              <a:ext uri="{FF2B5EF4-FFF2-40B4-BE49-F238E27FC236}">
                <a16:creationId xmlns:a16="http://schemas.microsoft.com/office/drawing/2014/main" id="{297CACA2-501D-457B-802A-1F69245E8267}"/>
              </a:ext>
            </a:extLst>
          </p:cNvPr>
          <p:cNvSpPr/>
          <p:nvPr/>
        </p:nvSpPr>
        <p:spPr>
          <a:xfrm>
            <a:off x="5888984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0" name="四角形: 角を丸くする 729">
            <a:extLst>
              <a:ext uri="{FF2B5EF4-FFF2-40B4-BE49-F238E27FC236}">
                <a16:creationId xmlns:a16="http://schemas.microsoft.com/office/drawing/2014/main" id="{11515A9E-2F8C-46B2-9644-6F572743A834}"/>
              </a:ext>
            </a:extLst>
          </p:cNvPr>
          <p:cNvSpPr/>
          <p:nvPr/>
        </p:nvSpPr>
        <p:spPr>
          <a:xfrm>
            <a:off x="736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1" name="四角形: 角を丸くする 730">
            <a:extLst>
              <a:ext uri="{FF2B5EF4-FFF2-40B4-BE49-F238E27FC236}">
                <a16:creationId xmlns:a16="http://schemas.microsoft.com/office/drawing/2014/main" id="{052459B8-C377-4824-98EE-422DD5BC749C}"/>
              </a:ext>
            </a:extLst>
          </p:cNvPr>
          <p:cNvSpPr/>
          <p:nvPr/>
        </p:nvSpPr>
        <p:spPr>
          <a:xfrm>
            <a:off x="7182058" y="610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2" name="四角形: 角を丸くする 731">
            <a:extLst>
              <a:ext uri="{FF2B5EF4-FFF2-40B4-BE49-F238E27FC236}">
                <a16:creationId xmlns:a16="http://schemas.microsoft.com/office/drawing/2014/main" id="{0EFF3696-E97B-4C98-B7C2-C6A42356C34D}"/>
              </a:ext>
            </a:extLst>
          </p:cNvPr>
          <p:cNvSpPr/>
          <p:nvPr/>
        </p:nvSpPr>
        <p:spPr>
          <a:xfrm>
            <a:off x="754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3" name="四角形: 角を丸くする 732">
            <a:extLst>
              <a:ext uri="{FF2B5EF4-FFF2-40B4-BE49-F238E27FC236}">
                <a16:creationId xmlns:a16="http://schemas.microsoft.com/office/drawing/2014/main" id="{6CCE6696-0E81-46D9-8145-254BD10B41F3}"/>
              </a:ext>
            </a:extLst>
          </p:cNvPr>
          <p:cNvSpPr/>
          <p:nvPr/>
        </p:nvSpPr>
        <p:spPr>
          <a:xfrm>
            <a:off x="718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4" name="四角形: 角を丸くする 733">
            <a:extLst>
              <a:ext uri="{FF2B5EF4-FFF2-40B4-BE49-F238E27FC236}">
                <a16:creationId xmlns:a16="http://schemas.microsoft.com/office/drawing/2014/main" id="{2E8D5C6F-7F5E-4CE2-A142-5796867ABC58}"/>
              </a:ext>
            </a:extLst>
          </p:cNvPr>
          <p:cNvSpPr/>
          <p:nvPr/>
        </p:nvSpPr>
        <p:spPr>
          <a:xfrm>
            <a:off x="700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5" name="四角形: 角を丸くする 734">
            <a:extLst>
              <a:ext uri="{FF2B5EF4-FFF2-40B4-BE49-F238E27FC236}">
                <a16:creationId xmlns:a16="http://schemas.microsoft.com/office/drawing/2014/main" id="{7B4F6D05-6534-4E7B-9950-A35FF70273A6}"/>
              </a:ext>
            </a:extLst>
          </p:cNvPr>
          <p:cNvSpPr/>
          <p:nvPr/>
        </p:nvSpPr>
        <p:spPr>
          <a:xfrm>
            <a:off x="772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6" name="四角形: 角を丸くする 735">
            <a:extLst>
              <a:ext uri="{FF2B5EF4-FFF2-40B4-BE49-F238E27FC236}">
                <a16:creationId xmlns:a16="http://schemas.microsoft.com/office/drawing/2014/main" id="{7AAC34CE-1437-42E2-8C26-83C4B74603CB}"/>
              </a:ext>
            </a:extLst>
          </p:cNvPr>
          <p:cNvSpPr/>
          <p:nvPr/>
        </p:nvSpPr>
        <p:spPr>
          <a:xfrm>
            <a:off x="7002058" y="610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7" name="四角形: 角を丸くする 736">
            <a:extLst>
              <a:ext uri="{FF2B5EF4-FFF2-40B4-BE49-F238E27FC236}">
                <a16:creationId xmlns:a16="http://schemas.microsoft.com/office/drawing/2014/main" id="{A9F39E85-469B-4D75-8F9A-B5329B251AF3}"/>
              </a:ext>
            </a:extLst>
          </p:cNvPr>
          <p:cNvSpPr/>
          <p:nvPr/>
        </p:nvSpPr>
        <p:spPr>
          <a:xfrm>
            <a:off x="790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8" name="四角形: 角を丸くする 737">
            <a:extLst>
              <a:ext uri="{FF2B5EF4-FFF2-40B4-BE49-F238E27FC236}">
                <a16:creationId xmlns:a16="http://schemas.microsoft.com/office/drawing/2014/main" id="{9AE5AF01-554D-4BB6-8362-063117BCD0DE}"/>
              </a:ext>
            </a:extLst>
          </p:cNvPr>
          <p:cNvSpPr/>
          <p:nvPr/>
        </p:nvSpPr>
        <p:spPr>
          <a:xfrm>
            <a:off x="7362058" y="610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9" name="四角形: 角を丸くする 738">
            <a:extLst>
              <a:ext uri="{FF2B5EF4-FFF2-40B4-BE49-F238E27FC236}">
                <a16:creationId xmlns:a16="http://schemas.microsoft.com/office/drawing/2014/main" id="{EDC09558-BFC3-41A3-827F-376A0484F671}"/>
              </a:ext>
            </a:extLst>
          </p:cNvPr>
          <p:cNvSpPr/>
          <p:nvPr/>
        </p:nvSpPr>
        <p:spPr>
          <a:xfrm>
            <a:off x="8325546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0" name="四角形: 角を丸くする 739">
            <a:extLst>
              <a:ext uri="{FF2B5EF4-FFF2-40B4-BE49-F238E27FC236}">
                <a16:creationId xmlns:a16="http://schemas.microsoft.com/office/drawing/2014/main" id="{F94BD85D-351A-4526-BB4C-B9CCDB1CD07A}"/>
              </a:ext>
            </a:extLst>
          </p:cNvPr>
          <p:cNvSpPr/>
          <p:nvPr/>
        </p:nvSpPr>
        <p:spPr>
          <a:xfrm>
            <a:off x="4420978" y="285108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1" name="四角形: 角を丸くする 740">
            <a:extLst>
              <a:ext uri="{FF2B5EF4-FFF2-40B4-BE49-F238E27FC236}">
                <a16:creationId xmlns:a16="http://schemas.microsoft.com/office/drawing/2014/main" id="{A91933D1-BBD4-4DA9-9857-B143209EC2DE}"/>
              </a:ext>
            </a:extLst>
          </p:cNvPr>
          <p:cNvSpPr/>
          <p:nvPr/>
        </p:nvSpPr>
        <p:spPr>
          <a:xfrm>
            <a:off x="4780978" y="285108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2" name="四角形: 角を丸くする 741">
            <a:extLst>
              <a:ext uri="{FF2B5EF4-FFF2-40B4-BE49-F238E27FC236}">
                <a16:creationId xmlns:a16="http://schemas.microsoft.com/office/drawing/2014/main" id="{19C72D38-F0C3-49CE-9750-A1148E965F78}"/>
              </a:ext>
            </a:extLst>
          </p:cNvPr>
          <p:cNvSpPr/>
          <p:nvPr/>
        </p:nvSpPr>
        <p:spPr>
          <a:xfrm>
            <a:off x="4600978" y="285108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5" name="四角形: 角を丸くする 744">
            <a:extLst>
              <a:ext uri="{FF2B5EF4-FFF2-40B4-BE49-F238E27FC236}">
                <a16:creationId xmlns:a16="http://schemas.microsoft.com/office/drawing/2014/main" id="{E1F0FCAF-F681-4F24-984F-E2A6630019A8}"/>
              </a:ext>
            </a:extLst>
          </p:cNvPr>
          <p:cNvSpPr/>
          <p:nvPr/>
        </p:nvSpPr>
        <p:spPr>
          <a:xfrm>
            <a:off x="4960978" y="285108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7" name="四角形: 角を丸くする 746">
            <a:extLst>
              <a:ext uri="{FF2B5EF4-FFF2-40B4-BE49-F238E27FC236}">
                <a16:creationId xmlns:a16="http://schemas.microsoft.com/office/drawing/2014/main" id="{047140BC-5614-4542-B95E-73815C28ADEF}"/>
              </a:ext>
            </a:extLst>
          </p:cNvPr>
          <p:cNvSpPr/>
          <p:nvPr/>
        </p:nvSpPr>
        <p:spPr>
          <a:xfrm>
            <a:off x="7182058" y="285108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8" name="四角形: 角を丸くする 747">
            <a:extLst>
              <a:ext uri="{FF2B5EF4-FFF2-40B4-BE49-F238E27FC236}">
                <a16:creationId xmlns:a16="http://schemas.microsoft.com/office/drawing/2014/main" id="{857CF7BF-910F-4EDE-8066-3080D038AB67}"/>
              </a:ext>
            </a:extLst>
          </p:cNvPr>
          <p:cNvSpPr/>
          <p:nvPr/>
        </p:nvSpPr>
        <p:spPr>
          <a:xfrm>
            <a:off x="7002058" y="285108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0" name="四角形: 角を丸くする 749">
            <a:extLst>
              <a:ext uri="{FF2B5EF4-FFF2-40B4-BE49-F238E27FC236}">
                <a16:creationId xmlns:a16="http://schemas.microsoft.com/office/drawing/2014/main" id="{A559ED0E-5DAE-4483-BF26-72255E70203A}"/>
              </a:ext>
            </a:extLst>
          </p:cNvPr>
          <p:cNvSpPr/>
          <p:nvPr/>
        </p:nvSpPr>
        <p:spPr>
          <a:xfrm>
            <a:off x="3112208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3" name="四角形: 角を丸くする 752">
            <a:extLst>
              <a:ext uri="{FF2B5EF4-FFF2-40B4-BE49-F238E27FC236}">
                <a16:creationId xmlns:a16="http://schemas.microsoft.com/office/drawing/2014/main" id="{E02B11C5-42A4-4B29-88CB-C38990FDD9A5}"/>
              </a:ext>
            </a:extLst>
          </p:cNvPr>
          <p:cNvSpPr/>
          <p:nvPr/>
        </p:nvSpPr>
        <p:spPr>
          <a:xfrm>
            <a:off x="4403566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4" name="四角形: 角を丸くする 753">
            <a:extLst>
              <a:ext uri="{FF2B5EF4-FFF2-40B4-BE49-F238E27FC236}">
                <a16:creationId xmlns:a16="http://schemas.microsoft.com/office/drawing/2014/main" id="{EDB7774C-F40E-4F0B-AAB2-5A465837B0F3}"/>
              </a:ext>
            </a:extLst>
          </p:cNvPr>
          <p:cNvSpPr/>
          <p:nvPr/>
        </p:nvSpPr>
        <p:spPr>
          <a:xfrm>
            <a:off x="8314237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5" name="四角形: 角を丸くする 754">
            <a:extLst>
              <a:ext uri="{FF2B5EF4-FFF2-40B4-BE49-F238E27FC236}">
                <a16:creationId xmlns:a16="http://schemas.microsoft.com/office/drawing/2014/main" id="{AD14C832-899D-42F9-B5C4-EE4F0362ECDB}"/>
              </a:ext>
            </a:extLst>
          </p:cNvPr>
          <p:cNvSpPr/>
          <p:nvPr/>
        </p:nvSpPr>
        <p:spPr>
          <a:xfrm>
            <a:off x="8494237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6" name="四角形: 角を丸くする 755">
            <a:extLst>
              <a:ext uri="{FF2B5EF4-FFF2-40B4-BE49-F238E27FC236}">
                <a16:creationId xmlns:a16="http://schemas.microsoft.com/office/drawing/2014/main" id="{E60C1B98-35D9-4C9A-86E0-2DC47EB4AEE4}"/>
              </a:ext>
            </a:extLst>
          </p:cNvPr>
          <p:cNvSpPr/>
          <p:nvPr/>
        </p:nvSpPr>
        <p:spPr>
          <a:xfrm>
            <a:off x="311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7" name="四角形: 角を丸くする 756">
            <a:extLst>
              <a:ext uri="{FF2B5EF4-FFF2-40B4-BE49-F238E27FC236}">
                <a16:creationId xmlns:a16="http://schemas.microsoft.com/office/drawing/2014/main" id="{C15BA473-4526-48F9-BE75-5EF8742A3275}"/>
              </a:ext>
            </a:extLst>
          </p:cNvPr>
          <p:cNvSpPr/>
          <p:nvPr/>
        </p:nvSpPr>
        <p:spPr>
          <a:xfrm>
            <a:off x="329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8" name="四角形: 角を丸くする 757">
            <a:extLst>
              <a:ext uri="{FF2B5EF4-FFF2-40B4-BE49-F238E27FC236}">
                <a16:creationId xmlns:a16="http://schemas.microsoft.com/office/drawing/2014/main" id="{BFD5B55F-5EB4-450C-B3F2-391A1F688BF2}"/>
              </a:ext>
            </a:extLst>
          </p:cNvPr>
          <p:cNvSpPr/>
          <p:nvPr/>
        </p:nvSpPr>
        <p:spPr>
          <a:xfrm>
            <a:off x="347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9" name="四角形: 角を丸くする 758">
            <a:extLst>
              <a:ext uri="{FF2B5EF4-FFF2-40B4-BE49-F238E27FC236}">
                <a16:creationId xmlns:a16="http://schemas.microsoft.com/office/drawing/2014/main" id="{4DFB3949-967D-40B0-B30E-7CFBE920565E}"/>
              </a:ext>
            </a:extLst>
          </p:cNvPr>
          <p:cNvSpPr/>
          <p:nvPr/>
        </p:nvSpPr>
        <p:spPr>
          <a:xfrm>
            <a:off x="365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0" name="四角形: 角を丸くする 759">
            <a:extLst>
              <a:ext uri="{FF2B5EF4-FFF2-40B4-BE49-F238E27FC236}">
                <a16:creationId xmlns:a16="http://schemas.microsoft.com/office/drawing/2014/main" id="{A312DBDF-CF78-48E7-8662-CE52FCC8D3BD}"/>
              </a:ext>
            </a:extLst>
          </p:cNvPr>
          <p:cNvSpPr/>
          <p:nvPr/>
        </p:nvSpPr>
        <p:spPr>
          <a:xfrm>
            <a:off x="4403566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1" name="四角形: 角を丸くする 760">
            <a:extLst>
              <a:ext uri="{FF2B5EF4-FFF2-40B4-BE49-F238E27FC236}">
                <a16:creationId xmlns:a16="http://schemas.microsoft.com/office/drawing/2014/main" id="{5C4A17DE-14DE-414C-BE75-D6C2DD8ED644}"/>
              </a:ext>
            </a:extLst>
          </p:cNvPr>
          <p:cNvSpPr/>
          <p:nvPr/>
        </p:nvSpPr>
        <p:spPr>
          <a:xfrm>
            <a:off x="4583566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2" name="四角形: 角を丸くする 761">
            <a:extLst>
              <a:ext uri="{FF2B5EF4-FFF2-40B4-BE49-F238E27FC236}">
                <a16:creationId xmlns:a16="http://schemas.microsoft.com/office/drawing/2014/main" id="{EA2426F2-ACDA-4979-8594-E83BE06C05FE}"/>
              </a:ext>
            </a:extLst>
          </p:cNvPr>
          <p:cNvSpPr/>
          <p:nvPr/>
        </p:nvSpPr>
        <p:spPr>
          <a:xfrm>
            <a:off x="4763566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3" name="四角形: 角を丸くする 762">
            <a:extLst>
              <a:ext uri="{FF2B5EF4-FFF2-40B4-BE49-F238E27FC236}">
                <a16:creationId xmlns:a16="http://schemas.microsoft.com/office/drawing/2014/main" id="{D78C397C-55A6-4654-A5A5-D7E2BED44968}"/>
              </a:ext>
            </a:extLst>
          </p:cNvPr>
          <p:cNvSpPr/>
          <p:nvPr/>
        </p:nvSpPr>
        <p:spPr>
          <a:xfrm>
            <a:off x="5701242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4" name="四角形: 角を丸くする 763">
            <a:extLst>
              <a:ext uri="{FF2B5EF4-FFF2-40B4-BE49-F238E27FC236}">
                <a16:creationId xmlns:a16="http://schemas.microsoft.com/office/drawing/2014/main" id="{C42DA0F1-E25D-45E3-BD4F-0645EAF379F0}"/>
              </a:ext>
            </a:extLst>
          </p:cNvPr>
          <p:cNvSpPr/>
          <p:nvPr/>
        </p:nvSpPr>
        <p:spPr>
          <a:xfrm>
            <a:off x="5881242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5" name="四角形: 角を丸くする 764">
            <a:extLst>
              <a:ext uri="{FF2B5EF4-FFF2-40B4-BE49-F238E27FC236}">
                <a16:creationId xmlns:a16="http://schemas.microsoft.com/office/drawing/2014/main" id="{5340FEB0-7620-41CA-B8EA-F2B5AF3DE268}"/>
              </a:ext>
            </a:extLst>
          </p:cNvPr>
          <p:cNvSpPr/>
          <p:nvPr/>
        </p:nvSpPr>
        <p:spPr>
          <a:xfrm>
            <a:off x="700205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6" name="四角形: 角を丸くする 765">
            <a:extLst>
              <a:ext uri="{FF2B5EF4-FFF2-40B4-BE49-F238E27FC236}">
                <a16:creationId xmlns:a16="http://schemas.microsoft.com/office/drawing/2014/main" id="{E8CC2A67-9BD3-4D62-B5F4-69721EC6731C}"/>
              </a:ext>
            </a:extLst>
          </p:cNvPr>
          <p:cNvSpPr/>
          <p:nvPr/>
        </p:nvSpPr>
        <p:spPr>
          <a:xfrm>
            <a:off x="4409980" y="15947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7" name="四角形: 角を丸くする 766">
            <a:extLst>
              <a:ext uri="{FF2B5EF4-FFF2-40B4-BE49-F238E27FC236}">
                <a16:creationId xmlns:a16="http://schemas.microsoft.com/office/drawing/2014/main" id="{01E2E5D9-F7D2-422B-9E14-2200D051A718}"/>
              </a:ext>
            </a:extLst>
          </p:cNvPr>
          <p:cNvSpPr/>
          <p:nvPr/>
        </p:nvSpPr>
        <p:spPr>
          <a:xfrm>
            <a:off x="4589980" y="15947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8" name="四角形: 角を丸くする 767">
            <a:extLst>
              <a:ext uri="{FF2B5EF4-FFF2-40B4-BE49-F238E27FC236}">
                <a16:creationId xmlns:a16="http://schemas.microsoft.com/office/drawing/2014/main" id="{68FE8AC4-AEAA-4443-916C-EFD46D95C0E0}"/>
              </a:ext>
            </a:extLst>
          </p:cNvPr>
          <p:cNvSpPr/>
          <p:nvPr/>
        </p:nvSpPr>
        <p:spPr>
          <a:xfrm>
            <a:off x="4409980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9" name="四角形: 角を丸くする 768">
            <a:extLst>
              <a:ext uri="{FF2B5EF4-FFF2-40B4-BE49-F238E27FC236}">
                <a16:creationId xmlns:a16="http://schemas.microsoft.com/office/drawing/2014/main" id="{4FE1E952-C8E6-452B-B327-C7C207A2FF58}"/>
              </a:ext>
            </a:extLst>
          </p:cNvPr>
          <p:cNvSpPr/>
          <p:nvPr/>
        </p:nvSpPr>
        <p:spPr>
          <a:xfrm>
            <a:off x="4589980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0" name="四角形: 角を丸くする 769">
            <a:extLst>
              <a:ext uri="{FF2B5EF4-FFF2-40B4-BE49-F238E27FC236}">
                <a16:creationId xmlns:a16="http://schemas.microsoft.com/office/drawing/2014/main" id="{B30F6D9B-4414-4C44-865C-9A0A7C59B2E7}"/>
              </a:ext>
            </a:extLst>
          </p:cNvPr>
          <p:cNvSpPr/>
          <p:nvPr/>
        </p:nvSpPr>
        <p:spPr>
          <a:xfrm>
            <a:off x="570274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1" name="四角形: 角を丸くする 770">
            <a:extLst>
              <a:ext uri="{FF2B5EF4-FFF2-40B4-BE49-F238E27FC236}">
                <a16:creationId xmlns:a16="http://schemas.microsoft.com/office/drawing/2014/main" id="{6B6652B4-1CD5-4955-BE91-285841FDC4E9}"/>
              </a:ext>
            </a:extLst>
          </p:cNvPr>
          <p:cNvSpPr/>
          <p:nvPr/>
        </p:nvSpPr>
        <p:spPr>
          <a:xfrm>
            <a:off x="588274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2" name="四角形: 角を丸くする 771">
            <a:extLst>
              <a:ext uri="{FF2B5EF4-FFF2-40B4-BE49-F238E27FC236}">
                <a16:creationId xmlns:a16="http://schemas.microsoft.com/office/drawing/2014/main" id="{2B6F1AE9-24A7-4791-B771-260251113CDA}"/>
              </a:ext>
            </a:extLst>
          </p:cNvPr>
          <p:cNvSpPr/>
          <p:nvPr/>
        </p:nvSpPr>
        <p:spPr>
          <a:xfrm>
            <a:off x="8321379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3" name="四角形: 角を丸くする 772">
            <a:extLst>
              <a:ext uri="{FF2B5EF4-FFF2-40B4-BE49-F238E27FC236}">
                <a16:creationId xmlns:a16="http://schemas.microsoft.com/office/drawing/2014/main" id="{DAA71C5A-56A9-4742-8888-9B50356AF079}"/>
              </a:ext>
            </a:extLst>
          </p:cNvPr>
          <p:cNvSpPr/>
          <p:nvPr/>
        </p:nvSpPr>
        <p:spPr>
          <a:xfrm>
            <a:off x="700205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4" name="四角形: 角を丸くする 773">
            <a:extLst>
              <a:ext uri="{FF2B5EF4-FFF2-40B4-BE49-F238E27FC236}">
                <a16:creationId xmlns:a16="http://schemas.microsoft.com/office/drawing/2014/main" id="{EC2747E7-97D7-44AC-9768-B8D194E16952}"/>
              </a:ext>
            </a:extLst>
          </p:cNvPr>
          <p:cNvSpPr/>
          <p:nvPr/>
        </p:nvSpPr>
        <p:spPr>
          <a:xfrm>
            <a:off x="718205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5" name="四角形: 角を丸くする 774">
            <a:extLst>
              <a:ext uri="{FF2B5EF4-FFF2-40B4-BE49-F238E27FC236}">
                <a16:creationId xmlns:a16="http://schemas.microsoft.com/office/drawing/2014/main" id="{C4A7C47C-56A3-4CD8-95DD-E91AB266A349}"/>
              </a:ext>
            </a:extLst>
          </p:cNvPr>
          <p:cNvSpPr/>
          <p:nvPr/>
        </p:nvSpPr>
        <p:spPr>
          <a:xfrm>
            <a:off x="3112208" y="47384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6" name="四角形: 角を丸くする 775">
            <a:extLst>
              <a:ext uri="{FF2B5EF4-FFF2-40B4-BE49-F238E27FC236}">
                <a16:creationId xmlns:a16="http://schemas.microsoft.com/office/drawing/2014/main" id="{89B97484-DD13-48C9-8440-D3758F7B146B}"/>
              </a:ext>
            </a:extLst>
          </p:cNvPr>
          <p:cNvSpPr/>
          <p:nvPr/>
        </p:nvSpPr>
        <p:spPr>
          <a:xfrm>
            <a:off x="3292208" y="47384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7" name="四角形: 角を丸くする 776">
            <a:extLst>
              <a:ext uri="{FF2B5EF4-FFF2-40B4-BE49-F238E27FC236}">
                <a16:creationId xmlns:a16="http://schemas.microsoft.com/office/drawing/2014/main" id="{49ADA06E-64D0-4D18-AF87-CEF5E12E31B1}"/>
              </a:ext>
            </a:extLst>
          </p:cNvPr>
          <p:cNvSpPr/>
          <p:nvPr/>
        </p:nvSpPr>
        <p:spPr>
          <a:xfrm>
            <a:off x="5702748" y="47384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8" name="四角形: 角を丸くする 777">
            <a:extLst>
              <a:ext uri="{FF2B5EF4-FFF2-40B4-BE49-F238E27FC236}">
                <a16:creationId xmlns:a16="http://schemas.microsoft.com/office/drawing/2014/main" id="{6D9606B9-505B-4238-98B5-7A1B35D2F909}"/>
              </a:ext>
            </a:extLst>
          </p:cNvPr>
          <p:cNvSpPr/>
          <p:nvPr/>
        </p:nvSpPr>
        <p:spPr>
          <a:xfrm>
            <a:off x="9904191" y="192389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9" name="四角形: 角を丸くする 778">
            <a:extLst>
              <a:ext uri="{FF2B5EF4-FFF2-40B4-BE49-F238E27FC236}">
                <a16:creationId xmlns:a16="http://schemas.microsoft.com/office/drawing/2014/main" id="{98E063E9-1E12-4A43-AEBB-9FD782204CE9}"/>
              </a:ext>
            </a:extLst>
          </p:cNvPr>
          <p:cNvSpPr/>
          <p:nvPr/>
        </p:nvSpPr>
        <p:spPr>
          <a:xfrm>
            <a:off x="10444191" y="192389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1" name="四角形: 角を丸くする 780">
            <a:extLst>
              <a:ext uri="{FF2B5EF4-FFF2-40B4-BE49-F238E27FC236}">
                <a16:creationId xmlns:a16="http://schemas.microsoft.com/office/drawing/2014/main" id="{271F8800-023B-4822-8EC3-6A0050948F58}"/>
              </a:ext>
            </a:extLst>
          </p:cNvPr>
          <p:cNvSpPr/>
          <p:nvPr/>
        </p:nvSpPr>
        <p:spPr>
          <a:xfrm>
            <a:off x="10624191" y="222928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2" name="四角形: 角を丸くする 781">
            <a:extLst>
              <a:ext uri="{FF2B5EF4-FFF2-40B4-BE49-F238E27FC236}">
                <a16:creationId xmlns:a16="http://schemas.microsoft.com/office/drawing/2014/main" id="{9D477F13-802F-4E28-8DCF-A1B1A6440508}"/>
              </a:ext>
            </a:extLst>
          </p:cNvPr>
          <p:cNvSpPr/>
          <p:nvPr/>
        </p:nvSpPr>
        <p:spPr>
          <a:xfrm>
            <a:off x="10444191" y="222928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6" name="四角形: 角を丸くする 785">
            <a:extLst>
              <a:ext uri="{FF2B5EF4-FFF2-40B4-BE49-F238E27FC236}">
                <a16:creationId xmlns:a16="http://schemas.microsoft.com/office/drawing/2014/main" id="{F5030F43-BD2C-431B-8DD5-400D2144ECF8}"/>
              </a:ext>
            </a:extLst>
          </p:cNvPr>
          <p:cNvSpPr/>
          <p:nvPr/>
        </p:nvSpPr>
        <p:spPr>
          <a:xfrm>
            <a:off x="10084191" y="192389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9" name="四角形: 角を丸くする 788">
            <a:extLst>
              <a:ext uri="{FF2B5EF4-FFF2-40B4-BE49-F238E27FC236}">
                <a16:creationId xmlns:a16="http://schemas.microsoft.com/office/drawing/2014/main" id="{B91FE6FC-639D-4219-A631-0378CF66960F}"/>
              </a:ext>
            </a:extLst>
          </p:cNvPr>
          <p:cNvSpPr/>
          <p:nvPr/>
        </p:nvSpPr>
        <p:spPr>
          <a:xfrm>
            <a:off x="10624191" y="192389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0" name="四角形: 角を丸くする 789">
            <a:extLst>
              <a:ext uri="{FF2B5EF4-FFF2-40B4-BE49-F238E27FC236}">
                <a16:creationId xmlns:a16="http://schemas.microsoft.com/office/drawing/2014/main" id="{D7DFB69E-B6EF-488F-8A7C-528FC167110F}"/>
              </a:ext>
            </a:extLst>
          </p:cNvPr>
          <p:cNvSpPr/>
          <p:nvPr/>
        </p:nvSpPr>
        <p:spPr>
          <a:xfrm>
            <a:off x="10804191" y="192389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1" name="四角形: 角を丸くする 790">
            <a:extLst>
              <a:ext uri="{FF2B5EF4-FFF2-40B4-BE49-F238E27FC236}">
                <a16:creationId xmlns:a16="http://schemas.microsoft.com/office/drawing/2014/main" id="{9D368077-1D9A-4340-A398-CEEDF684E6B0}"/>
              </a:ext>
            </a:extLst>
          </p:cNvPr>
          <p:cNvSpPr/>
          <p:nvPr/>
        </p:nvSpPr>
        <p:spPr>
          <a:xfrm>
            <a:off x="10264191" y="192389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3" name="四角形: 角を丸くする 792">
            <a:extLst>
              <a:ext uri="{FF2B5EF4-FFF2-40B4-BE49-F238E27FC236}">
                <a16:creationId xmlns:a16="http://schemas.microsoft.com/office/drawing/2014/main" id="{F9996100-7718-47B2-88A4-BC6E9276BCBD}"/>
              </a:ext>
            </a:extLst>
          </p:cNvPr>
          <p:cNvSpPr/>
          <p:nvPr/>
        </p:nvSpPr>
        <p:spPr>
          <a:xfrm>
            <a:off x="10804191" y="222928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4" name="四角形: 角を丸くする 793">
            <a:extLst>
              <a:ext uri="{FF2B5EF4-FFF2-40B4-BE49-F238E27FC236}">
                <a16:creationId xmlns:a16="http://schemas.microsoft.com/office/drawing/2014/main" id="{9F4E79F8-7F28-44F5-96FC-89E7425FF64A}"/>
              </a:ext>
            </a:extLst>
          </p:cNvPr>
          <p:cNvSpPr/>
          <p:nvPr/>
        </p:nvSpPr>
        <p:spPr>
          <a:xfrm>
            <a:off x="10894426" y="208421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5" name="四角形: 角を丸くする 794">
            <a:extLst>
              <a:ext uri="{FF2B5EF4-FFF2-40B4-BE49-F238E27FC236}">
                <a16:creationId xmlns:a16="http://schemas.microsoft.com/office/drawing/2014/main" id="{ABABAFC0-26FB-42CA-AE0D-0BF44DE50AAF}"/>
              </a:ext>
            </a:extLst>
          </p:cNvPr>
          <p:cNvSpPr/>
          <p:nvPr/>
        </p:nvSpPr>
        <p:spPr>
          <a:xfrm>
            <a:off x="11198629" y="192389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6" name="四角形: 角を丸くする 795">
            <a:extLst>
              <a:ext uri="{FF2B5EF4-FFF2-40B4-BE49-F238E27FC236}">
                <a16:creationId xmlns:a16="http://schemas.microsoft.com/office/drawing/2014/main" id="{A4D3A221-F8C9-444B-8BCA-BBAC55EADCA4}"/>
              </a:ext>
            </a:extLst>
          </p:cNvPr>
          <p:cNvSpPr/>
          <p:nvPr/>
        </p:nvSpPr>
        <p:spPr>
          <a:xfrm>
            <a:off x="11738629" y="192389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7" name="四角形: 角を丸くする 796">
            <a:extLst>
              <a:ext uri="{FF2B5EF4-FFF2-40B4-BE49-F238E27FC236}">
                <a16:creationId xmlns:a16="http://schemas.microsoft.com/office/drawing/2014/main" id="{7BFB60F5-FD33-48DE-8D7A-6795BE5DC130}"/>
              </a:ext>
            </a:extLst>
          </p:cNvPr>
          <p:cNvSpPr/>
          <p:nvPr/>
        </p:nvSpPr>
        <p:spPr>
          <a:xfrm>
            <a:off x="12177735" y="208421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8" name="四角形: 角を丸くする 797">
            <a:extLst>
              <a:ext uri="{FF2B5EF4-FFF2-40B4-BE49-F238E27FC236}">
                <a16:creationId xmlns:a16="http://schemas.microsoft.com/office/drawing/2014/main" id="{1AC64997-CB28-48F7-97D1-87280F9C502D}"/>
              </a:ext>
            </a:extLst>
          </p:cNvPr>
          <p:cNvSpPr/>
          <p:nvPr/>
        </p:nvSpPr>
        <p:spPr>
          <a:xfrm>
            <a:off x="12098629" y="222928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9" name="四角形: 角を丸くする 798">
            <a:extLst>
              <a:ext uri="{FF2B5EF4-FFF2-40B4-BE49-F238E27FC236}">
                <a16:creationId xmlns:a16="http://schemas.microsoft.com/office/drawing/2014/main" id="{D65DDF42-93E0-4489-948B-9B6855683FFD}"/>
              </a:ext>
            </a:extLst>
          </p:cNvPr>
          <p:cNvSpPr/>
          <p:nvPr/>
        </p:nvSpPr>
        <p:spPr>
          <a:xfrm>
            <a:off x="11378629" y="192389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0" name="四角形: 角を丸くする 799">
            <a:extLst>
              <a:ext uri="{FF2B5EF4-FFF2-40B4-BE49-F238E27FC236}">
                <a16:creationId xmlns:a16="http://schemas.microsoft.com/office/drawing/2014/main" id="{E85D46EE-54FD-470A-8D6B-4700482E92EF}"/>
              </a:ext>
            </a:extLst>
          </p:cNvPr>
          <p:cNvSpPr/>
          <p:nvPr/>
        </p:nvSpPr>
        <p:spPr>
          <a:xfrm>
            <a:off x="11558629" y="192389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1" name="四角形: 角を丸くする 800">
            <a:extLst>
              <a:ext uri="{FF2B5EF4-FFF2-40B4-BE49-F238E27FC236}">
                <a16:creationId xmlns:a16="http://schemas.microsoft.com/office/drawing/2014/main" id="{A0EF71BD-99E8-46DE-A418-BAF859560F57}"/>
              </a:ext>
            </a:extLst>
          </p:cNvPr>
          <p:cNvSpPr/>
          <p:nvPr/>
        </p:nvSpPr>
        <p:spPr>
          <a:xfrm>
            <a:off x="11918629" y="192389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2" name="四角形: 角を丸くする 801">
            <a:extLst>
              <a:ext uri="{FF2B5EF4-FFF2-40B4-BE49-F238E27FC236}">
                <a16:creationId xmlns:a16="http://schemas.microsoft.com/office/drawing/2014/main" id="{8B9AF882-7D03-44AF-9C98-670D9EA9C2BB}"/>
              </a:ext>
            </a:extLst>
          </p:cNvPr>
          <p:cNvSpPr/>
          <p:nvPr/>
        </p:nvSpPr>
        <p:spPr>
          <a:xfrm>
            <a:off x="12098629" y="192389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3" name="四角形: 角を丸くする 802">
            <a:extLst>
              <a:ext uri="{FF2B5EF4-FFF2-40B4-BE49-F238E27FC236}">
                <a16:creationId xmlns:a16="http://schemas.microsoft.com/office/drawing/2014/main" id="{063C9AFC-D6B1-472E-B7A9-A451DB552643}"/>
              </a:ext>
            </a:extLst>
          </p:cNvPr>
          <p:cNvSpPr/>
          <p:nvPr/>
        </p:nvSpPr>
        <p:spPr>
          <a:xfrm>
            <a:off x="9904191" y="25578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4" name="四角形: 角を丸くする 803">
            <a:extLst>
              <a:ext uri="{FF2B5EF4-FFF2-40B4-BE49-F238E27FC236}">
                <a16:creationId xmlns:a16="http://schemas.microsoft.com/office/drawing/2014/main" id="{2AD618F7-F50D-4C34-97C2-F9B5DF9BA20F}"/>
              </a:ext>
            </a:extLst>
          </p:cNvPr>
          <p:cNvSpPr/>
          <p:nvPr/>
        </p:nvSpPr>
        <p:spPr>
          <a:xfrm>
            <a:off x="10444191" y="25578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5" name="四角形: 角を丸くする 804">
            <a:extLst>
              <a:ext uri="{FF2B5EF4-FFF2-40B4-BE49-F238E27FC236}">
                <a16:creationId xmlns:a16="http://schemas.microsoft.com/office/drawing/2014/main" id="{E0CCFA13-6B99-4237-814A-9C45CF05764B}"/>
              </a:ext>
            </a:extLst>
          </p:cNvPr>
          <p:cNvSpPr/>
          <p:nvPr/>
        </p:nvSpPr>
        <p:spPr>
          <a:xfrm>
            <a:off x="10264191" y="28640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6" name="四角形: 角を丸くする 805">
            <a:extLst>
              <a:ext uri="{FF2B5EF4-FFF2-40B4-BE49-F238E27FC236}">
                <a16:creationId xmlns:a16="http://schemas.microsoft.com/office/drawing/2014/main" id="{A3E0289B-F3E8-45EF-961A-9BB684125574}"/>
              </a:ext>
            </a:extLst>
          </p:cNvPr>
          <p:cNvSpPr/>
          <p:nvPr/>
        </p:nvSpPr>
        <p:spPr>
          <a:xfrm>
            <a:off x="10804191" y="28640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7" name="四角形: 角を丸くする 806">
            <a:extLst>
              <a:ext uri="{FF2B5EF4-FFF2-40B4-BE49-F238E27FC236}">
                <a16:creationId xmlns:a16="http://schemas.microsoft.com/office/drawing/2014/main" id="{3469920E-991C-41F5-9D02-84EFF8EF3D75}"/>
              </a:ext>
            </a:extLst>
          </p:cNvPr>
          <p:cNvSpPr/>
          <p:nvPr/>
        </p:nvSpPr>
        <p:spPr>
          <a:xfrm>
            <a:off x="10624191" y="28640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8" name="四角形: 角を丸くする 807">
            <a:extLst>
              <a:ext uri="{FF2B5EF4-FFF2-40B4-BE49-F238E27FC236}">
                <a16:creationId xmlns:a16="http://schemas.microsoft.com/office/drawing/2014/main" id="{0B96C807-1EFB-4AAB-9D13-381D9E1B589D}"/>
              </a:ext>
            </a:extLst>
          </p:cNvPr>
          <p:cNvSpPr/>
          <p:nvPr/>
        </p:nvSpPr>
        <p:spPr>
          <a:xfrm>
            <a:off x="10894426" y="269964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9" name="四角形: 角を丸くする 808">
            <a:extLst>
              <a:ext uri="{FF2B5EF4-FFF2-40B4-BE49-F238E27FC236}">
                <a16:creationId xmlns:a16="http://schemas.microsoft.com/office/drawing/2014/main" id="{17C8D69C-EEC2-40A2-8828-DA384F49420E}"/>
              </a:ext>
            </a:extLst>
          </p:cNvPr>
          <p:cNvSpPr/>
          <p:nvPr/>
        </p:nvSpPr>
        <p:spPr>
          <a:xfrm>
            <a:off x="10444191" y="28640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0" name="四角形: 角を丸くする 809">
            <a:extLst>
              <a:ext uri="{FF2B5EF4-FFF2-40B4-BE49-F238E27FC236}">
                <a16:creationId xmlns:a16="http://schemas.microsoft.com/office/drawing/2014/main" id="{6AFFB06D-A3AD-4027-BF08-42AF26C3D56D}"/>
              </a:ext>
            </a:extLst>
          </p:cNvPr>
          <p:cNvSpPr/>
          <p:nvPr/>
        </p:nvSpPr>
        <p:spPr>
          <a:xfrm>
            <a:off x="10084191" y="25578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1" name="四角形: 角を丸くする 810">
            <a:extLst>
              <a:ext uri="{FF2B5EF4-FFF2-40B4-BE49-F238E27FC236}">
                <a16:creationId xmlns:a16="http://schemas.microsoft.com/office/drawing/2014/main" id="{EC7F55F1-21B7-4414-A349-4B0F8D6D27BB}"/>
              </a:ext>
            </a:extLst>
          </p:cNvPr>
          <p:cNvSpPr/>
          <p:nvPr/>
        </p:nvSpPr>
        <p:spPr>
          <a:xfrm>
            <a:off x="10264191" y="25578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2" name="四角形: 角を丸くする 811">
            <a:extLst>
              <a:ext uri="{FF2B5EF4-FFF2-40B4-BE49-F238E27FC236}">
                <a16:creationId xmlns:a16="http://schemas.microsoft.com/office/drawing/2014/main" id="{BED0A2B1-F593-47F4-BB4C-0AA61DC81507}"/>
              </a:ext>
            </a:extLst>
          </p:cNvPr>
          <p:cNvSpPr/>
          <p:nvPr/>
        </p:nvSpPr>
        <p:spPr>
          <a:xfrm>
            <a:off x="10624191" y="25578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3" name="四角形: 角を丸くする 812">
            <a:extLst>
              <a:ext uri="{FF2B5EF4-FFF2-40B4-BE49-F238E27FC236}">
                <a16:creationId xmlns:a16="http://schemas.microsoft.com/office/drawing/2014/main" id="{C19E6561-118D-4608-A711-098F6FCC4EFD}"/>
              </a:ext>
            </a:extLst>
          </p:cNvPr>
          <p:cNvSpPr/>
          <p:nvPr/>
        </p:nvSpPr>
        <p:spPr>
          <a:xfrm>
            <a:off x="10804191" y="25578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4" name="四角形: 角を丸くする 813">
            <a:extLst>
              <a:ext uri="{FF2B5EF4-FFF2-40B4-BE49-F238E27FC236}">
                <a16:creationId xmlns:a16="http://schemas.microsoft.com/office/drawing/2014/main" id="{33B996B3-BB4F-4C43-B337-3A6ED52DD568}"/>
              </a:ext>
            </a:extLst>
          </p:cNvPr>
          <p:cNvSpPr/>
          <p:nvPr/>
        </p:nvSpPr>
        <p:spPr>
          <a:xfrm>
            <a:off x="11198629" y="25578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5" name="四角形: 角を丸くする 814">
            <a:extLst>
              <a:ext uri="{FF2B5EF4-FFF2-40B4-BE49-F238E27FC236}">
                <a16:creationId xmlns:a16="http://schemas.microsoft.com/office/drawing/2014/main" id="{36232D30-17E0-4992-AD44-69CCE60878F6}"/>
              </a:ext>
            </a:extLst>
          </p:cNvPr>
          <p:cNvSpPr/>
          <p:nvPr/>
        </p:nvSpPr>
        <p:spPr>
          <a:xfrm>
            <a:off x="11378629" y="25578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6" name="四角形: 角を丸くする 815">
            <a:extLst>
              <a:ext uri="{FF2B5EF4-FFF2-40B4-BE49-F238E27FC236}">
                <a16:creationId xmlns:a16="http://schemas.microsoft.com/office/drawing/2014/main" id="{75B86A8A-4B17-44FD-860E-5641DEDEE041}"/>
              </a:ext>
            </a:extLst>
          </p:cNvPr>
          <p:cNvSpPr/>
          <p:nvPr/>
        </p:nvSpPr>
        <p:spPr>
          <a:xfrm>
            <a:off x="11738629" y="25578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8" name="四角形: 角を丸くする 817">
            <a:extLst>
              <a:ext uri="{FF2B5EF4-FFF2-40B4-BE49-F238E27FC236}">
                <a16:creationId xmlns:a16="http://schemas.microsoft.com/office/drawing/2014/main" id="{553AD38A-1FF7-4DC9-9E77-CD66A3EFBF52}"/>
              </a:ext>
            </a:extLst>
          </p:cNvPr>
          <p:cNvSpPr/>
          <p:nvPr/>
        </p:nvSpPr>
        <p:spPr>
          <a:xfrm>
            <a:off x="11558629" y="25578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9" name="四角形: 角を丸くする 818">
            <a:extLst>
              <a:ext uri="{FF2B5EF4-FFF2-40B4-BE49-F238E27FC236}">
                <a16:creationId xmlns:a16="http://schemas.microsoft.com/office/drawing/2014/main" id="{24299491-5571-4DE6-8DE3-618B173983D8}"/>
              </a:ext>
            </a:extLst>
          </p:cNvPr>
          <p:cNvSpPr/>
          <p:nvPr/>
        </p:nvSpPr>
        <p:spPr>
          <a:xfrm>
            <a:off x="11918629" y="25578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0" name="四角形: 角を丸くする 819">
            <a:extLst>
              <a:ext uri="{FF2B5EF4-FFF2-40B4-BE49-F238E27FC236}">
                <a16:creationId xmlns:a16="http://schemas.microsoft.com/office/drawing/2014/main" id="{2D01BA11-7F92-43E1-BD83-166F5BC9DDC0}"/>
              </a:ext>
            </a:extLst>
          </p:cNvPr>
          <p:cNvSpPr/>
          <p:nvPr/>
        </p:nvSpPr>
        <p:spPr>
          <a:xfrm>
            <a:off x="12098629" y="25578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1" name="四角形: 角を丸くする 820">
            <a:extLst>
              <a:ext uri="{FF2B5EF4-FFF2-40B4-BE49-F238E27FC236}">
                <a16:creationId xmlns:a16="http://schemas.microsoft.com/office/drawing/2014/main" id="{802BF9A1-1DD5-4E74-BF32-BFE3370E28FE}"/>
              </a:ext>
            </a:extLst>
          </p:cNvPr>
          <p:cNvSpPr/>
          <p:nvPr/>
        </p:nvSpPr>
        <p:spPr>
          <a:xfrm>
            <a:off x="9908642" y="321161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2" name="四角形: 角を丸くする 821">
            <a:extLst>
              <a:ext uri="{FF2B5EF4-FFF2-40B4-BE49-F238E27FC236}">
                <a16:creationId xmlns:a16="http://schemas.microsoft.com/office/drawing/2014/main" id="{1D00FFD3-099C-4FEC-9FC5-AADD2D232EE3}"/>
              </a:ext>
            </a:extLst>
          </p:cNvPr>
          <p:cNvSpPr/>
          <p:nvPr/>
        </p:nvSpPr>
        <p:spPr>
          <a:xfrm>
            <a:off x="10088642" y="321161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3" name="四角形: 角を丸くする 822">
            <a:extLst>
              <a:ext uri="{FF2B5EF4-FFF2-40B4-BE49-F238E27FC236}">
                <a16:creationId xmlns:a16="http://schemas.microsoft.com/office/drawing/2014/main" id="{9D3162E6-0744-4108-9485-247857CF6F84}"/>
              </a:ext>
            </a:extLst>
          </p:cNvPr>
          <p:cNvSpPr/>
          <p:nvPr/>
        </p:nvSpPr>
        <p:spPr>
          <a:xfrm>
            <a:off x="10448642" y="321161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4" name="四角形: 角を丸くする 823">
            <a:extLst>
              <a:ext uri="{FF2B5EF4-FFF2-40B4-BE49-F238E27FC236}">
                <a16:creationId xmlns:a16="http://schemas.microsoft.com/office/drawing/2014/main" id="{D665BD56-7177-4BB3-B447-506F39FF1BD6}"/>
              </a:ext>
            </a:extLst>
          </p:cNvPr>
          <p:cNvSpPr/>
          <p:nvPr/>
        </p:nvSpPr>
        <p:spPr>
          <a:xfrm>
            <a:off x="10268642" y="321161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5" name="四角形: 角を丸くする 824">
            <a:extLst>
              <a:ext uri="{FF2B5EF4-FFF2-40B4-BE49-F238E27FC236}">
                <a16:creationId xmlns:a16="http://schemas.microsoft.com/office/drawing/2014/main" id="{0254AB49-20D6-40C3-8985-BA4E35101127}"/>
              </a:ext>
            </a:extLst>
          </p:cNvPr>
          <p:cNvSpPr/>
          <p:nvPr/>
        </p:nvSpPr>
        <p:spPr>
          <a:xfrm>
            <a:off x="10628642" y="321161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6" name="四角形: 角を丸くする 825">
            <a:extLst>
              <a:ext uri="{FF2B5EF4-FFF2-40B4-BE49-F238E27FC236}">
                <a16:creationId xmlns:a16="http://schemas.microsoft.com/office/drawing/2014/main" id="{9C6B2AC5-817C-4E71-B95B-3FB3E8E7D366}"/>
              </a:ext>
            </a:extLst>
          </p:cNvPr>
          <p:cNvSpPr/>
          <p:nvPr/>
        </p:nvSpPr>
        <p:spPr>
          <a:xfrm>
            <a:off x="10808642" y="321161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7" name="四角形: 角を丸くする 826">
            <a:extLst>
              <a:ext uri="{FF2B5EF4-FFF2-40B4-BE49-F238E27FC236}">
                <a16:creationId xmlns:a16="http://schemas.microsoft.com/office/drawing/2014/main" id="{246B265D-4F87-48CA-B28A-C8752503D9B7}"/>
              </a:ext>
            </a:extLst>
          </p:cNvPr>
          <p:cNvSpPr/>
          <p:nvPr/>
        </p:nvSpPr>
        <p:spPr>
          <a:xfrm>
            <a:off x="10804191" y="352428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8" name="四角形: 角を丸くする 827">
            <a:extLst>
              <a:ext uri="{FF2B5EF4-FFF2-40B4-BE49-F238E27FC236}">
                <a16:creationId xmlns:a16="http://schemas.microsoft.com/office/drawing/2014/main" id="{466143D5-8459-40F1-951B-2C487EBAE715}"/>
              </a:ext>
            </a:extLst>
          </p:cNvPr>
          <p:cNvSpPr/>
          <p:nvPr/>
        </p:nvSpPr>
        <p:spPr>
          <a:xfrm>
            <a:off x="10894426" y="337669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9" name="四角形: 角を丸くする 828">
            <a:extLst>
              <a:ext uri="{FF2B5EF4-FFF2-40B4-BE49-F238E27FC236}">
                <a16:creationId xmlns:a16="http://schemas.microsoft.com/office/drawing/2014/main" id="{657ACF5A-0374-4EC1-8EAE-BAF725C594DD}"/>
              </a:ext>
            </a:extLst>
          </p:cNvPr>
          <p:cNvSpPr/>
          <p:nvPr/>
        </p:nvSpPr>
        <p:spPr>
          <a:xfrm>
            <a:off x="11201578" y="321161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0" name="四角形: 角を丸くする 829">
            <a:extLst>
              <a:ext uri="{FF2B5EF4-FFF2-40B4-BE49-F238E27FC236}">
                <a16:creationId xmlns:a16="http://schemas.microsoft.com/office/drawing/2014/main" id="{EB60FC7C-A983-4A93-B4F8-C38339E59510}"/>
              </a:ext>
            </a:extLst>
          </p:cNvPr>
          <p:cNvSpPr/>
          <p:nvPr/>
        </p:nvSpPr>
        <p:spPr>
          <a:xfrm>
            <a:off x="11381578" y="321161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1" name="四角形: 角を丸くする 830">
            <a:extLst>
              <a:ext uri="{FF2B5EF4-FFF2-40B4-BE49-F238E27FC236}">
                <a16:creationId xmlns:a16="http://schemas.microsoft.com/office/drawing/2014/main" id="{F4F08315-AE6E-4480-A29C-84129B566634}"/>
              </a:ext>
            </a:extLst>
          </p:cNvPr>
          <p:cNvSpPr/>
          <p:nvPr/>
        </p:nvSpPr>
        <p:spPr>
          <a:xfrm>
            <a:off x="11561578" y="321161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3" name="四角形: 角を丸くする 832">
            <a:extLst>
              <a:ext uri="{FF2B5EF4-FFF2-40B4-BE49-F238E27FC236}">
                <a16:creationId xmlns:a16="http://schemas.microsoft.com/office/drawing/2014/main" id="{9FA00661-8B16-40CE-B134-E5C5933BBB5D}"/>
              </a:ext>
            </a:extLst>
          </p:cNvPr>
          <p:cNvSpPr/>
          <p:nvPr/>
        </p:nvSpPr>
        <p:spPr>
          <a:xfrm>
            <a:off x="11741578" y="321161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5" name="四角形: 角を丸くする 834">
            <a:extLst>
              <a:ext uri="{FF2B5EF4-FFF2-40B4-BE49-F238E27FC236}">
                <a16:creationId xmlns:a16="http://schemas.microsoft.com/office/drawing/2014/main" id="{C32C5DB2-A811-48F8-BF01-BB5AF6A9845F}"/>
              </a:ext>
            </a:extLst>
          </p:cNvPr>
          <p:cNvSpPr/>
          <p:nvPr/>
        </p:nvSpPr>
        <p:spPr>
          <a:xfrm>
            <a:off x="11921578" y="321161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7" name="四角形: 角を丸くする 836">
            <a:extLst>
              <a:ext uri="{FF2B5EF4-FFF2-40B4-BE49-F238E27FC236}">
                <a16:creationId xmlns:a16="http://schemas.microsoft.com/office/drawing/2014/main" id="{E1D20517-F2D7-405A-9FC5-1308C916C86F}"/>
              </a:ext>
            </a:extLst>
          </p:cNvPr>
          <p:cNvSpPr/>
          <p:nvPr/>
        </p:nvSpPr>
        <p:spPr>
          <a:xfrm>
            <a:off x="9908642" y="387913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8" name="四角形: 角を丸くする 837">
            <a:extLst>
              <a:ext uri="{FF2B5EF4-FFF2-40B4-BE49-F238E27FC236}">
                <a16:creationId xmlns:a16="http://schemas.microsoft.com/office/drawing/2014/main" id="{E71DC51A-9800-40FB-9950-C6E2303F4BDA}"/>
              </a:ext>
            </a:extLst>
          </p:cNvPr>
          <p:cNvSpPr/>
          <p:nvPr/>
        </p:nvSpPr>
        <p:spPr>
          <a:xfrm>
            <a:off x="10088642" y="387913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9" name="四角形: 角を丸くする 838">
            <a:extLst>
              <a:ext uri="{FF2B5EF4-FFF2-40B4-BE49-F238E27FC236}">
                <a16:creationId xmlns:a16="http://schemas.microsoft.com/office/drawing/2014/main" id="{F09CCDE1-CB31-4E89-A084-746F7F4009AB}"/>
              </a:ext>
            </a:extLst>
          </p:cNvPr>
          <p:cNvSpPr/>
          <p:nvPr/>
        </p:nvSpPr>
        <p:spPr>
          <a:xfrm>
            <a:off x="10268642" y="387913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0" name="四角形: 角を丸くする 839">
            <a:extLst>
              <a:ext uri="{FF2B5EF4-FFF2-40B4-BE49-F238E27FC236}">
                <a16:creationId xmlns:a16="http://schemas.microsoft.com/office/drawing/2014/main" id="{7E7DFD37-1CF7-4549-99D2-0105B1CA26B4}"/>
              </a:ext>
            </a:extLst>
          </p:cNvPr>
          <p:cNvSpPr/>
          <p:nvPr/>
        </p:nvSpPr>
        <p:spPr>
          <a:xfrm>
            <a:off x="10448642" y="387913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1" name="四角形: 角を丸くする 840">
            <a:extLst>
              <a:ext uri="{FF2B5EF4-FFF2-40B4-BE49-F238E27FC236}">
                <a16:creationId xmlns:a16="http://schemas.microsoft.com/office/drawing/2014/main" id="{7FBF74A0-04EA-4250-AD7D-32CE66901AC5}"/>
              </a:ext>
            </a:extLst>
          </p:cNvPr>
          <p:cNvSpPr/>
          <p:nvPr/>
        </p:nvSpPr>
        <p:spPr>
          <a:xfrm>
            <a:off x="11741578" y="387913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2" name="四角形: 角を丸くする 841">
            <a:extLst>
              <a:ext uri="{FF2B5EF4-FFF2-40B4-BE49-F238E27FC236}">
                <a16:creationId xmlns:a16="http://schemas.microsoft.com/office/drawing/2014/main" id="{65EBF339-C924-4AC3-BF99-8577FA220B42}"/>
              </a:ext>
            </a:extLst>
          </p:cNvPr>
          <p:cNvSpPr/>
          <p:nvPr/>
        </p:nvSpPr>
        <p:spPr>
          <a:xfrm>
            <a:off x="11921578" y="387913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3" name="四角形: 角を丸くする 842">
            <a:extLst>
              <a:ext uri="{FF2B5EF4-FFF2-40B4-BE49-F238E27FC236}">
                <a16:creationId xmlns:a16="http://schemas.microsoft.com/office/drawing/2014/main" id="{CD9A6F37-D140-48A7-8230-21FAC921D3B1}"/>
              </a:ext>
            </a:extLst>
          </p:cNvPr>
          <p:cNvSpPr/>
          <p:nvPr/>
        </p:nvSpPr>
        <p:spPr>
          <a:xfrm>
            <a:off x="12101578" y="387913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4" name="四角形: 角を丸くする 843">
            <a:extLst>
              <a:ext uri="{FF2B5EF4-FFF2-40B4-BE49-F238E27FC236}">
                <a16:creationId xmlns:a16="http://schemas.microsoft.com/office/drawing/2014/main" id="{9087362C-F8A0-41FA-BC52-8F3B7C838E96}"/>
              </a:ext>
            </a:extLst>
          </p:cNvPr>
          <p:cNvSpPr/>
          <p:nvPr/>
        </p:nvSpPr>
        <p:spPr>
          <a:xfrm>
            <a:off x="11201578" y="387913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6" name="四角形: 角を丸くする 845">
            <a:extLst>
              <a:ext uri="{FF2B5EF4-FFF2-40B4-BE49-F238E27FC236}">
                <a16:creationId xmlns:a16="http://schemas.microsoft.com/office/drawing/2014/main" id="{8EC949E8-27D0-4E3C-9429-5F7088716E16}"/>
              </a:ext>
            </a:extLst>
          </p:cNvPr>
          <p:cNvSpPr/>
          <p:nvPr/>
        </p:nvSpPr>
        <p:spPr>
          <a:xfrm>
            <a:off x="11381578" y="387913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8" name="四角形: 角を丸くする 847">
            <a:extLst>
              <a:ext uri="{FF2B5EF4-FFF2-40B4-BE49-F238E27FC236}">
                <a16:creationId xmlns:a16="http://schemas.microsoft.com/office/drawing/2014/main" id="{B100A12D-B642-4210-9CFE-4BFAC68AFACD}"/>
              </a:ext>
            </a:extLst>
          </p:cNvPr>
          <p:cNvSpPr/>
          <p:nvPr/>
        </p:nvSpPr>
        <p:spPr>
          <a:xfrm>
            <a:off x="11561578" y="387913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9" name="四角形: 角を丸くする 848">
            <a:extLst>
              <a:ext uri="{FF2B5EF4-FFF2-40B4-BE49-F238E27FC236}">
                <a16:creationId xmlns:a16="http://schemas.microsoft.com/office/drawing/2014/main" id="{0120FDFA-6E0D-4D8C-A87C-F1255DB3DC19}"/>
              </a:ext>
            </a:extLst>
          </p:cNvPr>
          <p:cNvSpPr/>
          <p:nvPr/>
        </p:nvSpPr>
        <p:spPr>
          <a:xfrm>
            <a:off x="9908642" y="44989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0" name="四角形: 角を丸くする 849">
            <a:extLst>
              <a:ext uri="{FF2B5EF4-FFF2-40B4-BE49-F238E27FC236}">
                <a16:creationId xmlns:a16="http://schemas.microsoft.com/office/drawing/2014/main" id="{55C9E542-6B00-4C49-AB91-7D65E33899A3}"/>
              </a:ext>
            </a:extLst>
          </p:cNvPr>
          <p:cNvSpPr/>
          <p:nvPr/>
        </p:nvSpPr>
        <p:spPr>
          <a:xfrm>
            <a:off x="10088642" y="44989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1" name="四角形: 角を丸くする 850">
            <a:extLst>
              <a:ext uri="{FF2B5EF4-FFF2-40B4-BE49-F238E27FC236}">
                <a16:creationId xmlns:a16="http://schemas.microsoft.com/office/drawing/2014/main" id="{F394320B-26B6-4901-B7EE-C6CCF2B85D8B}"/>
              </a:ext>
            </a:extLst>
          </p:cNvPr>
          <p:cNvSpPr/>
          <p:nvPr/>
        </p:nvSpPr>
        <p:spPr>
          <a:xfrm>
            <a:off x="10448642" y="44989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2" name="四角形: 角を丸くする 851">
            <a:extLst>
              <a:ext uri="{FF2B5EF4-FFF2-40B4-BE49-F238E27FC236}">
                <a16:creationId xmlns:a16="http://schemas.microsoft.com/office/drawing/2014/main" id="{A2F9F2E7-EEE5-4037-9455-0BF68DF4DF53}"/>
              </a:ext>
            </a:extLst>
          </p:cNvPr>
          <p:cNvSpPr/>
          <p:nvPr/>
        </p:nvSpPr>
        <p:spPr>
          <a:xfrm>
            <a:off x="10628642" y="44989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3" name="四角形: 角を丸くする 852">
            <a:extLst>
              <a:ext uri="{FF2B5EF4-FFF2-40B4-BE49-F238E27FC236}">
                <a16:creationId xmlns:a16="http://schemas.microsoft.com/office/drawing/2014/main" id="{AFE29B00-5DD3-4B90-BB8A-5495752BCA50}"/>
              </a:ext>
            </a:extLst>
          </p:cNvPr>
          <p:cNvSpPr/>
          <p:nvPr/>
        </p:nvSpPr>
        <p:spPr>
          <a:xfrm>
            <a:off x="10268642" y="44989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7" name="楕円 856">
            <a:extLst>
              <a:ext uri="{FF2B5EF4-FFF2-40B4-BE49-F238E27FC236}">
                <a16:creationId xmlns:a16="http://schemas.microsoft.com/office/drawing/2014/main" id="{331166BE-6C61-422B-822C-E75B06C889FC}"/>
              </a:ext>
            </a:extLst>
          </p:cNvPr>
          <p:cNvSpPr/>
          <p:nvPr/>
        </p:nvSpPr>
        <p:spPr>
          <a:xfrm>
            <a:off x="11665843" y="441829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8" name="楕円 857">
            <a:extLst>
              <a:ext uri="{FF2B5EF4-FFF2-40B4-BE49-F238E27FC236}">
                <a16:creationId xmlns:a16="http://schemas.microsoft.com/office/drawing/2014/main" id="{251308B4-6C9B-4446-B3BC-EC2B1EA2B88C}"/>
              </a:ext>
            </a:extLst>
          </p:cNvPr>
          <p:cNvSpPr/>
          <p:nvPr/>
        </p:nvSpPr>
        <p:spPr>
          <a:xfrm>
            <a:off x="11125843" y="4815912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9" name="楕円 858">
            <a:extLst>
              <a:ext uri="{FF2B5EF4-FFF2-40B4-BE49-F238E27FC236}">
                <a16:creationId xmlns:a16="http://schemas.microsoft.com/office/drawing/2014/main" id="{57364F16-9A8B-47FA-A1C0-B890D998E765}"/>
              </a:ext>
            </a:extLst>
          </p:cNvPr>
          <p:cNvSpPr/>
          <p:nvPr/>
        </p:nvSpPr>
        <p:spPr>
          <a:xfrm>
            <a:off x="12205843" y="455083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0" name="楕円 859">
            <a:extLst>
              <a:ext uri="{FF2B5EF4-FFF2-40B4-BE49-F238E27FC236}">
                <a16:creationId xmlns:a16="http://schemas.microsoft.com/office/drawing/2014/main" id="{16598D03-FA24-4B7A-914B-E67E9F72CC03}"/>
              </a:ext>
            </a:extLst>
          </p:cNvPr>
          <p:cNvSpPr/>
          <p:nvPr/>
        </p:nvSpPr>
        <p:spPr>
          <a:xfrm>
            <a:off x="11845843" y="441829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1" name="楕円 860">
            <a:extLst>
              <a:ext uri="{FF2B5EF4-FFF2-40B4-BE49-F238E27FC236}">
                <a16:creationId xmlns:a16="http://schemas.microsoft.com/office/drawing/2014/main" id="{EE97DB6C-8612-415B-8413-A47D67306BFA}"/>
              </a:ext>
            </a:extLst>
          </p:cNvPr>
          <p:cNvSpPr/>
          <p:nvPr/>
        </p:nvSpPr>
        <p:spPr>
          <a:xfrm>
            <a:off x="11125843" y="441829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2" name="楕円 861">
            <a:extLst>
              <a:ext uri="{FF2B5EF4-FFF2-40B4-BE49-F238E27FC236}">
                <a16:creationId xmlns:a16="http://schemas.microsoft.com/office/drawing/2014/main" id="{19B7CA2F-4EB3-4E58-865A-035EF4B7378C}"/>
              </a:ext>
            </a:extLst>
          </p:cNvPr>
          <p:cNvSpPr/>
          <p:nvPr/>
        </p:nvSpPr>
        <p:spPr>
          <a:xfrm>
            <a:off x="11305843" y="441829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3" name="楕円 862">
            <a:extLst>
              <a:ext uri="{FF2B5EF4-FFF2-40B4-BE49-F238E27FC236}">
                <a16:creationId xmlns:a16="http://schemas.microsoft.com/office/drawing/2014/main" id="{E2E9A426-F16F-4A2B-A8CC-DBA3BAAD3E4E}"/>
              </a:ext>
            </a:extLst>
          </p:cNvPr>
          <p:cNvSpPr/>
          <p:nvPr/>
        </p:nvSpPr>
        <p:spPr>
          <a:xfrm>
            <a:off x="11485843" y="441829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4" name="楕円 863">
            <a:extLst>
              <a:ext uri="{FF2B5EF4-FFF2-40B4-BE49-F238E27FC236}">
                <a16:creationId xmlns:a16="http://schemas.microsoft.com/office/drawing/2014/main" id="{2B23D550-EE07-42F5-A102-92B73BC68524}"/>
              </a:ext>
            </a:extLst>
          </p:cNvPr>
          <p:cNvSpPr/>
          <p:nvPr/>
        </p:nvSpPr>
        <p:spPr>
          <a:xfrm>
            <a:off x="11485843" y="4815912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5" name="楕円 864">
            <a:extLst>
              <a:ext uri="{FF2B5EF4-FFF2-40B4-BE49-F238E27FC236}">
                <a16:creationId xmlns:a16="http://schemas.microsoft.com/office/drawing/2014/main" id="{69E70938-F07D-49FA-B6D7-A4782A167AD4}"/>
              </a:ext>
            </a:extLst>
          </p:cNvPr>
          <p:cNvSpPr/>
          <p:nvPr/>
        </p:nvSpPr>
        <p:spPr>
          <a:xfrm>
            <a:off x="12025843" y="468337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6" name="楕円 865">
            <a:extLst>
              <a:ext uri="{FF2B5EF4-FFF2-40B4-BE49-F238E27FC236}">
                <a16:creationId xmlns:a16="http://schemas.microsoft.com/office/drawing/2014/main" id="{08709503-81E7-4CD4-9B71-B957A27EBFF7}"/>
              </a:ext>
            </a:extLst>
          </p:cNvPr>
          <p:cNvSpPr/>
          <p:nvPr/>
        </p:nvSpPr>
        <p:spPr>
          <a:xfrm>
            <a:off x="12025843" y="441829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7" name="楕円 866">
            <a:extLst>
              <a:ext uri="{FF2B5EF4-FFF2-40B4-BE49-F238E27FC236}">
                <a16:creationId xmlns:a16="http://schemas.microsoft.com/office/drawing/2014/main" id="{2B2B2B66-8FE6-4736-945B-698A38661BAC}"/>
              </a:ext>
            </a:extLst>
          </p:cNvPr>
          <p:cNvSpPr/>
          <p:nvPr/>
        </p:nvSpPr>
        <p:spPr>
          <a:xfrm>
            <a:off x="11665843" y="4815912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8" name="楕円 867">
            <a:extLst>
              <a:ext uri="{FF2B5EF4-FFF2-40B4-BE49-F238E27FC236}">
                <a16:creationId xmlns:a16="http://schemas.microsoft.com/office/drawing/2014/main" id="{47BC2A5F-34D2-4A85-9A30-06F109B8C80B}"/>
              </a:ext>
            </a:extLst>
          </p:cNvPr>
          <p:cNvSpPr/>
          <p:nvPr/>
        </p:nvSpPr>
        <p:spPr>
          <a:xfrm>
            <a:off x="12205843" y="468337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9" name="楕円 868">
            <a:extLst>
              <a:ext uri="{FF2B5EF4-FFF2-40B4-BE49-F238E27FC236}">
                <a16:creationId xmlns:a16="http://schemas.microsoft.com/office/drawing/2014/main" id="{DEE57B9D-D7CC-4B32-93CC-DE4EAE505C7A}"/>
              </a:ext>
            </a:extLst>
          </p:cNvPr>
          <p:cNvSpPr/>
          <p:nvPr/>
        </p:nvSpPr>
        <p:spPr>
          <a:xfrm>
            <a:off x="11305843" y="455083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0" name="楕円 869">
            <a:extLst>
              <a:ext uri="{FF2B5EF4-FFF2-40B4-BE49-F238E27FC236}">
                <a16:creationId xmlns:a16="http://schemas.microsoft.com/office/drawing/2014/main" id="{74A1FA6E-A2D0-4B7D-A764-F4222A160FA6}"/>
              </a:ext>
            </a:extLst>
          </p:cNvPr>
          <p:cNvSpPr/>
          <p:nvPr/>
        </p:nvSpPr>
        <p:spPr>
          <a:xfrm>
            <a:off x="11485843" y="468337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1" name="楕円 870">
            <a:extLst>
              <a:ext uri="{FF2B5EF4-FFF2-40B4-BE49-F238E27FC236}">
                <a16:creationId xmlns:a16="http://schemas.microsoft.com/office/drawing/2014/main" id="{9B704C48-0735-4FE1-A9E2-A294F99CF353}"/>
              </a:ext>
            </a:extLst>
          </p:cNvPr>
          <p:cNvSpPr/>
          <p:nvPr/>
        </p:nvSpPr>
        <p:spPr>
          <a:xfrm>
            <a:off x="11665843" y="468337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2" name="楕円 871">
            <a:extLst>
              <a:ext uri="{FF2B5EF4-FFF2-40B4-BE49-F238E27FC236}">
                <a16:creationId xmlns:a16="http://schemas.microsoft.com/office/drawing/2014/main" id="{D691BA5F-B103-43AC-8716-93448EAEFB33}"/>
              </a:ext>
            </a:extLst>
          </p:cNvPr>
          <p:cNvSpPr/>
          <p:nvPr/>
        </p:nvSpPr>
        <p:spPr>
          <a:xfrm>
            <a:off x="11485843" y="455083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3" name="楕円 872">
            <a:extLst>
              <a:ext uri="{FF2B5EF4-FFF2-40B4-BE49-F238E27FC236}">
                <a16:creationId xmlns:a16="http://schemas.microsoft.com/office/drawing/2014/main" id="{DFD7F5EA-FE17-4684-A974-842195F6FE2F}"/>
              </a:ext>
            </a:extLst>
          </p:cNvPr>
          <p:cNvSpPr/>
          <p:nvPr/>
        </p:nvSpPr>
        <p:spPr>
          <a:xfrm>
            <a:off x="11305843" y="4815912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4" name="楕円 873">
            <a:extLst>
              <a:ext uri="{FF2B5EF4-FFF2-40B4-BE49-F238E27FC236}">
                <a16:creationId xmlns:a16="http://schemas.microsoft.com/office/drawing/2014/main" id="{50F90BA3-639C-4B6F-B35A-C0D285490498}"/>
              </a:ext>
            </a:extLst>
          </p:cNvPr>
          <p:cNvSpPr/>
          <p:nvPr/>
        </p:nvSpPr>
        <p:spPr>
          <a:xfrm>
            <a:off x="11845843" y="4815912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5" name="楕円 874">
            <a:extLst>
              <a:ext uri="{FF2B5EF4-FFF2-40B4-BE49-F238E27FC236}">
                <a16:creationId xmlns:a16="http://schemas.microsoft.com/office/drawing/2014/main" id="{C53D73D4-4B0B-4FBB-BEB4-7904E9C66379}"/>
              </a:ext>
            </a:extLst>
          </p:cNvPr>
          <p:cNvSpPr/>
          <p:nvPr/>
        </p:nvSpPr>
        <p:spPr>
          <a:xfrm>
            <a:off x="11125843" y="455083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6" name="楕円 875">
            <a:extLst>
              <a:ext uri="{FF2B5EF4-FFF2-40B4-BE49-F238E27FC236}">
                <a16:creationId xmlns:a16="http://schemas.microsoft.com/office/drawing/2014/main" id="{761EC76D-D546-4EAD-A3A7-46CD51C71F46}"/>
              </a:ext>
            </a:extLst>
          </p:cNvPr>
          <p:cNvSpPr/>
          <p:nvPr/>
        </p:nvSpPr>
        <p:spPr>
          <a:xfrm>
            <a:off x="12025843" y="455083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7" name="楕円 876">
            <a:extLst>
              <a:ext uri="{FF2B5EF4-FFF2-40B4-BE49-F238E27FC236}">
                <a16:creationId xmlns:a16="http://schemas.microsoft.com/office/drawing/2014/main" id="{6AD0C5AB-2593-4882-9611-F607D160307E}"/>
              </a:ext>
            </a:extLst>
          </p:cNvPr>
          <p:cNvSpPr/>
          <p:nvPr/>
        </p:nvSpPr>
        <p:spPr>
          <a:xfrm>
            <a:off x="11845843" y="468337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8" name="楕円 877">
            <a:extLst>
              <a:ext uri="{FF2B5EF4-FFF2-40B4-BE49-F238E27FC236}">
                <a16:creationId xmlns:a16="http://schemas.microsoft.com/office/drawing/2014/main" id="{196B8282-5F4F-4398-9307-060D4D87D54F}"/>
              </a:ext>
            </a:extLst>
          </p:cNvPr>
          <p:cNvSpPr/>
          <p:nvPr/>
        </p:nvSpPr>
        <p:spPr>
          <a:xfrm>
            <a:off x="11125843" y="468337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9" name="楕円 878">
            <a:extLst>
              <a:ext uri="{FF2B5EF4-FFF2-40B4-BE49-F238E27FC236}">
                <a16:creationId xmlns:a16="http://schemas.microsoft.com/office/drawing/2014/main" id="{F9C7A7D3-D100-4EA7-9A87-3DB6A9997D5C}"/>
              </a:ext>
            </a:extLst>
          </p:cNvPr>
          <p:cNvSpPr/>
          <p:nvPr/>
        </p:nvSpPr>
        <p:spPr>
          <a:xfrm>
            <a:off x="11665843" y="455083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0" name="楕円 879">
            <a:extLst>
              <a:ext uri="{FF2B5EF4-FFF2-40B4-BE49-F238E27FC236}">
                <a16:creationId xmlns:a16="http://schemas.microsoft.com/office/drawing/2014/main" id="{F464DF92-91EF-4D11-9303-4937F1F09B83}"/>
              </a:ext>
            </a:extLst>
          </p:cNvPr>
          <p:cNvSpPr/>
          <p:nvPr/>
        </p:nvSpPr>
        <p:spPr>
          <a:xfrm>
            <a:off x="12205843" y="441829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1" name="楕円 880">
            <a:extLst>
              <a:ext uri="{FF2B5EF4-FFF2-40B4-BE49-F238E27FC236}">
                <a16:creationId xmlns:a16="http://schemas.microsoft.com/office/drawing/2014/main" id="{10198069-E497-4F00-AFD2-C32E8E907A0C}"/>
              </a:ext>
            </a:extLst>
          </p:cNvPr>
          <p:cNvSpPr/>
          <p:nvPr/>
        </p:nvSpPr>
        <p:spPr>
          <a:xfrm>
            <a:off x="11845843" y="455083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2" name="楕円 881">
            <a:extLst>
              <a:ext uri="{FF2B5EF4-FFF2-40B4-BE49-F238E27FC236}">
                <a16:creationId xmlns:a16="http://schemas.microsoft.com/office/drawing/2014/main" id="{6013D69D-459B-4F5E-837C-5A51CCE319A6}"/>
              </a:ext>
            </a:extLst>
          </p:cNvPr>
          <p:cNvSpPr/>
          <p:nvPr/>
        </p:nvSpPr>
        <p:spPr>
          <a:xfrm>
            <a:off x="12025843" y="4815912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3" name="楕円 882">
            <a:extLst>
              <a:ext uri="{FF2B5EF4-FFF2-40B4-BE49-F238E27FC236}">
                <a16:creationId xmlns:a16="http://schemas.microsoft.com/office/drawing/2014/main" id="{AE318B80-732A-4C8E-8A1E-A2183C509E30}"/>
              </a:ext>
            </a:extLst>
          </p:cNvPr>
          <p:cNvSpPr/>
          <p:nvPr/>
        </p:nvSpPr>
        <p:spPr>
          <a:xfrm>
            <a:off x="11305843" y="468337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4" name="四角形: 角を丸くする 883">
            <a:extLst>
              <a:ext uri="{FF2B5EF4-FFF2-40B4-BE49-F238E27FC236}">
                <a16:creationId xmlns:a16="http://schemas.microsoft.com/office/drawing/2014/main" id="{7752EDDF-2650-4F03-9C5B-FE5E833A205E}"/>
              </a:ext>
            </a:extLst>
          </p:cNvPr>
          <p:cNvSpPr/>
          <p:nvPr/>
        </p:nvSpPr>
        <p:spPr>
          <a:xfrm>
            <a:off x="9908642" y="515313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5" name="四角形: 角を丸くする 884">
            <a:extLst>
              <a:ext uri="{FF2B5EF4-FFF2-40B4-BE49-F238E27FC236}">
                <a16:creationId xmlns:a16="http://schemas.microsoft.com/office/drawing/2014/main" id="{8917B0C5-ABB0-4B75-8EFF-891E64C4E78E}"/>
              </a:ext>
            </a:extLst>
          </p:cNvPr>
          <p:cNvSpPr/>
          <p:nvPr/>
        </p:nvSpPr>
        <p:spPr>
          <a:xfrm>
            <a:off x="10088642" y="515313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6" name="四角形: 角を丸くする 885">
            <a:extLst>
              <a:ext uri="{FF2B5EF4-FFF2-40B4-BE49-F238E27FC236}">
                <a16:creationId xmlns:a16="http://schemas.microsoft.com/office/drawing/2014/main" id="{C8595B02-4FAA-4D78-8ACB-7D98775E6286}"/>
              </a:ext>
            </a:extLst>
          </p:cNvPr>
          <p:cNvSpPr/>
          <p:nvPr/>
        </p:nvSpPr>
        <p:spPr>
          <a:xfrm>
            <a:off x="10268642" y="515313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7" name="四角形: 角を丸くする 886">
            <a:extLst>
              <a:ext uri="{FF2B5EF4-FFF2-40B4-BE49-F238E27FC236}">
                <a16:creationId xmlns:a16="http://schemas.microsoft.com/office/drawing/2014/main" id="{1C02136D-FF72-4CD4-A966-ED723791C5D7}"/>
              </a:ext>
            </a:extLst>
          </p:cNvPr>
          <p:cNvSpPr/>
          <p:nvPr/>
        </p:nvSpPr>
        <p:spPr>
          <a:xfrm>
            <a:off x="11201578" y="515313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8" name="四角形: 角を丸くする 887">
            <a:extLst>
              <a:ext uri="{FF2B5EF4-FFF2-40B4-BE49-F238E27FC236}">
                <a16:creationId xmlns:a16="http://schemas.microsoft.com/office/drawing/2014/main" id="{1B04956D-95D4-40F0-B66C-B79670AE0652}"/>
              </a:ext>
            </a:extLst>
          </p:cNvPr>
          <p:cNvSpPr/>
          <p:nvPr/>
        </p:nvSpPr>
        <p:spPr>
          <a:xfrm>
            <a:off x="11381578" y="515313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9" name="四角形: 角を丸くする 888">
            <a:extLst>
              <a:ext uri="{FF2B5EF4-FFF2-40B4-BE49-F238E27FC236}">
                <a16:creationId xmlns:a16="http://schemas.microsoft.com/office/drawing/2014/main" id="{1F8B7D7A-5407-4ED5-81DE-B4D0DA34D0FD}"/>
              </a:ext>
            </a:extLst>
          </p:cNvPr>
          <p:cNvSpPr/>
          <p:nvPr/>
        </p:nvSpPr>
        <p:spPr>
          <a:xfrm>
            <a:off x="11561578" y="515313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0" name="四角形: 角を丸くする 889">
            <a:extLst>
              <a:ext uri="{FF2B5EF4-FFF2-40B4-BE49-F238E27FC236}">
                <a16:creationId xmlns:a16="http://schemas.microsoft.com/office/drawing/2014/main" id="{A9AA783E-DF52-44AC-BAA6-B904E9671777}"/>
              </a:ext>
            </a:extLst>
          </p:cNvPr>
          <p:cNvSpPr/>
          <p:nvPr/>
        </p:nvSpPr>
        <p:spPr>
          <a:xfrm>
            <a:off x="9908642" y="580139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1" name="四角形: 角を丸くする 890">
            <a:extLst>
              <a:ext uri="{FF2B5EF4-FFF2-40B4-BE49-F238E27FC236}">
                <a16:creationId xmlns:a16="http://schemas.microsoft.com/office/drawing/2014/main" id="{EE0E2555-2991-44BA-AE2B-4000808632A9}"/>
              </a:ext>
            </a:extLst>
          </p:cNvPr>
          <p:cNvSpPr/>
          <p:nvPr/>
        </p:nvSpPr>
        <p:spPr>
          <a:xfrm>
            <a:off x="10088642" y="580139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2" name="四角形: 角を丸くする 891">
            <a:extLst>
              <a:ext uri="{FF2B5EF4-FFF2-40B4-BE49-F238E27FC236}">
                <a16:creationId xmlns:a16="http://schemas.microsoft.com/office/drawing/2014/main" id="{876FB796-53DA-4B2C-833C-16C7A0153EFF}"/>
              </a:ext>
            </a:extLst>
          </p:cNvPr>
          <p:cNvSpPr/>
          <p:nvPr/>
        </p:nvSpPr>
        <p:spPr>
          <a:xfrm>
            <a:off x="10268642" y="580139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3" name="四角形: 角を丸くする 892">
            <a:extLst>
              <a:ext uri="{FF2B5EF4-FFF2-40B4-BE49-F238E27FC236}">
                <a16:creationId xmlns:a16="http://schemas.microsoft.com/office/drawing/2014/main" id="{2C03E420-3077-4B4D-8E4F-65BF414FD464}"/>
              </a:ext>
            </a:extLst>
          </p:cNvPr>
          <p:cNvSpPr/>
          <p:nvPr/>
        </p:nvSpPr>
        <p:spPr>
          <a:xfrm>
            <a:off x="10448642" y="580139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5" name="四角形: 角を丸くする 894">
            <a:extLst>
              <a:ext uri="{FF2B5EF4-FFF2-40B4-BE49-F238E27FC236}">
                <a16:creationId xmlns:a16="http://schemas.microsoft.com/office/drawing/2014/main" id="{A27CB79E-DF6A-4171-ADE3-EA036BD1175D}"/>
              </a:ext>
            </a:extLst>
          </p:cNvPr>
          <p:cNvSpPr/>
          <p:nvPr/>
        </p:nvSpPr>
        <p:spPr>
          <a:xfrm>
            <a:off x="10903670" y="596340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6" name="四角形: 角を丸くする 895">
            <a:extLst>
              <a:ext uri="{FF2B5EF4-FFF2-40B4-BE49-F238E27FC236}">
                <a16:creationId xmlns:a16="http://schemas.microsoft.com/office/drawing/2014/main" id="{A68D7ADF-DE44-46E0-AFD7-AC3E0098D95E}"/>
              </a:ext>
            </a:extLst>
          </p:cNvPr>
          <p:cNvSpPr/>
          <p:nvPr/>
        </p:nvSpPr>
        <p:spPr>
          <a:xfrm>
            <a:off x="10628642" y="580139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7" name="四角形: 角を丸くする 896">
            <a:extLst>
              <a:ext uri="{FF2B5EF4-FFF2-40B4-BE49-F238E27FC236}">
                <a16:creationId xmlns:a16="http://schemas.microsoft.com/office/drawing/2014/main" id="{F0CA07B1-B1E1-44E6-B3D2-61470040FCEB}"/>
              </a:ext>
            </a:extLst>
          </p:cNvPr>
          <p:cNvSpPr/>
          <p:nvPr/>
        </p:nvSpPr>
        <p:spPr>
          <a:xfrm>
            <a:off x="10808642" y="580139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8" name="四角形: 角を丸くする 897">
            <a:extLst>
              <a:ext uri="{FF2B5EF4-FFF2-40B4-BE49-F238E27FC236}">
                <a16:creationId xmlns:a16="http://schemas.microsoft.com/office/drawing/2014/main" id="{B961F1CA-7A6F-4BF2-9B44-C223BB507CDF}"/>
              </a:ext>
            </a:extLst>
          </p:cNvPr>
          <p:cNvSpPr/>
          <p:nvPr/>
        </p:nvSpPr>
        <p:spPr>
          <a:xfrm>
            <a:off x="9944642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9" name="四角形: 角を丸くする 898">
            <a:extLst>
              <a:ext uri="{FF2B5EF4-FFF2-40B4-BE49-F238E27FC236}">
                <a16:creationId xmlns:a16="http://schemas.microsoft.com/office/drawing/2014/main" id="{560BAE49-2A92-4930-BA9B-6BEAFAA82EAD}"/>
              </a:ext>
            </a:extLst>
          </p:cNvPr>
          <p:cNvSpPr/>
          <p:nvPr/>
        </p:nvSpPr>
        <p:spPr>
          <a:xfrm>
            <a:off x="10124642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0" name="四角形: 角を丸くする 899">
            <a:extLst>
              <a:ext uri="{FF2B5EF4-FFF2-40B4-BE49-F238E27FC236}">
                <a16:creationId xmlns:a16="http://schemas.microsoft.com/office/drawing/2014/main" id="{63D056EB-1D96-43BC-96EF-C6424B96BE17}"/>
              </a:ext>
            </a:extLst>
          </p:cNvPr>
          <p:cNvSpPr/>
          <p:nvPr/>
        </p:nvSpPr>
        <p:spPr>
          <a:xfrm>
            <a:off x="9944642" y="821271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1" name="四角形: 角を丸くする 900">
            <a:extLst>
              <a:ext uri="{FF2B5EF4-FFF2-40B4-BE49-F238E27FC236}">
                <a16:creationId xmlns:a16="http://schemas.microsoft.com/office/drawing/2014/main" id="{448BE8F1-004F-4D89-AFAF-250F60AB0771}"/>
              </a:ext>
            </a:extLst>
          </p:cNvPr>
          <p:cNvSpPr/>
          <p:nvPr/>
        </p:nvSpPr>
        <p:spPr>
          <a:xfrm>
            <a:off x="10124642" y="821271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2" name="四角形: 角を丸くする 901">
            <a:extLst>
              <a:ext uri="{FF2B5EF4-FFF2-40B4-BE49-F238E27FC236}">
                <a16:creationId xmlns:a16="http://schemas.microsoft.com/office/drawing/2014/main" id="{4275BDB9-FC5A-42A8-BE76-063D5D45C6DA}"/>
              </a:ext>
            </a:extLst>
          </p:cNvPr>
          <p:cNvSpPr/>
          <p:nvPr/>
        </p:nvSpPr>
        <p:spPr>
          <a:xfrm>
            <a:off x="1172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3" name="四角形: 角を丸くする 902">
            <a:extLst>
              <a:ext uri="{FF2B5EF4-FFF2-40B4-BE49-F238E27FC236}">
                <a16:creationId xmlns:a16="http://schemas.microsoft.com/office/drawing/2014/main" id="{750831CF-7632-44B8-8ADF-51BC1065D645}"/>
              </a:ext>
            </a:extLst>
          </p:cNvPr>
          <p:cNvSpPr/>
          <p:nvPr/>
        </p:nvSpPr>
        <p:spPr>
          <a:xfrm>
            <a:off x="12213417" y="771584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4" name="四角形: 角を丸くする 903">
            <a:extLst>
              <a:ext uri="{FF2B5EF4-FFF2-40B4-BE49-F238E27FC236}">
                <a16:creationId xmlns:a16="http://schemas.microsoft.com/office/drawing/2014/main" id="{83A2D702-BCA0-4265-8E4B-B270383622D8}"/>
              </a:ext>
            </a:extLst>
          </p:cNvPr>
          <p:cNvSpPr/>
          <p:nvPr/>
        </p:nvSpPr>
        <p:spPr>
          <a:xfrm>
            <a:off x="1118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5" name="四角形: 角を丸くする 904">
            <a:extLst>
              <a:ext uri="{FF2B5EF4-FFF2-40B4-BE49-F238E27FC236}">
                <a16:creationId xmlns:a16="http://schemas.microsoft.com/office/drawing/2014/main" id="{DE78C2CD-74CD-418A-B638-679C50E05D9E}"/>
              </a:ext>
            </a:extLst>
          </p:cNvPr>
          <p:cNvSpPr/>
          <p:nvPr/>
        </p:nvSpPr>
        <p:spPr>
          <a:xfrm>
            <a:off x="1136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6" name="四角形: 角を丸くする 905">
            <a:extLst>
              <a:ext uri="{FF2B5EF4-FFF2-40B4-BE49-F238E27FC236}">
                <a16:creationId xmlns:a16="http://schemas.microsoft.com/office/drawing/2014/main" id="{C5F77A24-DFBC-43B5-9B18-A9B38C3B9B14}"/>
              </a:ext>
            </a:extLst>
          </p:cNvPr>
          <p:cNvSpPr/>
          <p:nvPr/>
        </p:nvSpPr>
        <p:spPr>
          <a:xfrm>
            <a:off x="1154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7" name="四角形: 角を丸くする 906">
            <a:extLst>
              <a:ext uri="{FF2B5EF4-FFF2-40B4-BE49-F238E27FC236}">
                <a16:creationId xmlns:a16="http://schemas.microsoft.com/office/drawing/2014/main" id="{4730BAE6-F0D9-478D-ACC8-FAD84D122C15}"/>
              </a:ext>
            </a:extLst>
          </p:cNvPr>
          <p:cNvSpPr/>
          <p:nvPr/>
        </p:nvSpPr>
        <p:spPr>
          <a:xfrm>
            <a:off x="12088923" y="784654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8" name="四角形: 角を丸くする 907">
            <a:extLst>
              <a:ext uri="{FF2B5EF4-FFF2-40B4-BE49-F238E27FC236}">
                <a16:creationId xmlns:a16="http://schemas.microsoft.com/office/drawing/2014/main" id="{B2E39898-C658-47BF-BF15-68594FBB2AD0}"/>
              </a:ext>
            </a:extLst>
          </p:cNvPr>
          <p:cNvSpPr/>
          <p:nvPr/>
        </p:nvSpPr>
        <p:spPr>
          <a:xfrm>
            <a:off x="11908923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9" name="四角形: 角を丸くする 908">
            <a:extLst>
              <a:ext uri="{FF2B5EF4-FFF2-40B4-BE49-F238E27FC236}">
                <a16:creationId xmlns:a16="http://schemas.microsoft.com/office/drawing/2014/main" id="{50C4CBB0-84B0-4A42-B954-73A2FF3C493A}"/>
              </a:ext>
            </a:extLst>
          </p:cNvPr>
          <p:cNvSpPr/>
          <p:nvPr/>
        </p:nvSpPr>
        <p:spPr>
          <a:xfrm>
            <a:off x="12088923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10" name="四角形: 角を丸くする 909">
            <a:extLst>
              <a:ext uri="{FF2B5EF4-FFF2-40B4-BE49-F238E27FC236}">
                <a16:creationId xmlns:a16="http://schemas.microsoft.com/office/drawing/2014/main" id="{5926E457-F677-4264-9B03-0F790EFA644F}"/>
              </a:ext>
            </a:extLst>
          </p:cNvPr>
          <p:cNvSpPr/>
          <p:nvPr/>
        </p:nvSpPr>
        <p:spPr>
          <a:xfrm>
            <a:off x="9944642" y="8829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11" name="四角形: 角を丸くする 910">
            <a:extLst>
              <a:ext uri="{FF2B5EF4-FFF2-40B4-BE49-F238E27FC236}">
                <a16:creationId xmlns:a16="http://schemas.microsoft.com/office/drawing/2014/main" id="{B182367A-D74D-45BB-895F-B7FE544D82C6}"/>
              </a:ext>
            </a:extLst>
          </p:cNvPr>
          <p:cNvSpPr/>
          <p:nvPr/>
        </p:nvSpPr>
        <p:spPr>
          <a:xfrm>
            <a:off x="10124642" y="8829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8" name="正方形/長方形 457">
            <a:extLst>
              <a:ext uri="{FF2B5EF4-FFF2-40B4-BE49-F238E27FC236}">
                <a16:creationId xmlns:a16="http://schemas.microsoft.com/office/drawing/2014/main" id="{FA9A455A-086B-483D-A609-1D88DC0549AA}"/>
              </a:ext>
            </a:extLst>
          </p:cNvPr>
          <p:cNvSpPr/>
          <p:nvPr/>
        </p:nvSpPr>
        <p:spPr>
          <a:xfrm>
            <a:off x="929982" y="3224877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営業戦略策定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9" name="正方形/長方形 458">
            <a:extLst>
              <a:ext uri="{FF2B5EF4-FFF2-40B4-BE49-F238E27FC236}">
                <a16:creationId xmlns:a16="http://schemas.microsoft.com/office/drawing/2014/main" id="{221D3180-7C9D-4A9A-9910-F0C80A605E8E}"/>
              </a:ext>
            </a:extLst>
          </p:cNvPr>
          <p:cNvSpPr/>
          <p:nvPr/>
        </p:nvSpPr>
        <p:spPr>
          <a:xfrm>
            <a:off x="929982" y="3702479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アプローチ</a:t>
            </a:r>
          </a:p>
        </p:txBody>
      </p:sp>
      <p:sp>
        <p:nvSpPr>
          <p:cNvPr id="460" name="正方形/長方形 459">
            <a:extLst>
              <a:ext uri="{FF2B5EF4-FFF2-40B4-BE49-F238E27FC236}">
                <a16:creationId xmlns:a16="http://schemas.microsoft.com/office/drawing/2014/main" id="{46559FF7-13AE-4A01-988C-65327440AABD}"/>
              </a:ext>
            </a:extLst>
          </p:cNvPr>
          <p:cNvSpPr/>
          <p:nvPr/>
        </p:nvSpPr>
        <p:spPr>
          <a:xfrm>
            <a:off x="929982" y="4180081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セリング</a:t>
            </a:r>
          </a:p>
        </p:txBody>
      </p:sp>
      <p:sp>
        <p:nvSpPr>
          <p:cNvPr id="461" name="正方形/長方形 460">
            <a:extLst>
              <a:ext uri="{FF2B5EF4-FFF2-40B4-BE49-F238E27FC236}">
                <a16:creationId xmlns:a16="http://schemas.microsoft.com/office/drawing/2014/main" id="{03493F5B-A59C-48DA-ABFA-6BD9D7207D9F}"/>
              </a:ext>
            </a:extLst>
          </p:cNvPr>
          <p:cNvSpPr/>
          <p:nvPr/>
        </p:nvSpPr>
        <p:spPr>
          <a:xfrm>
            <a:off x="929982" y="5127179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契約書作成</a:t>
            </a:r>
          </a:p>
        </p:txBody>
      </p:sp>
      <p:sp>
        <p:nvSpPr>
          <p:cNvPr id="462" name="正方形/長方形 461">
            <a:extLst>
              <a:ext uri="{FF2B5EF4-FFF2-40B4-BE49-F238E27FC236}">
                <a16:creationId xmlns:a16="http://schemas.microsoft.com/office/drawing/2014/main" id="{CB6B8FF2-6BAA-45B1-9804-0E1527D510EC}"/>
              </a:ext>
            </a:extLst>
          </p:cNvPr>
          <p:cNvSpPr/>
          <p:nvPr/>
        </p:nvSpPr>
        <p:spPr>
          <a:xfrm>
            <a:off x="929982" y="6090489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計上判定</a:t>
            </a:r>
          </a:p>
        </p:txBody>
      </p:sp>
      <p:sp>
        <p:nvSpPr>
          <p:cNvPr id="464" name="正方形/長方形 463">
            <a:extLst>
              <a:ext uri="{FF2B5EF4-FFF2-40B4-BE49-F238E27FC236}">
                <a16:creationId xmlns:a16="http://schemas.microsoft.com/office/drawing/2014/main" id="{498D66F0-F7B8-4256-AA95-9D5D4014E394}"/>
              </a:ext>
            </a:extLst>
          </p:cNvPr>
          <p:cNvSpPr/>
          <p:nvPr/>
        </p:nvSpPr>
        <p:spPr>
          <a:xfrm>
            <a:off x="929982" y="6568091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売上計上</a:t>
            </a:r>
          </a:p>
        </p:txBody>
      </p:sp>
      <p:sp>
        <p:nvSpPr>
          <p:cNvPr id="468" name="正方形/長方形 467">
            <a:extLst>
              <a:ext uri="{FF2B5EF4-FFF2-40B4-BE49-F238E27FC236}">
                <a16:creationId xmlns:a16="http://schemas.microsoft.com/office/drawing/2014/main" id="{8DA8D733-5A7E-469A-815E-3077AA541219}"/>
              </a:ext>
            </a:extLst>
          </p:cNvPr>
          <p:cNvSpPr/>
          <p:nvPr/>
        </p:nvSpPr>
        <p:spPr>
          <a:xfrm>
            <a:off x="929982" y="7045693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請求</a:t>
            </a:r>
          </a:p>
        </p:txBody>
      </p:sp>
      <p:sp>
        <p:nvSpPr>
          <p:cNvPr id="471" name="正方形/長方形 470">
            <a:extLst>
              <a:ext uri="{FF2B5EF4-FFF2-40B4-BE49-F238E27FC236}">
                <a16:creationId xmlns:a16="http://schemas.microsoft.com/office/drawing/2014/main" id="{0959BEC5-99F7-46C6-AC66-B89849E090DB}"/>
              </a:ext>
            </a:extLst>
          </p:cNvPr>
          <p:cNvSpPr/>
          <p:nvPr/>
        </p:nvSpPr>
        <p:spPr>
          <a:xfrm>
            <a:off x="929982" y="7523295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入金消込</a:t>
            </a:r>
          </a:p>
        </p:txBody>
      </p:sp>
      <p:sp>
        <p:nvSpPr>
          <p:cNvPr id="472" name="正方形/長方形 471">
            <a:extLst>
              <a:ext uri="{FF2B5EF4-FFF2-40B4-BE49-F238E27FC236}">
                <a16:creationId xmlns:a16="http://schemas.microsoft.com/office/drawing/2014/main" id="{D51F09AE-3B8B-4A4E-8086-6BD593D1D30D}"/>
              </a:ext>
            </a:extLst>
          </p:cNvPr>
          <p:cNvSpPr/>
          <p:nvPr/>
        </p:nvSpPr>
        <p:spPr>
          <a:xfrm>
            <a:off x="929339" y="8000897"/>
            <a:ext cx="1117175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販売パートナー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管理</a:t>
            </a:r>
          </a:p>
        </p:txBody>
      </p:sp>
      <p:sp>
        <p:nvSpPr>
          <p:cNvPr id="473" name="正方形/長方形 472">
            <a:extLst>
              <a:ext uri="{FF2B5EF4-FFF2-40B4-BE49-F238E27FC236}">
                <a16:creationId xmlns:a16="http://schemas.microsoft.com/office/drawing/2014/main" id="{62FC481A-F368-4B3E-8C9F-3FB4CEFB84BD}"/>
              </a:ext>
            </a:extLst>
          </p:cNvPr>
          <p:cNvSpPr/>
          <p:nvPr/>
        </p:nvSpPr>
        <p:spPr>
          <a:xfrm>
            <a:off x="929982" y="5604781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契約締結</a:t>
            </a:r>
          </a:p>
        </p:txBody>
      </p:sp>
      <p:sp>
        <p:nvSpPr>
          <p:cNvPr id="475" name="正方形/長方形 474">
            <a:extLst>
              <a:ext uri="{FF2B5EF4-FFF2-40B4-BE49-F238E27FC236}">
                <a16:creationId xmlns:a16="http://schemas.microsoft.com/office/drawing/2014/main" id="{18087B58-9ABA-4745-B5A1-1DF00FB29320}"/>
              </a:ext>
            </a:extLst>
          </p:cNvPr>
          <p:cNvSpPr/>
          <p:nvPr/>
        </p:nvSpPr>
        <p:spPr>
          <a:xfrm>
            <a:off x="929339" y="8956097"/>
            <a:ext cx="1117175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お客様契約管理</a:t>
            </a:r>
          </a:p>
        </p:txBody>
      </p:sp>
      <p:sp>
        <p:nvSpPr>
          <p:cNvPr id="478" name="正方形/長方形 477">
            <a:extLst>
              <a:ext uri="{FF2B5EF4-FFF2-40B4-BE49-F238E27FC236}">
                <a16:creationId xmlns:a16="http://schemas.microsoft.com/office/drawing/2014/main" id="{92130FA1-2185-405F-A200-8BE0A44DA549}"/>
              </a:ext>
            </a:extLst>
          </p:cNvPr>
          <p:cNvSpPr/>
          <p:nvPr/>
        </p:nvSpPr>
        <p:spPr>
          <a:xfrm>
            <a:off x="929339" y="8478499"/>
            <a:ext cx="1117175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業務委託料・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報奨金計算</a:t>
            </a:r>
          </a:p>
        </p:txBody>
      </p:sp>
      <p:cxnSp>
        <p:nvCxnSpPr>
          <p:cNvPr id="480" name="直線矢印コネクタ 479">
            <a:extLst>
              <a:ext uri="{FF2B5EF4-FFF2-40B4-BE49-F238E27FC236}">
                <a16:creationId xmlns:a16="http://schemas.microsoft.com/office/drawing/2014/main" id="{41A60498-2158-4F8B-B585-3E64A059B499}"/>
              </a:ext>
            </a:extLst>
          </p:cNvPr>
          <p:cNvCxnSpPr>
            <a:cxnSpLocks/>
            <a:stCxn id="458" idx="2"/>
            <a:endCxn id="459" idx="0"/>
          </p:cNvCxnSpPr>
          <p:nvPr/>
        </p:nvCxnSpPr>
        <p:spPr>
          <a:xfrm>
            <a:off x="1488248" y="3584877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直線矢印コネクタ 480">
            <a:extLst>
              <a:ext uri="{FF2B5EF4-FFF2-40B4-BE49-F238E27FC236}">
                <a16:creationId xmlns:a16="http://schemas.microsoft.com/office/drawing/2014/main" id="{FB3C6085-EBEE-42E6-A334-957D47F4E078}"/>
              </a:ext>
            </a:extLst>
          </p:cNvPr>
          <p:cNvCxnSpPr>
            <a:cxnSpLocks/>
            <a:stCxn id="460" idx="2"/>
            <a:endCxn id="627" idx="0"/>
          </p:cNvCxnSpPr>
          <p:nvPr/>
        </p:nvCxnSpPr>
        <p:spPr>
          <a:xfrm flipH="1">
            <a:off x="1473684" y="4540081"/>
            <a:ext cx="0" cy="13849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2" name="直線矢印コネクタ 481">
            <a:extLst>
              <a:ext uri="{FF2B5EF4-FFF2-40B4-BE49-F238E27FC236}">
                <a16:creationId xmlns:a16="http://schemas.microsoft.com/office/drawing/2014/main" id="{228BEF13-7BEA-49E9-A101-A903A359543C}"/>
              </a:ext>
            </a:extLst>
          </p:cNvPr>
          <p:cNvCxnSpPr>
            <a:cxnSpLocks/>
            <a:stCxn id="461" idx="2"/>
            <a:endCxn id="473" idx="0"/>
          </p:cNvCxnSpPr>
          <p:nvPr/>
        </p:nvCxnSpPr>
        <p:spPr>
          <a:xfrm>
            <a:off x="1488248" y="5487179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直線矢印コネクタ 483">
            <a:extLst>
              <a:ext uri="{FF2B5EF4-FFF2-40B4-BE49-F238E27FC236}">
                <a16:creationId xmlns:a16="http://schemas.microsoft.com/office/drawing/2014/main" id="{950353F6-02DF-473C-9375-3EDBBF82283E}"/>
              </a:ext>
            </a:extLst>
          </p:cNvPr>
          <p:cNvCxnSpPr>
            <a:cxnSpLocks/>
            <a:stCxn id="462" idx="2"/>
            <a:endCxn id="464" idx="0"/>
          </p:cNvCxnSpPr>
          <p:nvPr/>
        </p:nvCxnSpPr>
        <p:spPr>
          <a:xfrm>
            <a:off x="1488248" y="6450489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直線矢印コネクタ 485">
            <a:extLst>
              <a:ext uri="{FF2B5EF4-FFF2-40B4-BE49-F238E27FC236}">
                <a16:creationId xmlns:a16="http://schemas.microsoft.com/office/drawing/2014/main" id="{C3C31B54-F65C-4474-9DFC-EF7C00DA394A}"/>
              </a:ext>
            </a:extLst>
          </p:cNvPr>
          <p:cNvCxnSpPr>
            <a:cxnSpLocks/>
            <a:stCxn id="464" idx="2"/>
            <a:endCxn id="468" idx="0"/>
          </p:cNvCxnSpPr>
          <p:nvPr/>
        </p:nvCxnSpPr>
        <p:spPr>
          <a:xfrm>
            <a:off x="1488248" y="6928091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直線矢印コネクタ 486">
            <a:extLst>
              <a:ext uri="{FF2B5EF4-FFF2-40B4-BE49-F238E27FC236}">
                <a16:creationId xmlns:a16="http://schemas.microsoft.com/office/drawing/2014/main" id="{24EEF000-95EF-4E3E-A5C3-DE9F643893E9}"/>
              </a:ext>
            </a:extLst>
          </p:cNvPr>
          <p:cNvCxnSpPr>
            <a:cxnSpLocks/>
            <a:stCxn id="468" idx="2"/>
            <a:endCxn id="471" idx="0"/>
          </p:cNvCxnSpPr>
          <p:nvPr/>
        </p:nvCxnSpPr>
        <p:spPr>
          <a:xfrm>
            <a:off x="1488248" y="7405693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直線矢印コネクタ 496">
            <a:extLst>
              <a:ext uri="{FF2B5EF4-FFF2-40B4-BE49-F238E27FC236}">
                <a16:creationId xmlns:a16="http://schemas.microsoft.com/office/drawing/2014/main" id="{65DB973D-5181-42E4-9336-C252BBF49D30}"/>
              </a:ext>
            </a:extLst>
          </p:cNvPr>
          <p:cNvCxnSpPr>
            <a:cxnSpLocks/>
            <a:stCxn id="459" idx="2"/>
            <a:endCxn id="460" idx="0"/>
          </p:cNvCxnSpPr>
          <p:nvPr/>
        </p:nvCxnSpPr>
        <p:spPr>
          <a:xfrm>
            <a:off x="1488248" y="4062479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8" name="楕円 497">
            <a:extLst>
              <a:ext uri="{FF2B5EF4-FFF2-40B4-BE49-F238E27FC236}">
                <a16:creationId xmlns:a16="http://schemas.microsoft.com/office/drawing/2014/main" id="{3A361E11-7946-49CF-835F-D3E042346368}"/>
              </a:ext>
            </a:extLst>
          </p:cNvPr>
          <p:cNvSpPr/>
          <p:nvPr/>
        </p:nvSpPr>
        <p:spPr>
          <a:xfrm>
            <a:off x="109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0" name="楕円 499">
            <a:extLst>
              <a:ext uri="{FF2B5EF4-FFF2-40B4-BE49-F238E27FC236}">
                <a16:creationId xmlns:a16="http://schemas.microsoft.com/office/drawing/2014/main" id="{CC158428-29E0-41AF-8902-F85654FCFBBF}"/>
              </a:ext>
            </a:extLst>
          </p:cNvPr>
          <p:cNvSpPr/>
          <p:nvPr/>
        </p:nvSpPr>
        <p:spPr>
          <a:xfrm>
            <a:off x="109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1" name="楕円 500">
            <a:extLst>
              <a:ext uri="{FF2B5EF4-FFF2-40B4-BE49-F238E27FC236}">
                <a16:creationId xmlns:a16="http://schemas.microsoft.com/office/drawing/2014/main" id="{F2870955-D5E6-4C1A-A2E3-A7919067D158}"/>
              </a:ext>
            </a:extLst>
          </p:cNvPr>
          <p:cNvSpPr/>
          <p:nvPr/>
        </p:nvSpPr>
        <p:spPr>
          <a:xfrm>
            <a:off x="91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3" name="楕円 502">
            <a:extLst>
              <a:ext uri="{FF2B5EF4-FFF2-40B4-BE49-F238E27FC236}">
                <a16:creationId xmlns:a16="http://schemas.microsoft.com/office/drawing/2014/main" id="{091B45E7-AC6D-4F78-A36B-ADDE945A21F2}"/>
              </a:ext>
            </a:extLst>
          </p:cNvPr>
          <p:cNvSpPr/>
          <p:nvPr/>
        </p:nvSpPr>
        <p:spPr>
          <a:xfrm>
            <a:off x="181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16" name="楕円 515">
            <a:extLst>
              <a:ext uri="{FF2B5EF4-FFF2-40B4-BE49-F238E27FC236}">
                <a16:creationId xmlns:a16="http://schemas.microsoft.com/office/drawing/2014/main" id="{A5DD3302-BE45-4792-A109-B1732E862CBA}"/>
              </a:ext>
            </a:extLst>
          </p:cNvPr>
          <p:cNvSpPr/>
          <p:nvPr/>
        </p:nvSpPr>
        <p:spPr>
          <a:xfrm>
            <a:off x="1926926" y="378660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17" name="楕円 516">
            <a:extLst>
              <a:ext uri="{FF2B5EF4-FFF2-40B4-BE49-F238E27FC236}">
                <a16:creationId xmlns:a16="http://schemas.microsoft.com/office/drawing/2014/main" id="{46B5F1F9-5A4F-47A2-B42B-477F2B012A17}"/>
              </a:ext>
            </a:extLst>
          </p:cNvPr>
          <p:cNvSpPr/>
          <p:nvPr/>
        </p:nvSpPr>
        <p:spPr>
          <a:xfrm>
            <a:off x="127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18" name="楕円 517">
            <a:extLst>
              <a:ext uri="{FF2B5EF4-FFF2-40B4-BE49-F238E27FC236}">
                <a16:creationId xmlns:a16="http://schemas.microsoft.com/office/drawing/2014/main" id="{437CE49E-290F-4C01-B9BB-7C275AA561B9}"/>
              </a:ext>
            </a:extLst>
          </p:cNvPr>
          <p:cNvSpPr/>
          <p:nvPr/>
        </p:nvSpPr>
        <p:spPr>
          <a:xfrm>
            <a:off x="145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19" name="楕円 518">
            <a:extLst>
              <a:ext uri="{FF2B5EF4-FFF2-40B4-BE49-F238E27FC236}">
                <a16:creationId xmlns:a16="http://schemas.microsoft.com/office/drawing/2014/main" id="{9B9D51CB-3D2F-4209-A53F-D5D3821BEB6C}"/>
              </a:ext>
            </a:extLst>
          </p:cNvPr>
          <p:cNvSpPr/>
          <p:nvPr/>
        </p:nvSpPr>
        <p:spPr>
          <a:xfrm>
            <a:off x="181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20" name="四角形: 角を丸くする 519">
            <a:extLst>
              <a:ext uri="{FF2B5EF4-FFF2-40B4-BE49-F238E27FC236}">
                <a16:creationId xmlns:a16="http://schemas.microsoft.com/office/drawing/2014/main" id="{F0128280-A6E0-44BD-B9B7-1D7267BBA229}"/>
              </a:ext>
            </a:extLst>
          </p:cNvPr>
          <p:cNvSpPr/>
          <p:nvPr/>
        </p:nvSpPr>
        <p:spPr>
          <a:xfrm>
            <a:off x="109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21" name="四角形: 角を丸くする 520">
            <a:extLst>
              <a:ext uri="{FF2B5EF4-FFF2-40B4-BE49-F238E27FC236}">
                <a16:creationId xmlns:a16="http://schemas.microsoft.com/office/drawing/2014/main" id="{355E00DB-0D77-4D93-805E-222A1B00F4C0}"/>
              </a:ext>
            </a:extLst>
          </p:cNvPr>
          <p:cNvSpPr/>
          <p:nvPr/>
        </p:nvSpPr>
        <p:spPr>
          <a:xfrm>
            <a:off x="163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22" name="四角形: 角を丸くする 521">
            <a:extLst>
              <a:ext uri="{FF2B5EF4-FFF2-40B4-BE49-F238E27FC236}">
                <a16:creationId xmlns:a16="http://schemas.microsoft.com/office/drawing/2014/main" id="{EB6BA941-17A5-4CBF-9F20-51DF21224B41}"/>
              </a:ext>
            </a:extLst>
          </p:cNvPr>
          <p:cNvSpPr/>
          <p:nvPr/>
        </p:nvSpPr>
        <p:spPr>
          <a:xfrm>
            <a:off x="91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23" name="四角形: 角を丸くする 522">
            <a:extLst>
              <a:ext uri="{FF2B5EF4-FFF2-40B4-BE49-F238E27FC236}">
                <a16:creationId xmlns:a16="http://schemas.microsoft.com/office/drawing/2014/main" id="{480AC27A-8D97-4900-A95A-845EF360D88E}"/>
              </a:ext>
            </a:extLst>
          </p:cNvPr>
          <p:cNvSpPr/>
          <p:nvPr/>
        </p:nvSpPr>
        <p:spPr>
          <a:xfrm>
            <a:off x="181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24" name="四角形: 角を丸くする 523">
            <a:extLst>
              <a:ext uri="{FF2B5EF4-FFF2-40B4-BE49-F238E27FC236}">
                <a16:creationId xmlns:a16="http://schemas.microsoft.com/office/drawing/2014/main" id="{812E4790-DA53-4F3C-9E79-264D2F7DFB22}"/>
              </a:ext>
            </a:extLst>
          </p:cNvPr>
          <p:cNvSpPr/>
          <p:nvPr/>
        </p:nvSpPr>
        <p:spPr>
          <a:xfrm>
            <a:off x="127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25" name="四角形: 角を丸くする 524">
            <a:extLst>
              <a:ext uri="{FF2B5EF4-FFF2-40B4-BE49-F238E27FC236}">
                <a16:creationId xmlns:a16="http://schemas.microsoft.com/office/drawing/2014/main" id="{CB7B5C5D-7AEF-4B2E-A509-FF52B10D4864}"/>
              </a:ext>
            </a:extLst>
          </p:cNvPr>
          <p:cNvSpPr/>
          <p:nvPr/>
        </p:nvSpPr>
        <p:spPr>
          <a:xfrm>
            <a:off x="91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26" name="四角形: 角を丸くする 525">
            <a:extLst>
              <a:ext uri="{FF2B5EF4-FFF2-40B4-BE49-F238E27FC236}">
                <a16:creationId xmlns:a16="http://schemas.microsoft.com/office/drawing/2014/main" id="{7B41A078-8AB3-49B7-8794-3F674BC36141}"/>
              </a:ext>
            </a:extLst>
          </p:cNvPr>
          <p:cNvSpPr/>
          <p:nvPr/>
        </p:nvSpPr>
        <p:spPr>
          <a:xfrm>
            <a:off x="163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27" name="四角形: 角を丸くする 526">
            <a:extLst>
              <a:ext uri="{FF2B5EF4-FFF2-40B4-BE49-F238E27FC236}">
                <a16:creationId xmlns:a16="http://schemas.microsoft.com/office/drawing/2014/main" id="{B005E893-1770-4033-8577-83D39CE248CA}"/>
              </a:ext>
            </a:extLst>
          </p:cNvPr>
          <p:cNvSpPr/>
          <p:nvPr/>
        </p:nvSpPr>
        <p:spPr>
          <a:xfrm>
            <a:off x="1926926" y="42962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28" name="四角形: 角を丸くする 527">
            <a:extLst>
              <a:ext uri="{FF2B5EF4-FFF2-40B4-BE49-F238E27FC236}">
                <a16:creationId xmlns:a16="http://schemas.microsoft.com/office/drawing/2014/main" id="{D06EA975-0A24-4170-8D71-AC66AD64C98C}"/>
              </a:ext>
            </a:extLst>
          </p:cNvPr>
          <p:cNvSpPr/>
          <p:nvPr/>
        </p:nvSpPr>
        <p:spPr>
          <a:xfrm>
            <a:off x="145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29" name="四角形: 角を丸くする 528">
            <a:extLst>
              <a:ext uri="{FF2B5EF4-FFF2-40B4-BE49-F238E27FC236}">
                <a16:creationId xmlns:a16="http://schemas.microsoft.com/office/drawing/2014/main" id="{2E75A806-EF64-45A1-AA99-B3C30AAC0B6D}"/>
              </a:ext>
            </a:extLst>
          </p:cNvPr>
          <p:cNvSpPr/>
          <p:nvPr/>
        </p:nvSpPr>
        <p:spPr>
          <a:xfrm>
            <a:off x="127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30" name="四角形: 角を丸くする 529">
            <a:extLst>
              <a:ext uri="{FF2B5EF4-FFF2-40B4-BE49-F238E27FC236}">
                <a16:creationId xmlns:a16="http://schemas.microsoft.com/office/drawing/2014/main" id="{B049DC86-F7D1-44F1-9842-9EC731E0372F}"/>
              </a:ext>
            </a:extLst>
          </p:cNvPr>
          <p:cNvSpPr/>
          <p:nvPr/>
        </p:nvSpPr>
        <p:spPr>
          <a:xfrm>
            <a:off x="109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31" name="四角形: 角を丸くする 530">
            <a:extLst>
              <a:ext uri="{FF2B5EF4-FFF2-40B4-BE49-F238E27FC236}">
                <a16:creationId xmlns:a16="http://schemas.microsoft.com/office/drawing/2014/main" id="{37795EB8-7CE0-4198-933F-35F48E77E902}"/>
              </a:ext>
            </a:extLst>
          </p:cNvPr>
          <p:cNvSpPr/>
          <p:nvPr/>
        </p:nvSpPr>
        <p:spPr>
          <a:xfrm>
            <a:off x="145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32" name="四角形: 角を丸くする 531">
            <a:extLst>
              <a:ext uri="{FF2B5EF4-FFF2-40B4-BE49-F238E27FC236}">
                <a16:creationId xmlns:a16="http://schemas.microsoft.com/office/drawing/2014/main" id="{938516C7-4621-4804-80B3-F90F79B3AB90}"/>
              </a:ext>
            </a:extLst>
          </p:cNvPr>
          <p:cNvSpPr/>
          <p:nvPr/>
        </p:nvSpPr>
        <p:spPr>
          <a:xfrm>
            <a:off x="181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33" name="四角形: 角を丸くする 532">
            <a:extLst>
              <a:ext uri="{FF2B5EF4-FFF2-40B4-BE49-F238E27FC236}">
                <a16:creationId xmlns:a16="http://schemas.microsoft.com/office/drawing/2014/main" id="{98625127-4F0E-4832-A1FC-396E012CAB4B}"/>
              </a:ext>
            </a:extLst>
          </p:cNvPr>
          <p:cNvSpPr/>
          <p:nvPr/>
        </p:nvSpPr>
        <p:spPr>
          <a:xfrm>
            <a:off x="164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34" name="四角形: 角を丸くする 533">
            <a:extLst>
              <a:ext uri="{FF2B5EF4-FFF2-40B4-BE49-F238E27FC236}">
                <a16:creationId xmlns:a16="http://schemas.microsoft.com/office/drawing/2014/main" id="{F237930B-5038-4FD1-BA87-67F96E749632}"/>
              </a:ext>
            </a:extLst>
          </p:cNvPr>
          <p:cNvSpPr/>
          <p:nvPr/>
        </p:nvSpPr>
        <p:spPr>
          <a:xfrm>
            <a:off x="92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35" name="四角形: 角を丸くする 534">
            <a:extLst>
              <a:ext uri="{FF2B5EF4-FFF2-40B4-BE49-F238E27FC236}">
                <a16:creationId xmlns:a16="http://schemas.microsoft.com/office/drawing/2014/main" id="{C9D7A5D6-2CFA-4545-B462-34F761FF9353}"/>
              </a:ext>
            </a:extLst>
          </p:cNvPr>
          <p:cNvSpPr/>
          <p:nvPr/>
        </p:nvSpPr>
        <p:spPr>
          <a:xfrm>
            <a:off x="110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36" name="四角形: 角を丸くする 535">
            <a:extLst>
              <a:ext uri="{FF2B5EF4-FFF2-40B4-BE49-F238E27FC236}">
                <a16:creationId xmlns:a16="http://schemas.microsoft.com/office/drawing/2014/main" id="{A13CF56B-BD9D-41EC-AD48-DEF407C01873}"/>
              </a:ext>
            </a:extLst>
          </p:cNvPr>
          <p:cNvSpPr/>
          <p:nvPr/>
        </p:nvSpPr>
        <p:spPr>
          <a:xfrm>
            <a:off x="163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39" name="四角形: 角を丸くする 538">
            <a:extLst>
              <a:ext uri="{FF2B5EF4-FFF2-40B4-BE49-F238E27FC236}">
                <a16:creationId xmlns:a16="http://schemas.microsoft.com/office/drawing/2014/main" id="{A2C53F99-852B-4923-B6E7-FB025E50D0F7}"/>
              </a:ext>
            </a:extLst>
          </p:cNvPr>
          <p:cNvSpPr/>
          <p:nvPr/>
        </p:nvSpPr>
        <p:spPr>
          <a:xfrm>
            <a:off x="182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1" name="四角形: 角を丸くする 540">
            <a:extLst>
              <a:ext uri="{FF2B5EF4-FFF2-40B4-BE49-F238E27FC236}">
                <a16:creationId xmlns:a16="http://schemas.microsoft.com/office/drawing/2014/main" id="{7D021C2E-988F-447A-88E4-5B7472FE2C9B}"/>
              </a:ext>
            </a:extLst>
          </p:cNvPr>
          <p:cNvSpPr/>
          <p:nvPr/>
        </p:nvSpPr>
        <p:spPr>
          <a:xfrm>
            <a:off x="128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8" name="四角形: 角を丸くする 547">
            <a:extLst>
              <a:ext uri="{FF2B5EF4-FFF2-40B4-BE49-F238E27FC236}">
                <a16:creationId xmlns:a16="http://schemas.microsoft.com/office/drawing/2014/main" id="{46AC5895-3648-457A-9103-CDD97007C18E}"/>
              </a:ext>
            </a:extLst>
          </p:cNvPr>
          <p:cNvSpPr/>
          <p:nvPr/>
        </p:nvSpPr>
        <p:spPr>
          <a:xfrm>
            <a:off x="181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7" name="四角形: 角を丸くする 556">
            <a:extLst>
              <a:ext uri="{FF2B5EF4-FFF2-40B4-BE49-F238E27FC236}">
                <a16:creationId xmlns:a16="http://schemas.microsoft.com/office/drawing/2014/main" id="{E07E9562-3132-4FE2-9006-F34326DA158A}"/>
              </a:ext>
            </a:extLst>
          </p:cNvPr>
          <p:cNvSpPr/>
          <p:nvPr/>
        </p:nvSpPr>
        <p:spPr>
          <a:xfrm>
            <a:off x="127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8" name="四角形: 角を丸くする 557">
            <a:extLst>
              <a:ext uri="{FF2B5EF4-FFF2-40B4-BE49-F238E27FC236}">
                <a16:creationId xmlns:a16="http://schemas.microsoft.com/office/drawing/2014/main" id="{878C5457-FA8F-4970-B5DF-BA4011E82697}"/>
              </a:ext>
            </a:extLst>
          </p:cNvPr>
          <p:cNvSpPr/>
          <p:nvPr/>
        </p:nvSpPr>
        <p:spPr>
          <a:xfrm>
            <a:off x="145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3" name="四角形: 角を丸くする 562">
            <a:extLst>
              <a:ext uri="{FF2B5EF4-FFF2-40B4-BE49-F238E27FC236}">
                <a16:creationId xmlns:a16="http://schemas.microsoft.com/office/drawing/2014/main" id="{54C8B289-6FEC-4BED-B545-EA0F83E0F3D8}"/>
              </a:ext>
            </a:extLst>
          </p:cNvPr>
          <p:cNvSpPr/>
          <p:nvPr/>
        </p:nvSpPr>
        <p:spPr>
          <a:xfrm>
            <a:off x="146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7" name="四角形: 角を丸くする 566">
            <a:extLst>
              <a:ext uri="{FF2B5EF4-FFF2-40B4-BE49-F238E27FC236}">
                <a16:creationId xmlns:a16="http://schemas.microsoft.com/office/drawing/2014/main" id="{074BC1C3-2543-4281-881E-AEF0C1CF936A}"/>
              </a:ext>
            </a:extLst>
          </p:cNvPr>
          <p:cNvSpPr/>
          <p:nvPr/>
        </p:nvSpPr>
        <p:spPr>
          <a:xfrm>
            <a:off x="92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8" name="四角形: 角を丸くする 567">
            <a:extLst>
              <a:ext uri="{FF2B5EF4-FFF2-40B4-BE49-F238E27FC236}">
                <a16:creationId xmlns:a16="http://schemas.microsoft.com/office/drawing/2014/main" id="{8C535883-EEBB-462B-A2E3-02CE333C446B}"/>
              </a:ext>
            </a:extLst>
          </p:cNvPr>
          <p:cNvSpPr/>
          <p:nvPr/>
        </p:nvSpPr>
        <p:spPr>
          <a:xfrm>
            <a:off x="110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9" name="四角形: 角を丸くする 568">
            <a:extLst>
              <a:ext uri="{FF2B5EF4-FFF2-40B4-BE49-F238E27FC236}">
                <a16:creationId xmlns:a16="http://schemas.microsoft.com/office/drawing/2014/main" id="{5734850B-D6BB-4C55-B049-EDD7A3694F04}"/>
              </a:ext>
            </a:extLst>
          </p:cNvPr>
          <p:cNvSpPr/>
          <p:nvPr/>
        </p:nvSpPr>
        <p:spPr>
          <a:xfrm>
            <a:off x="128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0" name="四角形: 角を丸くする 569">
            <a:extLst>
              <a:ext uri="{FF2B5EF4-FFF2-40B4-BE49-F238E27FC236}">
                <a16:creationId xmlns:a16="http://schemas.microsoft.com/office/drawing/2014/main" id="{7A52A3FA-3FF7-4899-9AD8-2BF7E81D9DEF}"/>
              </a:ext>
            </a:extLst>
          </p:cNvPr>
          <p:cNvSpPr/>
          <p:nvPr/>
        </p:nvSpPr>
        <p:spPr>
          <a:xfrm>
            <a:off x="146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2" name="四角形: 角を丸くする 571">
            <a:extLst>
              <a:ext uri="{FF2B5EF4-FFF2-40B4-BE49-F238E27FC236}">
                <a16:creationId xmlns:a16="http://schemas.microsoft.com/office/drawing/2014/main" id="{63195772-D557-45FD-9943-14611F4DAD2B}"/>
              </a:ext>
            </a:extLst>
          </p:cNvPr>
          <p:cNvSpPr/>
          <p:nvPr/>
        </p:nvSpPr>
        <p:spPr>
          <a:xfrm>
            <a:off x="93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3" name="四角形: 角を丸くする 572">
            <a:extLst>
              <a:ext uri="{FF2B5EF4-FFF2-40B4-BE49-F238E27FC236}">
                <a16:creationId xmlns:a16="http://schemas.microsoft.com/office/drawing/2014/main" id="{CF164E37-1B40-4265-BFBF-81B8FC3AAE79}"/>
              </a:ext>
            </a:extLst>
          </p:cNvPr>
          <p:cNvSpPr/>
          <p:nvPr/>
        </p:nvSpPr>
        <p:spPr>
          <a:xfrm>
            <a:off x="111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5" name="四角形: 角を丸くする 574">
            <a:extLst>
              <a:ext uri="{FF2B5EF4-FFF2-40B4-BE49-F238E27FC236}">
                <a16:creationId xmlns:a16="http://schemas.microsoft.com/office/drawing/2014/main" id="{E8EAB833-3969-465D-B5CA-D47CCD9A9766}"/>
              </a:ext>
            </a:extLst>
          </p:cNvPr>
          <p:cNvSpPr/>
          <p:nvPr/>
        </p:nvSpPr>
        <p:spPr>
          <a:xfrm>
            <a:off x="129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6" name="四角形: 角を丸くする 575">
            <a:extLst>
              <a:ext uri="{FF2B5EF4-FFF2-40B4-BE49-F238E27FC236}">
                <a16:creationId xmlns:a16="http://schemas.microsoft.com/office/drawing/2014/main" id="{8C52AC57-2FB0-4455-B55F-3B6CE5D9FE98}"/>
              </a:ext>
            </a:extLst>
          </p:cNvPr>
          <p:cNvSpPr/>
          <p:nvPr/>
        </p:nvSpPr>
        <p:spPr>
          <a:xfrm>
            <a:off x="147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7" name="四角形: 角を丸くする 576">
            <a:extLst>
              <a:ext uri="{FF2B5EF4-FFF2-40B4-BE49-F238E27FC236}">
                <a16:creationId xmlns:a16="http://schemas.microsoft.com/office/drawing/2014/main" id="{BB6CE553-30E4-4066-9FB8-E3A7F97B8214}"/>
              </a:ext>
            </a:extLst>
          </p:cNvPr>
          <p:cNvSpPr/>
          <p:nvPr/>
        </p:nvSpPr>
        <p:spPr>
          <a:xfrm>
            <a:off x="165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0" name="四角形: 角を丸くする 579">
            <a:extLst>
              <a:ext uri="{FF2B5EF4-FFF2-40B4-BE49-F238E27FC236}">
                <a16:creationId xmlns:a16="http://schemas.microsoft.com/office/drawing/2014/main" id="{E8F2C211-B824-4AD2-849F-CF9732BFFF0A}"/>
              </a:ext>
            </a:extLst>
          </p:cNvPr>
          <p:cNvSpPr/>
          <p:nvPr/>
        </p:nvSpPr>
        <p:spPr>
          <a:xfrm>
            <a:off x="183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1" name="四角形: 角を丸くする 580">
            <a:extLst>
              <a:ext uri="{FF2B5EF4-FFF2-40B4-BE49-F238E27FC236}">
                <a16:creationId xmlns:a16="http://schemas.microsoft.com/office/drawing/2014/main" id="{B6642975-B581-49CF-9789-8D010B41B6A7}"/>
              </a:ext>
            </a:extLst>
          </p:cNvPr>
          <p:cNvSpPr/>
          <p:nvPr/>
        </p:nvSpPr>
        <p:spPr>
          <a:xfrm>
            <a:off x="1926926" y="61956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2" name="四角形: 角を丸くする 581">
            <a:extLst>
              <a:ext uri="{FF2B5EF4-FFF2-40B4-BE49-F238E27FC236}">
                <a16:creationId xmlns:a16="http://schemas.microsoft.com/office/drawing/2014/main" id="{AFF00679-72A0-4649-BE42-349EE598A430}"/>
              </a:ext>
            </a:extLst>
          </p:cNvPr>
          <p:cNvSpPr/>
          <p:nvPr/>
        </p:nvSpPr>
        <p:spPr>
          <a:xfrm>
            <a:off x="93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3" name="四角形: 角を丸くする 582">
            <a:extLst>
              <a:ext uri="{FF2B5EF4-FFF2-40B4-BE49-F238E27FC236}">
                <a16:creationId xmlns:a16="http://schemas.microsoft.com/office/drawing/2014/main" id="{B14A325E-0577-4E36-8CB7-072C6EFA9C45}"/>
              </a:ext>
            </a:extLst>
          </p:cNvPr>
          <p:cNvSpPr/>
          <p:nvPr/>
        </p:nvSpPr>
        <p:spPr>
          <a:xfrm>
            <a:off x="111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4" name="四角形: 角を丸くする 583">
            <a:extLst>
              <a:ext uri="{FF2B5EF4-FFF2-40B4-BE49-F238E27FC236}">
                <a16:creationId xmlns:a16="http://schemas.microsoft.com/office/drawing/2014/main" id="{18AF1C07-B479-4A93-A0FE-70FAA8FD6D18}"/>
              </a:ext>
            </a:extLst>
          </p:cNvPr>
          <p:cNvSpPr/>
          <p:nvPr/>
        </p:nvSpPr>
        <p:spPr>
          <a:xfrm>
            <a:off x="147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5" name="四角形: 角を丸くする 584">
            <a:extLst>
              <a:ext uri="{FF2B5EF4-FFF2-40B4-BE49-F238E27FC236}">
                <a16:creationId xmlns:a16="http://schemas.microsoft.com/office/drawing/2014/main" id="{69A86BCF-2DAB-4631-A05E-55E0EEF76415}"/>
              </a:ext>
            </a:extLst>
          </p:cNvPr>
          <p:cNvSpPr/>
          <p:nvPr/>
        </p:nvSpPr>
        <p:spPr>
          <a:xfrm>
            <a:off x="1819117" y="679635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0" name="四角形: 角を丸くする 589">
            <a:extLst>
              <a:ext uri="{FF2B5EF4-FFF2-40B4-BE49-F238E27FC236}">
                <a16:creationId xmlns:a16="http://schemas.microsoft.com/office/drawing/2014/main" id="{132B4066-D095-496E-966D-AD22685052B0}"/>
              </a:ext>
            </a:extLst>
          </p:cNvPr>
          <p:cNvSpPr/>
          <p:nvPr/>
        </p:nvSpPr>
        <p:spPr>
          <a:xfrm>
            <a:off x="129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1" name="四角形: 角を丸くする 590">
            <a:extLst>
              <a:ext uri="{FF2B5EF4-FFF2-40B4-BE49-F238E27FC236}">
                <a16:creationId xmlns:a16="http://schemas.microsoft.com/office/drawing/2014/main" id="{01CB329F-36E6-48A3-9C6E-E4717391BB19}"/>
              </a:ext>
            </a:extLst>
          </p:cNvPr>
          <p:cNvSpPr/>
          <p:nvPr/>
        </p:nvSpPr>
        <p:spPr>
          <a:xfrm>
            <a:off x="165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4" name="四角形: 角を丸くする 593">
            <a:extLst>
              <a:ext uri="{FF2B5EF4-FFF2-40B4-BE49-F238E27FC236}">
                <a16:creationId xmlns:a16="http://schemas.microsoft.com/office/drawing/2014/main" id="{5F0A4530-80FA-4EAD-A625-599EA6F85712}"/>
              </a:ext>
            </a:extLst>
          </p:cNvPr>
          <p:cNvSpPr/>
          <p:nvPr/>
        </p:nvSpPr>
        <p:spPr>
          <a:xfrm>
            <a:off x="1926926" y="667353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5" name="四角形: 角を丸くする 594">
            <a:extLst>
              <a:ext uri="{FF2B5EF4-FFF2-40B4-BE49-F238E27FC236}">
                <a16:creationId xmlns:a16="http://schemas.microsoft.com/office/drawing/2014/main" id="{8BD7749C-8B18-4A87-B835-8BF6C729D5A1}"/>
              </a:ext>
            </a:extLst>
          </p:cNvPr>
          <p:cNvSpPr/>
          <p:nvPr/>
        </p:nvSpPr>
        <p:spPr>
          <a:xfrm>
            <a:off x="183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7" name="四角形: 角を丸くする 596">
            <a:extLst>
              <a:ext uri="{FF2B5EF4-FFF2-40B4-BE49-F238E27FC236}">
                <a16:creationId xmlns:a16="http://schemas.microsoft.com/office/drawing/2014/main" id="{69D00C89-A7A7-4CDE-A87D-C88EC44177CB}"/>
              </a:ext>
            </a:extLst>
          </p:cNvPr>
          <p:cNvSpPr/>
          <p:nvPr/>
        </p:nvSpPr>
        <p:spPr>
          <a:xfrm>
            <a:off x="93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9" name="四角形: 角を丸くする 598">
            <a:extLst>
              <a:ext uri="{FF2B5EF4-FFF2-40B4-BE49-F238E27FC236}">
                <a16:creationId xmlns:a16="http://schemas.microsoft.com/office/drawing/2014/main" id="{EBFA7F68-E016-4EA8-A2D9-52DDA6DF1312}"/>
              </a:ext>
            </a:extLst>
          </p:cNvPr>
          <p:cNvSpPr/>
          <p:nvPr/>
        </p:nvSpPr>
        <p:spPr>
          <a:xfrm>
            <a:off x="111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0" name="四角形: 角を丸くする 599">
            <a:extLst>
              <a:ext uri="{FF2B5EF4-FFF2-40B4-BE49-F238E27FC236}">
                <a16:creationId xmlns:a16="http://schemas.microsoft.com/office/drawing/2014/main" id="{FF757990-2834-4590-B74F-F7DB3C598F33}"/>
              </a:ext>
            </a:extLst>
          </p:cNvPr>
          <p:cNvSpPr/>
          <p:nvPr/>
        </p:nvSpPr>
        <p:spPr>
          <a:xfrm>
            <a:off x="147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1" name="四角形: 角を丸くする 600">
            <a:extLst>
              <a:ext uri="{FF2B5EF4-FFF2-40B4-BE49-F238E27FC236}">
                <a16:creationId xmlns:a16="http://schemas.microsoft.com/office/drawing/2014/main" id="{6E939CC4-67B0-40A9-9D4F-174657E8EA0F}"/>
              </a:ext>
            </a:extLst>
          </p:cNvPr>
          <p:cNvSpPr/>
          <p:nvPr/>
        </p:nvSpPr>
        <p:spPr>
          <a:xfrm>
            <a:off x="165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3" name="四角形: 角を丸くする 602">
            <a:extLst>
              <a:ext uri="{FF2B5EF4-FFF2-40B4-BE49-F238E27FC236}">
                <a16:creationId xmlns:a16="http://schemas.microsoft.com/office/drawing/2014/main" id="{75F5FF9A-D445-4A92-9C8B-80A1BA515099}"/>
              </a:ext>
            </a:extLst>
          </p:cNvPr>
          <p:cNvSpPr/>
          <p:nvPr/>
        </p:nvSpPr>
        <p:spPr>
          <a:xfrm>
            <a:off x="129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4" name="四角形: 角を丸くする 603">
            <a:extLst>
              <a:ext uri="{FF2B5EF4-FFF2-40B4-BE49-F238E27FC236}">
                <a16:creationId xmlns:a16="http://schemas.microsoft.com/office/drawing/2014/main" id="{420D01F7-5744-4DB9-9EC2-53733DFD7626}"/>
              </a:ext>
            </a:extLst>
          </p:cNvPr>
          <p:cNvSpPr/>
          <p:nvPr/>
        </p:nvSpPr>
        <p:spPr>
          <a:xfrm>
            <a:off x="183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5" name="四角形: 角を丸くする 604">
            <a:extLst>
              <a:ext uri="{FF2B5EF4-FFF2-40B4-BE49-F238E27FC236}">
                <a16:creationId xmlns:a16="http://schemas.microsoft.com/office/drawing/2014/main" id="{42732E39-C83D-4EB1-8824-9605929F67F7}"/>
              </a:ext>
            </a:extLst>
          </p:cNvPr>
          <p:cNvSpPr/>
          <p:nvPr/>
        </p:nvSpPr>
        <p:spPr>
          <a:xfrm>
            <a:off x="1819117" y="726995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7" name="四角形: 角を丸くする 606">
            <a:extLst>
              <a:ext uri="{FF2B5EF4-FFF2-40B4-BE49-F238E27FC236}">
                <a16:creationId xmlns:a16="http://schemas.microsoft.com/office/drawing/2014/main" id="{E4A4C5A7-C164-4976-9AC6-914681BD968A}"/>
              </a:ext>
            </a:extLst>
          </p:cNvPr>
          <p:cNvSpPr/>
          <p:nvPr/>
        </p:nvSpPr>
        <p:spPr>
          <a:xfrm>
            <a:off x="1926926" y="717395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8" name="四角形: 角を丸くする 607">
            <a:extLst>
              <a:ext uri="{FF2B5EF4-FFF2-40B4-BE49-F238E27FC236}">
                <a16:creationId xmlns:a16="http://schemas.microsoft.com/office/drawing/2014/main" id="{4B024D6D-DD42-4D97-9528-2A2FFB3E3175}"/>
              </a:ext>
            </a:extLst>
          </p:cNvPr>
          <p:cNvSpPr/>
          <p:nvPr/>
        </p:nvSpPr>
        <p:spPr>
          <a:xfrm>
            <a:off x="939455" y="74969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0" name="四角形: 角を丸くする 609">
            <a:extLst>
              <a:ext uri="{FF2B5EF4-FFF2-40B4-BE49-F238E27FC236}">
                <a16:creationId xmlns:a16="http://schemas.microsoft.com/office/drawing/2014/main" id="{67FFCCA6-830E-458F-BA03-BA631376E67B}"/>
              </a:ext>
            </a:extLst>
          </p:cNvPr>
          <p:cNvSpPr/>
          <p:nvPr/>
        </p:nvSpPr>
        <p:spPr>
          <a:xfrm>
            <a:off x="1119455" y="74969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1" name="四角形: 角を丸くする 610">
            <a:extLst>
              <a:ext uri="{FF2B5EF4-FFF2-40B4-BE49-F238E27FC236}">
                <a16:creationId xmlns:a16="http://schemas.microsoft.com/office/drawing/2014/main" id="{6D343F00-9E56-477C-8560-78AADEF5AF17}"/>
              </a:ext>
            </a:extLst>
          </p:cNvPr>
          <p:cNvSpPr/>
          <p:nvPr/>
        </p:nvSpPr>
        <p:spPr>
          <a:xfrm>
            <a:off x="1299455" y="74969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2" name="四角形: 角を丸くする 611">
            <a:extLst>
              <a:ext uri="{FF2B5EF4-FFF2-40B4-BE49-F238E27FC236}">
                <a16:creationId xmlns:a16="http://schemas.microsoft.com/office/drawing/2014/main" id="{FDD19468-E829-4D8C-8AD4-F1AD830470E3}"/>
              </a:ext>
            </a:extLst>
          </p:cNvPr>
          <p:cNvSpPr/>
          <p:nvPr/>
        </p:nvSpPr>
        <p:spPr>
          <a:xfrm>
            <a:off x="939455" y="800564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4" name="四角形: 角を丸くする 613">
            <a:extLst>
              <a:ext uri="{FF2B5EF4-FFF2-40B4-BE49-F238E27FC236}">
                <a16:creationId xmlns:a16="http://schemas.microsoft.com/office/drawing/2014/main" id="{7034822B-A322-494C-AB87-26F99A6CB9F7}"/>
              </a:ext>
            </a:extLst>
          </p:cNvPr>
          <p:cNvSpPr/>
          <p:nvPr/>
        </p:nvSpPr>
        <p:spPr>
          <a:xfrm>
            <a:off x="939455" y="89677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5" name="楕円 614">
            <a:extLst>
              <a:ext uri="{FF2B5EF4-FFF2-40B4-BE49-F238E27FC236}">
                <a16:creationId xmlns:a16="http://schemas.microsoft.com/office/drawing/2014/main" id="{0D763FF0-11CE-47F4-AE8F-9AB3C8D878AB}"/>
              </a:ext>
            </a:extLst>
          </p:cNvPr>
          <p:cNvSpPr/>
          <p:nvPr/>
        </p:nvSpPr>
        <p:spPr>
          <a:xfrm>
            <a:off x="145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7" name="楕円 616">
            <a:extLst>
              <a:ext uri="{FF2B5EF4-FFF2-40B4-BE49-F238E27FC236}">
                <a16:creationId xmlns:a16="http://schemas.microsoft.com/office/drawing/2014/main" id="{91356EDD-0451-45AB-A309-1F520EB96875}"/>
              </a:ext>
            </a:extLst>
          </p:cNvPr>
          <p:cNvSpPr/>
          <p:nvPr/>
        </p:nvSpPr>
        <p:spPr>
          <a:xfrm>
            <a:off x="127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2" name="楕円 621">
            <a:extLst>
              <a:ext uri="{FF2B5EF4-FFF2-40B4-BE49-F238E27FC236}">
                <a16:creationId xmlns:a16="http://schemas.microsoft.com/office/drawing/2014/main" id="{3629F40B-4D1B-414E-999A-6EB5DE5C8823}"/>
              </a:ext>
            </a:extLst>
          </p:cNvPr>
          <p:cNvSpPr/>
          <p:nvPr/>
        </p:nvSpPr>
        <p:spPr>
          <a:xfrm>
            <a:off x="163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3" name="楕円 622">
            <a:extLst>
              <a:ext uri="{FF2B5EF4-FFF2-40B4-BE49-F238E27FC236}">
                <a16:creationId xmlns:a16="http://schemas.microsoft.com/office/drawing/2014/main" id="{BB21A0C6-08AD-46B0-91EC-F4BB80C3F22C}"/>
              </a:ext>
            </a:extLst>
          </p:cNvPr>
          <p:cNvSpPr/>
          <p:nvPr/>
        </p:nvSpPr>
        <p:spPr>
          <a:xfrm>
            <a:off x="163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5" name="四角形: 角を丸くする 624">
            <a:extLst>
              <a:ext uri="{FF2B5EF4-FFF2-40B4-BE49-F238E27FC236}">
                <a16:creationId xmlns:a16="http://schemas.microsoft.com/office/drawing/2014/main" id="{D2230D1E-9781-4A3F-B2BD-59BA2751CCA3}"/>
              </a:ext>
            </a:extLst>
          </p:cNvPr>
          <p:cNvSpPr/>
          <p:nvPr/>
        </p:nvSpPr>
        <p:spPr>
          <a:xfrm>
            <a:off x="1926926" y="522384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7" name="正方形/長方形 626">
            <a:extLst>
              <a:ext uri="{FF2B5EF4-FFF2-40B4-BE49-F238E27FC236}">
                <a16:creationId xmlns:a16="http://schemas.microsoft.com/office/drawing/2014/main" id="{AEED713C-8DB4-479B-A032-6E308EB1C2E6}"/>
              </a:ext>
            </a:extLst>
          </p:cNvPr>
          <p:cNvSpPr/>
          <p:nvPr/>
        </p:nvSpPr>
        <p:spPr>
          <a:xfrm>
            <a:off x="915418" y="4678575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受注確定</a:t>
            </a:r>
          </a:p>
        </p:txBody>
      </p:sp>
      <p:sp>
        <p:nvSpPr>
          <p:cNvPr id="628" name="四角形: 角を丸くする 627">
            <a:extLst>
              <a:ext uri="{FF2B5EF4-FFF2-40B4-BE49-F238E27FC236}">
                <a16:creationId xmlns:a16="http://schemas.microsoft.com/office/drawing/2014/main" id="{CB8904BF-6427-45D5-86E5-DF68AD325848}"/>
              </a:ext>
            </a:extLst>
          </p:cNvPr>
          <p:cNvSpPr/>
          <p:nvPr/>
        </p:nvSpPr>
        <p:spPr>
          <a:xfrm>
            <a:off x="90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1" name="四角形: 角を丸くする 630">
            <a:extLst>
              <a:ext uri="{FF2B5EF4-FFF2-40B4-BE49-F238E27FC236}">
                <a16:creationId xmlns:a16="http://schemas.microsoft.com/office/drawing/2014/main" id="{2239137A-C4F9-4304-97B3-D5FCC8C6ECAE}"/>
              </a:ext>
            </a:extLst>
          </p:cNvPr>
          <p:cNvSpPr/>
          <p:nvPr/>
        </p:nvSpPr>
        <p:spPr>
          <a:xfrm>
            <a:off x="108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2" name="四角形: 角を丸くする 631">
            <a:extLst>
              <a:ext uri="{FF2B5EF4-FFF2-40B4-BE49-F238E27FC236}">
                <a16:creationId xmlns:a16="http://schemas.microsoft.com/office/drawing/2014/main" id="{CB2F4965-BC78-47D6-8E20-3B99D490B78B}"/>
              </a:ext>
            </a:extLst>
          </p:cNvPr>
          <p:cNvSpPr/>
          <p:nvPr/>
        </p:nvSpPr>
        <p:spPr>
          <a:xfrm>
            <a:off x="126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3" name="四角形: 角を丸くする 632">
            <a:extLst>
              <a:ext uri="{FF2B5EF4-FFF2-40B4-BE49-F238E27FC236}">
                <a16:creationId xmlns:a16="http://schemas.microsoft.com/office/drawing/2014/main" id="{BA735582-7FE7-4963-96D5-E24B1AF9C809}"/>
              </a:ext>
            </a:extLst>
          </p:cNvPr>
          <p:cNvSpPr/>
          <p:nvPr/>
        </p:nvSpPr>
        <p:spPr>
          <a:xfrm>
            <a:off x="144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4" name="四角形: 角を丸くする 633">
            <a:extLst>
              <a:ext uri="{FF2B5EF4-FFF2-40B4-BE49-F238E27FC236}">
                <a16:creationId xmlns:a16="http://schemas.microsoft.com/office/drawing/2014/main" id="{B64055CE-C318-4CEB-B24F-0BA032B8F5A0}"/>
              </a:ext>
            </a:extLst>
          </p:cNvPr>
          <p:cNvSpPr/>
          <p:nvPr/>
        </p:nvSpPr>
        <p:spPr>
          <a:xfrm>
            <a:off x="162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cxnSp>
        <p:nvCxnSpPr>
          <p:cNvPr id="636" name="直線矢印コネクタ 635">
            <a:extLst>
              <a:ext uri="{FF2B5EF4-FFF2-40B4-BE49-F238E27FC236}">
                <a16:creationId xmlns:a16="http://schemas.microsoft.com/office/drawing/2014/main" id="{CDBBD86C-77F6-49FA-926A-39BF9A5DF4AA}"/>
              </a:ext>
            </a:extLst>
          </p:cNvPr>
          <p:cNvCxnSpPr>
            <a:cxnSpLocks/>
          </p:cNvCxnSpPr>
          <p:nvPr/>
        </p:nvCxnSpPr>
        <p:spPr>
          <a:xfrm flipH="1">
            <a:off x="1490236" y="5015425"/>
            <a:ext cx="0" cy="13849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7" name="直線矢印コネクタ 636">
            <a:extLst>
              <a:ext uri="{FF2B5EF4-FFF2-40B4-BE49-F238E27FC236}">
                <a16:creationId xmlns:a16="http://schemas.microsoft.com/office/drawing/2014/main" id="{1DCB73C7-2E5F-4901-9292-C3F0B151EEF3}"/>
              </a:ext>
            </a:extLst>
          </p:cNvPr>
          <p:cNvCxnSpPr>
            <a:cxnSpLocks/>
          </p:cNvCxnSpPr>
          <p:nvPr/>
        </p:nvCxnSpPr>
        <p:spPr>
          <a:xfrm flipH="1">
            <a:off x="1504800" y="5956931"/>
            <a:ext cx="0" cy="13849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9" name="四角形: 角を丸くする 648">
            <a:extLst>
              <a:ext uri="{FF2B5EF4-FFF2-40B4-BE49-F238E27FC236}">
                <a16:creationId xmlns:a16="http://schemas.microsoft.com/office/drawing/2014/main" id="{450EE4E5-5042-46A9-B84F-0DF7FDCDCD29}"/>
              </a:ext>
            </a:extLst>
          </p:cNvPr>
          <p:cNvSpPr/>
          <p:nvPr/>
        </p:nvSpPr>
        <p:spPr>
          <a:xfrm>
            <a:off x="485775" y="624600"/>
            <a:ext cx="10163026" cy="504000"/>
          </a:xfrm>
          <a:prstGeom prst="roundRect">
            <a:avLst>
              <a:gd name="adj" fmla="val 11365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変革要件</a:t>
            </a:r>
            <a:r>
              <a:rPr kumimoji="1" lang="en-US" altLang="ja-JP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変革詳細要件</a:t>
            </a:r>
            <a:r>
              <a:rPr kumimoji="1" lang="en-US" altLang="ja-JP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150</a:t>
            </a: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件</a:t>
            </a:r>
            <a:r>
              <a:rPr kumimoji="1" lang="en-US" altLang="ja-JP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をバリューチェーンに　  でマッピング</a:t>
            </a:r>
            <a:endParaRPr kumimoji="1" lang="en-US" altLang="ja-JP" sz="14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が付いていないプロセスについても、基幹システムは</a:t>
            </a:r>
            <a:r>
              <a:rPr kumimoji="1" lang="en-US" altLang="ja-JP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D365</a:t>
            </a: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の標準機能を最大限活用した業務へシンプル化を志向</a:t>
            </a:r>
          </a:p>
        </p:txBody>
      </p:sp>
      <p:sp>
        <p:nvSpPr>
          <p:cNvPr id="651" name="楕円 650">
            <a:extLst>
              <a:ext uri="{FF2B5EF4-FFF2-40B4-BE49-F238E27FC236}">
                <a16:creationId xmlns:a16="http://schemas.microsoft.com/office/drawing/2014/main" id="{3624ED70-43FC-4499-9822-B7F8983DB9A9}"/>
              </a:ext>
            </a:extLst>
          </p:cNvPr>
          <p:cNvSpPr/>
          <p:nvPr/>
        </p:nvSpPr>
        <p:spPr>
          <a:xfrm>
            <a:off x="5063280" y="68498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2" name="楕円 651">
            <a:extLst>
              <a:ext uri="{FF2B5EF4-FFF2-40B4-BE49-F238E27FC236}">
                <a16:creationId xmlns:a16="http://schemas.microsoft.com/office/drawing/2014/main" id="{2D82837F-A17B-4901-9E50-23BDF4C027E7}"/>
              </a:ext>
            </a:extLst>
          </p:cNvPr>
          <p:cNvSpPr/>
          <p:nvPr/>
        </p:nvSpPr>
        <p:spPr>
          <a:xfrm>
            <a:off x="731460" y="899460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8255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正方形/長方形 484">
            <a:extLst>
              <a:ext uri="{FF2B5EF4-FFF2-40B4-BE49-F238E27FC236}">
                <a16:creationId xmlns:a16="http://schemas.microsoft.com/office/drawing/2014/main" id="{FB55D401-76D1-4F18-9BF4-656D8D52B1B9}"/>
              </a:ext>
            </a:extLst>
          </p:cNvPr>
          <p:cNvSpPr/>
          <p:nvPr/>
        </p:nvSpPr>
        <p:spPr>
          <a:xfrm>
            <a:off x="9744701" y="6959618"/>
            <a:ext cx="2638771" cy="2592982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76" name="正方形/長方形 475">
            <a:extLst>
              <a:ext uri="{FF2B5EF4-FFF2-40B4-BE49-F238E27FC236}">
                <a16:creationId xmlns:a16="http://schemas.microsoft.com/office/drawing/2014/main" id="{69638EF8-3618-47F7-ABDA-7116F71F55D6}"/>
              </a:ext>
            </a:extLst>
          </p:cNvPr>
          <p:cNvSpPr/>
          <p:nvPr/>
        </p:nvSpPr>
        <p:spPr>
          <a:xfrm>
            <a:off x="2978043" y="6941806"/>
            <a:ext cx="6580771" cy="1313955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5" name="正方形/長方形 454">
            <a:extLst>
              <a:ext uri="{FF2B5EF4-FFF2-40B4-BE49-F238E27FC236}">
                <a16:creationId xmlns:a16="http://schemas.microsoft.com/office/drawing/2014/main" id="{A94B9980-DF48-475D-A6F3-91C8DE7C4387}"/>
              </a:ext>
            </a:extLst>
          </p:cNvPr>
          <p:cNvSpPr/>
          <p:nvPr/>
        </p:nvSpPr>
        <p:spPr>
          <a:xfrm>
            <a:off x="2978287" y="4192515"/>
            <a:ext cx="6580771" cy="887850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4" name="正方形/長方形 413">
            <a:extLst>
              <a:ext uri="{FF2B5EF4-FFF2-40B4-BE49-F238E27FC236}">
                <a16:creationId xmlns:a16="http://schemas.microsoft.com/office/drawing/2014/main" id="{BF5C6DB8-8249-44D3-8EBD-D97B40B7B575}"/>
              </a:ext>
            </a:extLst>
          </p:cNvPr>
          <p:cNvSpPr/>
          <p:nvPr/>
        </p:nvSpPr>
        <p:spPr>
          <a:xfrm>
            <a:off x="2978561" y="1350352"/>
            <a:ext cx="6580771" cy="1000753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0" name="正方形/長方形 409">
            <a:extLst>
              <a:ext uri="{FF2B5EF4-FFF2-40B4-BE49-F238E27FC236}">
                <a16:creationId xmlns:a16="http://schemas.microsoft.com/office/drawing/2014/main" id="{7708F5A8-D6B2-403C-A9B9-03CF4D21F7DA}"/>
              </a:ext>
            </a:extLst>
          </p:cNvPr>
          <p:cNvSpPr/>
          <p:nvPr/>
        </p:nvSpPr>
        <p:spPr>
          <a:xfrm>
            <a:off x="9748649" y="1343638"/>
            <a:ext cx="2630874" cy="5327947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08" name="正方形/長方形 407">
            <a:extLst>
              <a:ext uri="{FF2B5EF4-FFF2-40B4-BE49-F238E27FC236}">
                <a16:creationId xmlns:a16="http://schemas.microsoft.com/office/drawing/2014/main" id="{3794B18E-FD8F-4602-A795-C5727CEBB33C}"/>
              </a:ext>
            </a:extLst>
          </p:cNvPr>
          <p:cNvSpPr/>
          <p:nvPr/>
        </p:nvSpPr>
        <p:spPr>
          <a:xfrm>
            <a:off x="2978287" y="2636457"/>
            <a:ext cx="6580771" cy="1298824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61" name="正方形/長方形 360">
            <a:extLst>
              <a:ext uri="{FF2B5EF4-FFF2-40B4-BE49-F238E27FC236}">
                <a16:creationId xmlns:a16="http://schemas.microsoft.com/office/drawing/2014/main" id="{D99CC8B1-D9C1-4E79-95B6-6C60A79996B3}"/>
              </a:ext>
            </a:extLst>
          </p:cNvPr>
          <p:cNvSpPr/>
          <p:nvPr/>
        </p:nvSpPr>
        <p:spPr>
          <a:xfrm>
            <a:off x="424136" y="2949746"/>
            <a:ext cx="2304000" cy="6602853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622C50E-91BA-465E-86A1-FD1A992CBEDD}"/>
              </a:ext>
            </a:extLst>
          </p:cNvPr>
          <p:cNvSpPr/>
          <p:nvPr/>
        </p:nvSpPr>
        <p:spPr>
          <a:xfrm>
            <a:off x="424136" y="1322369"/>
            <a:ext cx="2304000" cy="1236417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5E318B0-6DCD-4311-AC09-E0D652C0EAEB}"/>
              </a:ext>
            </a:extLst>
          </p:cNvPr>
          <p:cNvSpPr/>
          <p:nvPr/>
        </p:nvSpPr>
        <p:spPr>
          <a:xfrm>
            <a:off x="911074" y="1555491"/>
            <a:ext cx="1117175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マーケティング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78EE78C4-D73B-4DAB-9C1E-D9B47CBD0D16}"/>
              </a:ext>
            </a:extLst>
          </p:cNvPr>
          <p:cNvSpPr/>
          <p:nvPr/>
        </p:nvSpPr>
        <p:spPr>
          <a:xfrm>
            <a:off x="911074" y="2086928"/>
            <a:ext cx="1117175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マーケティング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活動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A80E418-23F1-42DC-81ED-54B3A84FD98B}"/>
              </a:ext>
            </a:extLst>
          </p:cNvPr>
          <p:cNvSpPr/>
          <p:nvPr/>
        </p:nvSpPr>
        <p:spPr>
          <a:xfrm>
            <a:off x="496144" y="1198977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マーケティング</a:t>
            </a:r>
          </a:p>
        </p:txBody>
      </p:sp>
      <p:sp>
        <p:nvSpPr>
          <p:cNvPr id="245" name="正方形/長方形 244">
            <a:extLst>
              <a:ext uri="{FF2B5EF4-FFF2-40B4-BE49-F238E27FC236}">
                <a16:creationId xmlns:a16="http://schemas.microsoft.com/office/drawing/2014/main" id="{4142C371-3A2D-44D4-89DA-78303D5F765E}"/>
              </a:ext>
            </a:extLst>
          </p:cNvPr>
          <p:cNvSpPr/>
          <p:nvPr/>
        </p:nvSpPr>
        <p:spPr>
          <a:xfrm>
            <a:off x="929982" y="3224877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営業戦略策定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46" name="正方形/長方形 245">
            <a:extLst>
              <a:ext uri="{FF2B5EF4-FFF2-40B4-BE49-F238E27FC236}">
                <a16:creationId xmlns:a16="http://schemas.microsoft.com/office/drawing/2014/main" id="{04C34B5B-F41D-45FC-85AF-30FEB0579F1F}"/>
              </a:ext>
            </a:extLst>
          </p:cNvPr>
          <p:cNvSpPr/>
          <p:nvPr/>
        </p:nvSpPr>
        <p:spPr>
          <a:xfrm>
            <a:off x="929982" y="3702479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アプローチ</a:t>
            </a:r>
          </a:p>
        </p:txBody>
      </p:sp>
      <p:sp>
        <p:nvSpPr>
          <p:cNvPr id="247" name="正方形/長方形 246">
            <a:extLst>
              <a:ext uri="{FF2B5EF4-FFF2-40B4-BE49-F238E27FC236}">
                <a16:creationId xmlns:a16="http://schemas.microsoft.com/office/drawing/2014/main" id="{C8833265-6098-4AB6-B73A-B68FC3419530}"/>
              </a:ext>
            </a:extLst>
          </p:cNvPr>
          <p:cNvSpPr/>
          <p:nvPr/>
        </p:nvSpPr>
        <p:spPr>
          <a:xfrm>
            <a:off x="929982" y="4180081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セリング</a:t>
            </a:r>
          </a:p>
        </p:txBody>
      </p:sp>
      <p:sp>
        <p:nvSpPr>
          <p:cNvPr id="255" name="正方形/長方形 254">
            <a:extLst>
              <a:ext uri="{FF2B5EF4-FFF2-40B4-BE49-F238E27FC236}">
                <a16:creationId xmlns:a16="http://schemas.microsoft.com/office/drawing/2014/main" id="{9B8B5346-137B-4EC9-BA60-2DDF93C1247D}"/>
              </a:ext>
            </a:extLst>
          </p:cNvPr>
          <p:cNvSpPr/>
          <p:nvPr/>
        </p:nvSpPr>
        <p:spPr>
          <a:xfrm>
            <a:off x="2123604" y="4182497"/>
            <a:ext cx="353336" cy="17690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納期確認</a:t>
            </a:r>
          </a:p>
        </p:txBody>
      </p:sp>
      <p:sp>
        <p:nvSpPr>
          <p:cNvPr id="256" name="正方形/長方形 255">
            <a:extLst>
              <a:ext uri="{FF2B5EF4-FFF2-40B4-BE49-F238E27FC236}">
                <a16:creationId xmlns:a16="http://schemas.microsoft.com/office/drawing/2014/main" id="{49CCEA02-D963-409E-89BB-7E239A91454D}"/>
              </a:ext>
            </a:extLst>
          </p:cNvPr>
          <p:cNvSpPr/>
          <p:nvPr/>
        </p:nvSpPr>
        <p:spPr>
          <a:xfrm>
            <a:off x="929982" y="6090489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計上判定</a:t>
            </a:r>
          </a:p>
        </p:txBody>
      </p: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CD9989CA-FE64-44C9-82D6-4F6356358FB7}"/>
              </a:ext>
            </a:extLst>
          </p:cNvPr>
          <p:cNvSpPr/>
          <p:nvPr/>
        </p:nvSpPr>
        <p:spPr>
          <a:xfrm>
            <a:off x="929982" y="6568091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売上計上</a:t>
            </a: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8507AD7-4FC3-4C47-87A2-2750CC8C0B75}"/>
              </a:ext>
            </a:extLst>
          </p:cNvPr>
          <p:cNvSpPr/>
          <p:nvPr/>
        </p:nvSpPr>
        <p:spPr>
          <a:xfrm>
            <a:off x="929982" y="7045693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請求</a:t>
            </a:r>
          </a:p>
        </p:txBody>
      </p:sp>
      <p:sp>
        <p:nvSpPr>
          <p:cNvPr id="260" name="正方形/長方形 259">
            <a:extLst>
              <a:ext uri="{FF2B5EF4-FFF2-40B4-BE49-F238E27FC236}">
                <a16:creationId xmlns:a16="http://schemas.microsoft.com/office/drawing/2014/main" id="{CD1174F7-BD6C-49DA-8737-1BBCA99CC687}"/>
              </a:ext>
            </a:extLst>
          </p:cNvPr>
          <p:cNvSpPr/>
          <p:nvPr/>
        </p:nvSpPr>
        <p:spPr>
          <a:xfrm>
            <a:off x="929982" y="7523295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入金消込</a:t>
            </a: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43036-3349-41ED-945C-5988C3CB58B0}"/>
              </a:ext>
            </a:extLst>
          </p:cNvPr>
          <p:cNvSpPr/>
          <p:nvPr/>
        </p:nvSpPr>
        <p:spPr>
          <a:xfrm>
            <a:off x="2123604" y="6095522"/>
            <a:ext cx="353336" cy="12961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検収取得</a:t>
            </a:r>
          </a:p>
        </p:txBody>
      </p:sp>
      <p:sp>
        <p:nvSpPr>
          <p:cNvPr id="263" name="正方形/長方形 262">
            <a:extLst>
              <a:ext uri="{FF2B5EF4-FFF2-40B4-BE49-F238E27FC236}">
                <a16:creationId xmlns:a16="http://schemas.microsoft.com/office/drawing/2014/main" id="{47F0008C-266C-4C7B-85B1-5811EE6340B8}"/>
              </a:ext>
            </a:extLst>
          </p:cNvPr>
          <p:cNvSpPr/>
          <p:nvPr/>
        </p:nvSpPr>
        <p:spPr>
          <a:xfrm>
            <a:off x="929339" y="8000897"/>
            <a:ext cx="1117175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販売パートナー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管理</a:t>
            </a:r>
          </a:p>
        </p:txBody>
      </p:sp>
      <p:sp>
        <p:nvSpPr>
          <p:cNvPr id="267" name="正方形/長方形 266">
            <a:extLst>
              <a:ext uri="{FF2B5EF4-FFF2-40B4-BE49-F238E27FC236}">
                <a16:creationId xmlns:a16="http://schemas.microsoft.com/office/drawing/2014/main" id="{6E0DE610-02AA-4B55-BBC1-30462CB40DC9}"/>
              </a:ext>
            </a:extLst>
          </p:cNvPr>
          <p:cNvSpPr/>
          <p:nvPr/>
        </p:nvSpPr>
        <p:spPr>
          <a:xfrm>
            <a:off x="929339" y="8956097"/>
            <a:ext cx="1117175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お客様契約管理</a:t>
            </a:r>
          </a:p>
        </p:txBody>
      </p:sp>
      <p:sp>
        <p:nvSpPr>
          <p:cNvPr id="269" name="正方形/長方形 268">
            <a:extLst>
              <a:ext uri="{FF2B5EF4-FFF2-40B4-BE49-F238E27FC236}">
                <a16:creationId xmlns:a16="http://schemas.microsoft.com/office/drawing/2014/main" id="{5818DD29-B567-43D4-A15E-ACAEB0F78B33}"/>
              </a:ext>
            </a:extLst>
          </p:cNvPr>
          <p:cNvSpPr/>
          <p:nvPr/>
        </p:nvSpPr>
        <p:spPr>
          <a:xfrm>
            <a:off x="929339" y="8478499"/>
            <a:ext cx="1117175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業務委託料・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報奨金計算</a:t>
            </a:r>
          </a:p>
        </p:txBody>
      </p:sp>
      <p:sp>
        <p:nvSpPr>
          <p:cNvPr id="270" name="正方形/長方形 269">
            <a:extLst>
              <a:ext uri="{FF2B5EF4-FFF2-40B4-BE49-F238E27FC236}">
                <a16:creationId xmlns:a16="http://schemas.microsoft.com/office/drawing/2014/main" id="{7914E20C-8775-43EA-AB92-9A5EECE3289C}"/>
              </a:ext>
            </a:extLst>
          </p:cNvPr>
          <p:cNvSpPr/>
          <p:nvPr/>
        </p:nvSpPr>
        <p:spPr>
          <a:xfrm>
            <a:off x="3093311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</a:p>
        </p:txBody>
      </p:sp>
      <p:sp>
        <p:nvSpPr>
          <p:cNvPr id="271" name="正方形/長方形 270">
            <a:extLst>
              <a:ext uri="{FF2B5EF4-FFF2-40B4-BE49-F238E27FC236}">
                <a16:creationId xmlns:a16="http://schemas.microsoft.com/office/drawing/2014/main" id="{6775AFC5-4561-4BFF-AB8D-25705F91ED96}"/>
              </a:ext>
            </a:extLst>
          </p:cNvPr>
          <p:cNvSpPr/>
          <p:nvPr/>
        </p:nvSpPr>
        <p:spPr>
          <a:xfrm>
            <a:off x="4391064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検討</a:t>
            </a:r>
          </a:p>
        </p:txBody>
      </p:sp>
      <p:sp>
        <p:nvSpPr>
          <p:cNvPr id="272" name="正方形/長方形 271">
            <a:extLst>
              <a:ext uri="{FF2B5EF4-FFF2-40B4-BE49-F238E27FC236}">
                <a16:creationId xmlns:a16="http://schemas.microsoft.com/office/drawing/2014/main" id="{A3409514-589A-43BF-9895-6DE27C4B5F6C}"/>
              </a:ext>
            </a:extLst>
          </p:cNvPr>
          <p:cNvSpPr/>
          <p:nvPr/>
        </p:nvSpPr>
        <p:spPr>
          <a:xfrm>
            <a:off x="5688817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提案→提供</a:t>
            </a:r>
          </a:p>
        </p:txBody>
      </p: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C8B91C6C-2888-4EBF-BFE1-2B53694E5B75}"/>
              </a:ext>
            </a:extLst>
          </p:cNvPr>
          <p:cNvSpPr/>
          <p:nvPr/>
        </p:nvSpPr>
        <p:spPr>
          <a:xfrm>
            <a:off x="4391064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料金計算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サービス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8E01FFCE-7328-47C9-B02E-1EBA26992F6F}"/>
              </a:ext>
            </a:extLst>
          </p:cNvPr>
          <p:cNvSpPr/>
          <p:nvPr/>
        </p:nvSpPr>
        <p:spPr>
          <a:xfrm>
            <a:off x="6986570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品質管理</a:t>
            </a: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22AEF766-2477-4A7D-8EE6-6EDE42DD54CC}"/>
              </a:ext>
            </a:extLst>
          </p:cNvPr>
          <p:cNvSpPr/>
          <p:nvPr/>
        </p:nvSpPr>
        <p:spPr>
          <a:xfrm>
            <a:off x="5688817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案件管理</a:t>
            </a: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AA720D15-ACCA-48C4-BBA3-A49FC85A0158}"/>
              </a:ext>
            </a:extLst>
          </p:cNvPr>
          <p:cNvSpPr/>
          <p:nvPr/>
        </p:nvSpPr>
        <p:spPr>
          <a:xfrm>
            <a:off x="6986570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アサイン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計画策定</a:t>
            </a: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6AD8AEBB-A6CE-4FC4-9EEB-7247437DAE34}"/>
              </a:ext>
            </a:extLst>
          </p:cNvPr>
          <p:cNvSpPr/>
          <p:nvPr/>
        </p:nvSpPr>
        <p:spPr>
          <a:xfrm>
            <a:off x="3093311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業務委託料計算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サービス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1C3EBBC6-830E-4CAC-BA82-F8CAAA214A89}"/>
              </a:ext>
            </a:extLst>
          </p:cNvPr>
          <p:cNvSpPr/>
          <p:nvPr/>
        </p:nvSpPr>
        <p:spPr>
          <a:xfrm>
            <a:off x="8284324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スキル情報管理</a:t>
            </a:r>
          </a:p>
        </p:txBody>
      </p:sp>
      <p:sp>
        <p:nvSpPr>
          <p:cNvPr id="293" name="正方形/長方形 292">
            <a:extLst>
              <a:ext uri="{FF2B5EF4-FFF2-40B4-BE49-F238E27FC236}">
                <a16:creationId xmlns:a16="http://schemas.microsoft.com/office/drawing/2014/main" id="{7E292C32-B7A9-4627-A618-50331EF7E4B8}"/>
              </a:ext>
            </a:extLst>
          </p:cNvPr>
          <p:cNvSpPr/>
          <p:nvPr/>
        </p:nvSpPr>
        <p:spPr>
          <a:xfrm>
            <a:off x="3097437" y="283524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物流計画策定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4" name="正方形/長方形 293">
            <a:extLst>
              <a:ext uri="{FF2B5EF4-FFF2-40B4-BE49-F238E27FC236}">
                <a16:creationId xmlns:a16="http://schemas.microsoft.com/office/drawing/2014/main" id="{6C4616A4-045D-4D9C-BBD4-AA9E181AE19B}"/>
              </a:ext>
            </a:extLst>
          </p:cNvPr>
          <p:cNvSpPr/>
          <p:nvPr/>
        </p:nvSpPr>
        <p:spPr>
          <a:xfrm>
            <a:off x="4395190" y="3583977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物流作業実績管理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5" name="正方形/長方形 294">
            <a:extLst>
              <a:ext uri="{FF2B5EF4-FFF2-40B4-BE49-F238E27FC236}">
                <a16:creationId xmlns:a16="http://schemas.microsoft.com/office/drawing/2014/main" id="{7B6FAB41-F459-4B8A-A291-E41339AE9519}"/>
              </a:ext>
            </a:extLst>
          </p:cNvPr>
          <p:cNvSpPr/>
          <p:nvPr/>
        </p:nvSpPr>
        <p:spPr>
          <a:xfrm>
            <a:off x="4395190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在庫受払</a:t>
            </a:r>
          </a:p>
        </p:txBody>
      </p:sp>
      <p:sp>
        <p:nvSpPr>
          <p:cNvPr id="296" name="正方形/長方形 295">
            <a:extLst>
              <a:ext uri="{FF2B5EF4-FFF2-40B4-BE49-F238E27FC236}">
                <a16:creationId xmlns:a16="http://schemas.microsoft.com/office/drawing/2014/main" id="{1D1E8474-571D-4BAB-85F3-4A26BB53F210}"/>
              </a:ext>
            </a:extLst>
          </p:cNvPr>
          <p:cNvSpPr/>
          <p:nvPr/>
        </p:nvSpPr>
        <p:spPr>
          <a:xfrm>
            <a:off x="3097437" y="3583977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自社品納期確認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7" name="正方形/長方形 296">
            <a:extLst>
              <a:ext uri="{FF2B5EF4-FFF2-40B4-BE49-F238E27FC236}">
                <a16:creationId xmlns:a16="http://schemas.microsoft.com/office/drawing/2014/main" id="{7CAC2172-5411-452B-AD4A-4A641D01FF59}"/>
              </a:ext>
            </a:extLst>
          </p:cNvPr>
          <p:cNvSpPr/>
          <p:nvPr/>
        </p:nvSpPr>
        <p:spPr>
          <a:xfrm>
            <a:off x="3097437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在庫引当</a:t>
            </a:r>
          </a:p>
        </p:txBody>
      </p:sp>
      <p:sp>
        <p:nvSpPr>
          <p:cNvPr id="298" name="正方形/長方形 297">
            <a:extLst>
              <a:ext uri="{FF2B5EF4-FFF2-40B4-BE49-F238E27FC236}">
                <a16:creationId xmlns:a16="http://schemas.microsoft.com/office/drawing/2014/main" id="{4F019EBC-BE8B-4DEF-9797-EEA18585FF8D}"/>
              </a:ext>
            </a:extLst>
          </p:cNvPr>
          <p:cNvSpPr/>
          <p:nvPr/>
        </p:nvSpPr>
        <p:spPr>
          <a:xfrm>
            <a:off x="5692943" y="2835245"/>
            <a:ext cx="1117175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需要・供給計画管理</a:t>
            </a:r>
          </a:p>
        </p:txBody>
      </p:sp>
      <p:sp>
        <p:nvSpPr>
          <p:cNvPr id="299" name="正方形/長方形 298">
            <a:extLst>
              <a:ext uri="{FF2B5EF4-FFF2-40B4-BE49-F238E27FC236}">
                <a16:creationId xmlns:a16="http://schemas.microsoft.com/office/drawing/2014/main" id="{5F3017E7-C6F5-4CE8-B5FB-D3983029FD1D}"/>
              </a:ext>
            </a:extLst>
          </p:cNvPr>
          <p:cNvSpPr/>
          <p:nvPr/>
        </p:nvSpPr>
        <p:spPr>
          <a:xfrm>
            <a:off x="5692943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棚卸</a:t>
            </a:r>
          </a:p>
        </p:txBody>
      </p:sp>
      <p:sp>
        <p:nvSpPr>
          <p:cNvPr id="300" name="正方形/長方形 299">
            <a:extLst>
              <a:ext uri="{FF2B5EF4-FFF2-40B4-BE49-F238E27FC236}">
                <a16:creationId xmlns:a16="http://schemas.microsoft.com/office/drawing/2014/main" id="{9B208576-6756-43CB-A740-5069C41D4EC8}"/>
              </a:ext>
            </a:extLst>
          </p:cNvPr>
          <p:cNvSpPr/>
          <p:nvPr/>
        </p:nvSpPr>
        <p:spPr>
          <a:xfrm>
            <a:off x="8306546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通関</a:t>
            </a:r>
          </a:p>
        </p:txBody>
      </p:sp>
      <p:sp>
        <p:nvSpPr>
          <p:cNvPr id="302" name="正方形/長方形 301">
            <a:extLst>
              <a:ext uri="{FF2B5EF4-FFF2-40B4-BE49-F238E27FC236}">
                <a16:creationId xmlns:a16="http://schemas.microsoft.com/office/drawing/2014/main" id="{36E1CF24-CE35-41E0-94AD-9C5577FBDD69}"/>
              </a:ext>
            </a:extLst>
          </p:cNvPr>
          <p:cNvSpPr/>
          <p:nvPr/>
        </p:nvSpPr>
        <p:spPr>
          <a:xfrm>
            <a:off x="6990696" y="283524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需要予測</a:t>
            </a:r>
          </a:p>
        </p:txBody>
      </p:sp>
      <p:sp>
        <p:nvSpPr>
          <p:cNvPr id="303" name="正方形/長方形 302">
            <a:extLst>
              <a:ext uri="{FF2B5EF4-FFF2-40B4-BE49-F238E27FC236}">
                <a16:creationId xmlns:a16="http://schemas.microsoft.com/office/drawing/2014/main" id="{92164146-CC72-46C7-9E67-283188FC2DA9}"/>
              </a:ext>
            </a:extLst>
          </p:cNvPr>
          <p:cNvSpPr/>
          <p:nvPr/>
        </p:nvSpPr>
        <p:spPr>
          <a:xfrm>
            <a:off x="6990696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流通加工</a:t>
            </a:r>
          </a:p>
        </p:txBody>
      </p:sp>
      <p:sp>
        <p:nvSpPr>
          <p:cNvPr id="304" name="正方形/長方形 303">
            <a:extLst>
              <a:ext uri="{FF2B5EF4-FFF2-40B4-BE49-F238E27FC236}">
                <a16:creationId xmlns:a16="http://schemas.microsoft.com/office/drawing/2014/main" id="{A8CCDF32-074C-49EE-AF21-38D19EB3D319}"/>
              </a:ext>
            </a:extLst>
          </p:cNvPr>
          <p:cNvSpPr/>
          <p:nvPr/>
        </p:nvSpPr>
        <p:spPr>
          <a:xfrm>
            <a:off x="8313222" y="3583977"/>
            <a:ext cx="1110499" cy="3039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販売終了・供給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サポート終了管理</a:t>
            </a:r>
          </a:p>
        </p:txBody>
      </p:sp>
      <p:sp>
        <p:nvSpPr>
          <p:cNvPr id="305" name="正方形/長方形 304">
            <a:extLst>
              <a:ext uri="{FF2B5EF4-FFF2-40B4-BE49-F238E27FC236}">
                <a16:creationId xmlns:a16="http://schemas.microsoft.com/office/drawing/2014/main" id="{6F942BAF-D299-42F6-8F5F-E1505A8E8EC5}"/>
              </a:ext>
            </a:extLst>
          </p:cNvPr>
          <p:cNvSpPr/>
          <p:nvPr/>
        </p:nvSpPr>
        <p:spPr>
          <a:xfrm>
            <a:off x="4408021" y="283524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輸配送計画策定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06" name="正方形/長方形 305">
            <a:extLst>
              <a:ext uri="{FF2B5EF4-FFF2-40B4-BE49-F238E27FC236}">
                <a16:creationId xmlns:a16="http://schemas.microsoft.com/office/drawing/2014/main" id="{BF482CC3-2D17-4373-B087-F0C2FEB5A6FA}"/>
              </a:ext>
            </a:extLst>
          </p:cNvPr>
          <p:cNvSpPr/>
          <p:nvPr/>
        </p:nvSpPr>
        <p:spPr>
          <a:xfrm>
            <a:off x="5692943" y="3583977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余剰在庫管理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08" name="正方形/長方形 307">
            <a:extLst>
              <a:ext uri="{FF2B5EF4-FFF2-40B4-BE49-F238E27FC236}">
                <a16:creationId xmlns:a16="http://schemas.microsoft.com/office/drawing/2014/main" id="{72B45CC0-D649-4A23-A422-DDE5DFC760F3}"/>
              </a:ext>
            </a:extLst>
          </p:cNvPr>
          <p:cNvSpPr/>
          <p:nvPr/>
        </p:nvSpPr>
        <p:spPr>
          <a:xfrm>
            <a:off x="6990696" y="3587353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業務委託管理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物流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09" name="正方形/長方形 308">
            <a:extLst>
              <a:ext uri="{FF2B5EF4-FFF2-40B4-BE49-F238E27FC236}">
                <a16:creationId xmlns:a16="http://schemas.microsoft.com/office/drawing/2014/main" id="{0D621126-43D5-4BDA-8785-D822FCE937EA}"/>
              </a:ext>
            </a:extLst>
          </p:cNvPr>
          <p:cNvSpPr/>
          <p:nvPr/>
        </p:nvSpPr>
        <p:spPr>
          <a:xfrm>
            <a:off x="3097437" y="158012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生産戦略策定</a:t>
            </a:r>
          </a:p>
        </p:txBody>
      </p:sp>
      <p:sp>
        <p:nvSpPr>
          <p:cNvPr id="310" name="正方形/長方形 309">
            <a:extLst>
              <a:ext uri="{FF2B5EF4-FFF2-40B4-BE49-F238E27FC236}">
                <a16:creationId xmlns:a16="http://schemas.microsoft.com/office/drawing/2014/main" id="{C7A77A55-B687-40EC-8425-CBE2C2CFB4CF}"/>
              </a:ext>
            </a:extLst>
          </p:cNvPr>
          <p:cNvSpPr/>
          <p:nvPr/>
        </p:nvSpPr>
        <p:spPr>
          <a:xfrm>
            <a:off x="4395190" y="158012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生産量計画策定</a:t>
            </a:r>
          </a:p>
        </p:txBody>
      </p:sp>
      <p:sp>
        <p:nvSpPr>
          <p:cNvPr id="311" name="正方形/長方形 310">
            <a:extLst>
              <a:ext uri="{FF2B5EF4-FFF2-40B4-BE49-F238E27FC236}">
                <a16:creationId xmlns:a16="http://schemas.microsoft.com/office/drawing/2014/main" id="{2C28333E-5F37-45A0-863B-2BBB9763F35B}"/>
              </a:ext>
            </a:extLst>
          </p:cNvPr>
          <p:cNvSpPr/>
          <p:nvPr/>
        </p:nvSpPr>
        <p:spPr>
          <a:xfrm>
            <a:off x="8300368" y="158012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工場出荷</a:t>
            </a:r>
          </a:p>
        </p:txBody>
      </p:sp>
      <p:sp>
        <p:nvSpPr>
          <p:cNvPr id="312" name="正方形/長方形 311">
            <a:extLst>
              <a:ext uri="{FF2B5EF4-FFF2-40B4-BE49-F238E27FC236}">
                <a16:creationId xmlns:a16="http://schemas.microsoft.com/office/drawing/2014/main" id="{90A42073-F544-4290-BB44-A1EFAE1D3EC4}"/>
              </a:ext>
            </a:extLst>
          </p:cNvPr>
          <p:cNvSpPr/>
          <p:nvPr/>
        </p:nvSpPr>
        <p:spPr>
          <a:xfrm>
            <a:off x="6990696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在庫受払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・棚卸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部材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13" name="正方形/長方形 312">
            <a:extLst>
              <a:ext uri="{FF2B5EF4-FFF2-40B4-BE49-F238E27FC236}">
                <a16:creationId xmlns:a16="http://schemas.microsoft.com/office/drawing/2014/main" id="{C3B69469-D881-429D-906E-9F4BFECFDE5B}"/>
              </a:ext>
            </a:extLst>
          </p:cNvPr>
          <p:cNvSpPr/>
          <p:nvPr/>
        </p:nvSpPr>
        <p:spPr>
          <a:xfrm>
            <a:off x="5692943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部材発注受入</a:t>
            </a:r>
          </a:p>
        </p:txBody>
      </p:sp>
      <p:sp>
        <p:nvSpPr>
          <p:cNvPr id="314" name="正方形/長方形 313">
            <a:extLst>
              <a:ext uri="{FF2B5EF4-FFF2-40B4-BE49-F238E27FC236}">
                <a16:creationId xmlns:a16="http://schemas.microsoft.com/office/drawing/2014/main" id="{AE176925-80A7-4FBB-A7FC-292B37B8CCBA}"/>
              </a:ext>
            </a:extLst>
          </p:cNvPr>
          <p:cNvSpPr/>
          <p:nvPr/>
        </p:nvSpPr>
        <p:spPr>
          <a:xfrm>
            <a:off x="7002615" y="158012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製造</a:t>
            </a:r>
          </a:p>
        </p:txBody>
      </p:sp>
      <p:sp>
        <p:nvSpPr>
          <p:cNvPr id="315" name="正方形/長方形 314">
            <a:extLst>
              <a:ext uri="{FF2B5EF4-FFF2-40B4-BE49-F238E27FC236}">
                <a16:creationId xmlns:a16="http://schemas.microsoft.com/office/drawing/2014/main" id="{C5AD231E-D66B-4DDE-8B6E-7E45DD112B33}"/>
              </a:ext>
            </a:extLst>
          </p:cNvPr>
          <p:cNvSpPr/>
          <p:nvPr/>
        </p:nvSpPr>
        <p:spPr>
          <a:xfrm>
            <a:off x="5664396" y="157588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生産依頼受付</a:t>
            </a:r>
          </a:p>
        </p:txBody>
      </p:sp>
      <p:sp>
        <p:nvSpPr>
          <p:cNvPr id="317" name="正方形/長方形 316">
            <a:extLst>
              <a:ext uri="{FF2B5EF4-FFF2-40B4-BE49-F238E27FC236}">
                <a16:creationId xmlns:a16="http://schemas.microsoft.com/office/drawing/2014/main" id="{7408933C-9C3B-4F9B-B28D-EE524535384B}"/>
              </a:ext>
            </a:extLst>
          </p:cNvPr>
          <p:cNvSpPr/>
          <p:nvPr/>
        </p:nvSpPr>
        <p:spPr>
          <a:xfrm>
            <a:off x="3097437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所要量計算</a:t>
            </a:r>
          </a:p>
        </p:txBody>
      </p:sp>
      <p:sp>
        <p:nvSpPr>
          <p:cNvPr id="318" name="正方形/長方形 317">
            <a:extLst>
              <a:ext uri="{FF2B5EF4-FFF2-40B4-BE49-F238E27FC236}">
                <a16:creationId xmlns:a16="http://schemas.microsoft.com/office/drawing/2014/main" id="{FD6A7C3B-F653-453C-9C26-09A327F67DE4}"/>
              </a:ext>
            </a:extLst>
          </p:cNvPr>
          <p:cNvSpPr/>
          <p:nvPr/>
        </p:nvSpPr>
        <p:spPr>
          <a:xfrm>
            <a:off x="4395190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部材発注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0" name="正方形/長方形 319">
            <a:extLst>
              <a:ext uri="{FF2B5EF4-FFF2-40B4-BE49-F238E27FC236}">
                <a16:creationId xmlns:a16="http://schemas.microsoft.com/office/drawing/2014/main" id="{4F8B2C3F-274A-4431-B315-EEB1D32046D3}"/>
              </a:ext>
            </a:extLst>
          </p:cNvPr>
          <p:cNvSpPr/>
          <p:nvPr/>
        </p:nvSpPr>
        <p:spPr>
          <a:xfrm>
            <a:off x="8313222" y="1923732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リサイクル判定</a:t>
            </a:r>
          </a:p>
        </p:txBody>
      </p:sp>
      <p:sp>
        <p:nvSpPr>
          <p:cNvPr id="322" name="正方形/長方形 321">
            <a:extLst>
              <a:ext uri="{FF2B5EF4-FFF2-40B4-BE49-F238E27FC236}">
                <a16:creationId xmlns:a16="http://schemas.microsoft.com/office/drawing/2014/main" id="{9F2189B4-474D-41B9-9C8D-01E795843CAD}"/>
              </a:ext>
            </a:extLst>
          </p:cNvPr>
          <p:cNvSpPr/>
          <p:nvPr/>
        </p:nvSpPr>
        <p:spPr>
          <a:xfrm>
            <a:off x="3097437" y="473807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他社仕入見積依頼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3" name="正方形/長方形 322">
            <a:extLst>
              <a:ext uri="{FF2B5EF4-FFF2-40B4-BE49-F238E27FC236}">
                <a16:creationId xmlns:a16="http://schemas.microsoft.com/office/drawing/2014/main" id="{B7513EF2-1249-411C-9C38-44B4F8C7801F}"/>
              </a:ext>
            </a:extLst>
          </p:cNvPr>
          <p:cNvSpPr/>
          <p:nvPr/>
        </p:nvSpPr>
        <p:spPr>
          <a:xfrm>
            <a:off x="4395190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発注</a:t>
            </a:r>
          </a:p>
        </p:txBody>
      </p:sp>
      <p:sp>
        <p:nvSpPr>
          <p:cNvPr id="324" name="正方形/長方形 323">
            <a:extLst>
              <a:ext uri="{FF2B5EF4-FFF2-40B4-BE49-F238E27FC236}">
                <a16:creationId xmlns:a16="http://schemas.microsoft.com/office/drawing/2014/main" id="{5DE23D31-F82E-4FA5-AE17-0D58D243AAF9}"/>
              </a:ext>
            </a:extLst>
          </p:cNvPr>
          <p:cNvSpPr/>
          <p:nvPr/>
        </p:nvSpPr>
        <p:spPr>
          <a:xfrm>
            <a:off x="8306546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仕入先情報登録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5" name="正方形/長方形 324">
            <a:extLst>
              <a:ext uri="{FF2B5EF4-FFF2-40B4-BE49-F238E27FC236}">
                <a16:creationId xmlns:a16="http://schemas.microsoft.com/office/drawing/2014/main" id="{1B018FE0-0F91-4FEB-A35C-2342A81CBE80}"/>
              </a:ext>
            </a:extLst>
          </p:cNvPr>
          <p:cNvSpPr/>
          <p:nvPr/>
        </p:nvSpPr>
        <p:spPr>
          <a:xfrm>
            <a:off x="5692943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発注受入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6" name="正方形/長方形 325">
            <a:extLst>
              <a:ext uri="{FF2B5EF4-FFF2-40B4-BE49-F238E27FC236}">
                <a16:creationId xmlns:a16="http://schemas.microsoft.com/office/drawing/2014/main" id="{78A9C4FB-31F0-42EB-9ED3-41980E1AB019}"/>
              </a:ext>
            </a:extLst>
          </p:cNvPr>
          <p:cNvSpPr/>
          <p:nvPr/>
        </p:nvSpPr>
        <p:spPr>
          <a:xfrm>
            <a:off x="3097437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購買戦略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7" name="正方形/長方形 326">
            <a:extLst>
              <a:ext uri="{FF2B5EF4-FFF2-40B4-BE49-F238E27FC236}">
                <a16:creationId xmlns:a16="http://schemas.microsoft.com/office/drawing/2014/main" id="{03ACFA73-21D7-4D7B-8E17-8536DD4070EF}"/>
              </a:ext>
            </a:extLst>
          </p:cNvPr>
          <p:cNvSpPr/>
          <p:nvPr/>
        </p:nvSpPr>
        <p:spPr>
          <a:xfrm>
            <a:off x="5692943" y="473807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他社仕入品</a:t>
            </a:r>
            <a:b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8" name="正方形/長方形 327">
            <a:extLst>
              <a:ext uri="{FF2B5EF4-FFF2-40B4-BE49-F238E27FC236}">
                <a16:creationId xmlns:a16="http://schemas.microsoft.com/office/drawing/2014/main" id="{E8117317-23A8-49C1-B244-AE69E805F7E9}"/>
              </a:ext>
            </a:extLst>
          </p:cNvPr>
          <p:cNvSpPr/>
          <p:nvPr/>
        </p:nvSpPr>
        <p:spPr>
          <a:xfrm>
            <a:off x="4395190" y="473807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他社仕入品</a:t>
            </a:r>
            <a:b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納期確認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9" name="正方形/長方形 328">
            <a:extLst>
              <a:ext uri="{FF2B5EF4-FFF2-40B4-BE49-F238E27FC236}">
                <a16:creationId xmlns:a16="http://schemas.microsoft.com/office/drawing/2014/main" id="{1D68951D-D9C2-4FE8-97E0-352D89765483}"/>
              </a:ext>
            </a:extLst>
          </p:cNvPr>
          <p:cNvSpPr/>
          <p:nvPr/>
        </p:nvSpPr>
        <p:spPr>
          <a:xfrm>
            <a:off x="6990696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仕入先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選定</a:t>
            </a:r>
          </a:p>
        </p:txBody>
      </p:sp>
      <p:sp>
        <p:nvSpPr>
          <p:cNvPr id="331" name="正方形/長方形 330">
            <a:extLst>
              <a:ext uri="{FF2B5EF4-FFF2-40B4-BE49-F238E27FC236}">
                <a16:creationId xmlns:a16="http://schemas.microsoft.com/office/drawing/2014/main" id="{4B73C979-BD43-4B15-B8B5-6F0BD685E3A5}"/>
              </a:ext>
            </a:extLst>
          </p:cNvPr>
          <p:cNvSpPr/>
          <p:nvPr/>
        </p:nvSpPr>
        <p:spPr>
          <a:xfrm>
            <a:off x="11144932" y="1978713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財務管理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32" name="正方形/長方形 331">
            <a:extLst>
              <a:ext uri="{FF2B5EF4-FFF2-40B4-BE49-F238E27FC236}">
                <a16:creationId xmlns:a16="http://schemas.microsoft.com/office/drawing/2014/main" id="{060A4B0C-4B52-4386-8F4A-AC09F52824F9}"/>
              </a:ext>
            </a:extLst>
          </p:cNvPr>
          <p:cNvSpPr/>
          <p:nvPr/>
        </p:nvSpPr>
        <p:spPr>
          <a:xfrm>
            <a:off x="9908151" y="1988018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支払・出金管理</a:t>
            </a:r>
          </a:p>
        </p:txBody>
      </p:sp>
      <p:sp>
        <p:nvSpPr>
          <p:cNvPr id="333" name="正方形/長方形 332">
            <a:extLst>
              <a:ext uri="{FF2B5EF4-FFF2-40B4-BE49-F238E27FC236}">
                <a16:creationId xmlns:a16="http://schemas.microsoft.com/office/drawing/2014/main" id="{FFA8352E-9F32-4536-9AFF-78E4743DE8D9}"/>
              </a:ext>
            </a:extLst>
          </p:cNvPr>
          <p:cNvSpPr/>
          <p:nvPr/>
        </p:nvSpPr>
        <p:spPr>
          <a:xfrm>
            <a:off x="9908151" y="262627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回収・入金管理</a:t>
            </a:r>
          </a:p>
        </p:txBody>
      </p:sp>
      <p:sp>
        <p:nvSpPr>
          <p:cNvPr id="334" name="正方形/長方形 333">
            <a:extLst>
              <a:ext uri="{FF2B5EF4-FFF2-40B4-BE49-F238E27FC236}">
                <a16:creationId xmlns:a16="http://schemas.microsoft.com/office/drawing/2014/main" id="{F39792FB-75F2-4C42-A60C-075F85B38DE2}"/>
              </a:ext>
            </a:extLst>
          </p:cNvPr>
          <p:cNvSpPr/>
          <p:nvPr/>
        </p:nvSpPr>
        <p:spPr>
          <a:xfrm>
            <a:off x="11175387" y="262678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財務資金管理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36" name="正方形/長方形 335">
            <a:extLst>
              <a:ext uri="{FF2B5EF4-FFF2-40B4-BE49-F238E27FC236}">
                <a16:creationId xmlns:a16="http://schemas.microsoft.com/office/drawing/2014/main" id="{8626BB40-B599-4447-A4B1-952C58AD9CE7}"/>
              </a:ext>
            </a:extLst>
          </p:cNvPr>
          <p:cNvSpPr/>
          <p:nvPr/>
        </p:nvSpPr>
        <p:spPr>
          <a:xfrm>
            <a:off x="11188924" y="323630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税務処理</a:t>
            </a:r>
          </a:p>
        </p:txBody>
      </p:sp>
      <p:sp>
        <p:nvSpPr>
          <p:cNvPr id="339" name="正方形/長方形 338">
            <a:extLst>
              <a:ext uri="{FF2B5EF4-FFF2-40B4-BE49-F238E27FC236}">
                <a16:creationId xmlns:a16="http://schemas.microsoft.com/office/drawing/2014/main" id="{1D2E89F6-BC50-4FD0-ACAA-DB978C6FAD47}"/>
              </a:ext>
            </a:extLst>
          </p:cNvPr>
          <p:cNvSpPr/>
          <p:nvPr/>
        </p:nvSpPr>
        <p:spPr>
          <a:xfrm>
            <a:off x="9908151" y="3880382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原価計算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プロジェクトを含む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1" name="正方形/長方形 340">
            <a:extLst>
              <a:ext uri="{FF2B5EF4-FFF2-40B4-BE49-F238E27FC236}">
                <a16:creationId xmlns:a16="http://schemas.microsoft.com/office/drawing/2014/main" id="{3B3E004F-AB21-499E-BFCB-32900D327FB1}"/>
              </a:ext>
            </a:extLst>
          </p:cNvPr>
          <p:cNvSpPr/>
          <p:nvPr/>
        </p:nvSpPr>
        <p:spPr>
          <a:xfrm>
            <a:off x="11175387" y="759120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情報システム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保守運用</a:t>
            </a:r>
          </a:p>
        </p:txBody>
      </p:sp>
      <p:sp>
        <p:nvSpPr>
          <p:cNvPr id="342" name="正方形/長方形 341">
            <a:extLst>
              <a:ext uri="{FF2B5EF4-FFF2-40B4-BE49-F238E27FC236}">
                <a16:creationId xmlns:a16="http://schemas.microsoft.com/office/drawing/2014/main" id="{3F36C2E4-A98C-447B-B21C-CA33C0A3F6EE}"/>
              </a:ext>
            </a:extLst>
          </p:cNvPr>
          <p:cNvSpPr/>
          <p:nvPr/>
        </p:nvSpPr>
        <p:spPr>
          <a:xfrm>
            <a:off x="9929192" y="5795137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固定資産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4" name="正方形/長方形 343">
            <a:extLst>
              <a:ext uri="{FF2B5EF4-FFF2-40B4-BE49-F238E27FC236}">
                <a16:creationId xmlns:a16="http://schemas.microsoft.com/office/drawing/2014/main" id="{99FB5FE6-EC71-4ACC-897F-46F2F2AEDBAB}"/>
              </a:ext>
            </a:extLst>
          </p:cNvPr>
          <p:cNvSpPr/>
          <p:nvPr/>
        </p:nvSpPr>
        <p:spPr>
          <a:xfrm>
            <a:off x="9933580" y="759120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品目情報登録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5" name="正方形/長方形 344">
            <a:extLst>
              <a:ext uri="{FF2B5EF4-FFF2-40B4-BE49-F238E27FC236}">
                <a16:creationId xmlns:a16="http://schemas.microsoft.com/office/drawing/2014/main" id="{9E55249D-61B3-4F95-AED3-FD8EE234082F}"/>
              </a:ext>
            </a:extLst>
          </p:cNvPr>
          <p:cNvSpPr/>
          <p:nvPr/>
        </p:nvSpPr>
        <p:spPr>
          <a:xfrm>
            <a:off x="9933580" y="820440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価格情報登録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6" name="正方形/長方形 345">
            <a:extLst>
              <a:ext uri="{FF2B5EF4-FFF2-40B4-BE49-F238E27FC236}">
                <a16:creationId xmlns:a16="http://schemas.microsoft.com/office/drawing/2014/main" id="{00631EEA-1E71-4007-84AF-2707CB4043D8}"/>
              </a:ext>
            </a:extLst>
          </p:cNvPr>
          <p:cNvSpPr/>
          <p:nvPr/>
        </p:nvSpPr>
        <p:spPr>
          <a:xfrm>
            <a:off x="9933580" y="8817596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市場・取引先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情報登録</a:t>
            </a:r>
          </a:p>
        </p:txBody>
      </p:sp>
      <p:sp>
        <p:nvSpPr>
          <p:cNvPr id="347" name="正方形/長方形 346">
            <a:extLst>
              <a:ext uri="{FF2B5EF4-FFF2-40B4-BE49-F238E27FC236}">
                <a16:creationId xmlns:a16="http://schemas.microsoft.com/office/drawing/2014/main" id="{750DD6E8-D1CF-453F-98F5-66E23E03A0BC}"/>
              </a:ext>
            </a:extLst>
          </p:cNvPr>
          <p:cNvSpPr/>
          <p:nvPr/>
        </p:nvSpPr>
        <p:spPr>
          <a:xfrm>
            <a:off x="11188924" y="4498993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事業別・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案件別損益管理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0DD286E5-FC99-4C2D-8104-C2B0ED1D5FD7}"/>
              </a:ext>
            </a:extLst>
          </p:cNvPr>
          <p:cNvCxnSpPr>
            <a:stCxn id="2" idx="2"/>
            <a:endCxn id="233" idx="0"/>
          </p:cNvCxnSpPr>
          <p:nvPr/>
        </p:nvCxnSpPr>
        <p:spPr>
          <a:xfrm>
            <a:off x="1469662" y="1927883"/>
            <a:ext cx="0" cy="15904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直線矢印コネクタ 357">
            <a:extLst>
              <a:ext uri="{FF2B5EF4-FFF2-40B4-BE49-F238E27FC236}">
                <a16:creationId xmlns:a16="http://schemas.microsoft.com/office/drawing/2014/main" id="{29C837B0-9B95-455F-B8BD-D6542A790633}"/>
              </a:ext>
            </a:extLst>
          </p:cNvPr>
          <p:cNvCxnSpPr>
            <a:cxnSpLocks/>
            <a:stCxn id="245" idx="2"/>
            <a:endCxn id="246" idx="0"/>
          </p:cNvCxnSpPr>
          <p:nvPr/>
        </p:nvCxnSpPr>
        <p:spPr>
          <a:xfrm>
            <a:off x="1488248" y="3584877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四角形: 角を丸くする 363">
            <a:extLst>
              <a:ext uri="{FF2B5EF4-FFF2-40B4-BE49-F238E27FC236}">
                <a16:creationId xmlns:a16="http://schemas.microsoft.com/office/drawing/2014/main" id="{97D7DE0D-F8D7-4A76-9A07-97B37E24101B}"/>
              </a:ext>
            </a:extLst>
          </p:cNvPr>
          <p:cNvSpPr/>
          <p:nvPr/>
        </p:nvSpPr>
        <p:spPr>
          <a:xfrm>
            <a:off x="496144" y="2783153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営業・営業支援</a:t>
            </a:r>
          </a:p>
        </p:txBody>
      </p:sp>
      <p:cxnSp>
        <p:nvCxnSpPr>
          <p:cNvPr id="367" name="直線矢印コネクタ 366">
            <a:extLst>
              <a:ext uri="{FF2B5EF4-FFF2-40B4-BE49-F238E27FC236}">
                <a16:creationId xmlns:a16="http://schemas.microsoft.com/office/drawing/2014/main" id="{AC8DE76C-133C-4EA8-8FCE-C5D4E7F350AA}"/>
              </a:ext>
            </a:extLst>
          </p:cNvPr>
          <p:cNvCxnSpPr>
            <a:cxnSpLocks/>
            <a:stCxn id="247" idx="2"/>
          </p:cNvCxnSpPr>
          <p:nvPr/>
        </p:nvCxnSpPr>
        <p:spPr>
          <a:xfrm>
            <a:off x="1488248" y="4540081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直線矢印コネクタ 369">
            <a:extLst>
              <a:ext uri="{FF2B5EF4-FFF2-40B4-BE49-F238E27FC236}">
                <a16:creationId xmlns:a16="http://schemas.microsoft.com/office/drawing/2014/main" id="{6C6DBE94-F14A-4777-B0BE-8499730E0D77}"/>
              </a:ext>
            </a:extLst>
          </p:cNvPr>
          <p:cNvCxnSpPr>
            <a:cxnSpLocks/>
          </p:cNvCxnSpPr>
          <p:nvPr/>
        </p:nvCxnSpPr>
        <p:spPr>
          <a:xfrm>
            <a:off x="1488248" y="5017683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直線矢印コネクタ 374">
            <a:extLst>
              <a:ext uri="{FF2B5EF4-FFF2-40B4-BE49-F238E27FC236}">
                <a16:creationId xmlns:a16="http://schemas.microsoft.com/office/drawing/2014/main" id="{9312DA2E-69B8-4E1A-B217-1306FB61935F}"/>
              </a:ext>
            </a:extLst>
          </p:cNvPr>
          <p:cNvCxnSpPr>
            <a:cxnSpLocks/>
            <a:endCxn id="256" idx="0"/>
          </p:cNvCxnSpPr>
          <p:nvPr/>
        </p:nvCxnSpPr>
        <p:spPr>
          <a:xfrm>
            <a:off x="1488248" y="5972887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直線矢印コネクタ 379">
            <a:extLst>
              <a:ext uri="{FF2B5EF4-FFF2-40B4-BE49-F238E27FC236}">
                <a16:creationId xmlns:a16="http://schemas.microsoft.com/office/drawing/2014/main" id="{2D1C71DE-D58D-425E-AC8C-7199C3CFD3D3}"/>
              </a:ext>
            </a:extLst>
          </p:cNvPr>
          <p:cNvCxnSpPr>
            <a:cxnSpLocks/>
            <a:stCxn id="256" idx="2"/>
            <a:endCxn id="257" idx="0"/>
          </p:cNvCxnSpPr>
          <p:nvPr/>
        </p:nvCxnSpPr>
        <p:spPr>
          <a:xfrm>
            <a:off x="1488248" y="6450489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直線矢印コネクタ 382">
            <a:extLst>
              <a:ext uri="{FF2B5EF4-FFF2-40B4-BE49-F238E27FC236}">
                <a16:creationId xmlns:a16="http://schemas.microsoft.com/office/drawing/2014/main" id="{D0A1B61A-36D8-44A6-B1A3-7AD11C9394A7}"/>
              </a:ext>
            </a:extLst>
          </p:cNvPr>
          <p:cNvCxnSpPr>
            <a:cxnSpLocks/>
            <a:stCxn id="257" idx="2"/>
            <a:endCxn id="259" idx="0"/>
          </p:cNvCxnSpPr>
          <p:nvPr/>
        </p:nvCxnSpPr>
        <p:spPr>
          <a:xfrm>
            <a:off x="1488248" y="6928091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直線矢印コネクタ 385">
            <a:extLst>
              <a:ext uri="{FF2B5EF4-FFF2-40B4-BE49-F238E27FC236}">
                <a16:creationId xmlns:a16="http://schemas.microsoft.com/office/drawing/2014/main" id="{98B638E0-5132-4876-89A2-4CD358D0CF02}"/>
              </a:ext>
            </a:extLst>
          </p:cNvPr>
          <p:cNvCxnSpPr>
            <a:cxnSpLocks/>
            <a:stCxn id="259" idx="2"/>
            <a:endCxn id="260" idx="0"/>
          </p:cNvCxnSpPr>
          <p:nvPr/>
        </p:nvCxnSpPr>
        <p:spPr>
          <a:xfrm>
            <a:off x="1488248" y="7405693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直線矢印コネクタ 406">
            <a:extLst>
              <a:ext uri="{FF2B5EF4-FFF2-40B4-BE49-F238E27FC236}">
                <a16:creationId xmlns:a16="http://schemas.microsoft.com/office/drawing/2014/main" id="{0725830B-2CDB-472F-831B-7855AAAA9C5D}"/>
              </a:ext>
            </a:extLst>
          </p:cNvPr>
          <p:cNvCxnSpPr>
            <a:cxnSpLocks/>
          </p:cNvCxnSpPr>
          <p:nvPr/>
        </p:nvCxnSpPr>
        <p:spPr>
          <a:xfrm>
            <a:off x="1488248" y="5495285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四角形: 角を丸くする 408">
            <a:extLst>
              <a:ext uri="{FF2B5EF4-FFF2-40B4-BE49-F238E27FC236}">
                <a16:creationId xmlns:a16="http://schemas.microsoft.com/office/drawing/2014/main" id="{47E4C974-4F94-4262-9878-E07940B45141}"/>
              </a:ext>
            </a:extLst>
          </p:cNvPr>
          <p:cNvSpPr/>
          <p:nvPr/>
        </p:nvSpPr>
        <p:spPr>
          <a:xfrm>
            <a:off x="3464588" y="2495121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需給・物流</a:t>
            </a:r>
          </a:p>
        </p:txBody>
      </p:sp>
      <p:sp>
        <p:nvSpPr>
          <p:cNvPr id="411" name="四角形: 角を丸くする 410">
            <a:extLst>
              <a:ext uri="{FF2B5EF4-FFF2-40B4-BE49-F238E27FC236}">
                <a16:creationId xmlns:a16="http://schemas.microsoft.com/office/drawing/2014/main" id="{2E194C17-7773-406B-BA38-F4DC4CD81418}"/>
              </a:ext>
            </a:extLst>
          </p:cNvPr>
          <p:cNvSpPr/>
          <p:nvPr/>
        </p:nvSpPr>
        <p:spPr>
          <a:xfrm>
            <a:off x="9984086" y="127098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財務管理・管理会計</a:t>
            </a:r>
          </a:p>
        </p:txBody>
      </p:sp>
      <p:sp>
        <p:nvSpPr>
          <p:cNvPr id="423" name="四角形: 角を丸くする 422">
            <a:extLst>
              <a:ext uri="{FF2B5EF4-FFF2-40B4-BE49-F238E27FC236}">
                <a16:creationId xmlns:a16="http://schemas.microsoft.com/office/drawing/2014/main" id="{22306C78-EE42-4081-B334-6282FBD52B5C}"/>
              </a:ext>
            </a:extLst>
          </p:cNvPr>
          <p:cNvSpPr/>
          <p:nvPr/>
        </p:nvSpPr>
        <p:spPr>
          <a:xfrm>
            <a:off x="3464588" y="1198977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製造</a:t>
            </a:r>
          </a:p>
        </p:txBody>
      </p:sp>
      <p:sp>
        <p:nvSpPr>
          <p:cNvPr id="474" name="四角形: 角を丸くする 473">
            <a:extLst>
              <a:ext uri="{FF2B5EF4-FFF2-40B4-BE49-F238E27FC236}">
                <a16:creationId xmlns:a16="http://schemas.microsoft.com/office/drawing/2014/main" id="{86C666E7-E8BE-476D-9A10-71529D4C0229}"/>
              </a:ext>
            </a:extLst>
          </p:cNvPr>
          <p:cNvSpPr/>
          <p:nvPr/>
        </p:nvSpPr>
        <p:spPr>
          <a:xfrm>
            <a:off x="3464588" y="4079297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購買</a:t>
            </a:r>
          </a:p>
        </p:txBody>
      </p:sp>
      <p:sp>
        <p:nvSpPr>
          <p:cNvPr id="477" name="四角形: 角を丸くする 476">
            <a:extLst>
              <a:ext uri="{FF2B5EF4-FFF2-40B4-BE49-F238E27FC236}">
                <a16:creationId xmlns:a16="http://schemas.microsoft.com/office/drawing/2014/main" id="{1293F002-CB1B-4718-8C97-21A491290768}"/>
              </a:ext>
            </a:extLst>
          </p:cNvPr>
          <p:cNvSpPr/>
          <p:nvPr/>
        </p:nvSpPr>
        <p:spPr>
          <a:xfrm>
            <a:off x="3464588" y="6815601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ソリューション・サービス</a:t>
            </a:r>
          </a:p>
        </p:txBody>
      </p:sp>
      <p:sp>
        <p:nvSpPr>
          <p:cNvPr id="488" name="四角形: 角を丸くする 487">
            <a:extLst>
              <a:ext uri="{FF2B5EF4-FFF2-40B4-BE49-F238E27FC236}">
                <a16:creationId xmlns:a16="http://schemas.microsoft.com/office/drawing/2014/main" id="{D2AE6AB6-116F-419A-870C-ABA1E79B827A}"/>
              </a:ext>
            </a:extLst>
          </p:cNvPr>
          <p:cNvSpPr/>
          <p:nvPr/>
        </p:nvSpPr>
        <p:spPr>
          <a:xfrm>
            <a:off x="9984086" y="6815601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ビジネス・サポート</a:t>
            </a:r>
          </a:p>
        </p:txBody>
      </p:sp>
      <p:cxnSp>
        <p:nvCxnSpPr>
          <p:cNvPr id="505" name="直線矢印コネクタ 504">
            <a:extLst>
              <a:ext uri="{FF2B5EF4-FFF2-40B4-BE49-F238E27FC236}">
                <a16:creationId xmlns:a16="http://schemas.microsoft.com/office/drawing/2014/main" id="{F83B5EE1-3245-4F52-8BA2-33ACE13EDDF6}"/>
              </a:ext>
            </a:extLst>
          </p:cNvPr>
          <p:cNvCxnSpPr>
            <a:cxnSpLocks/>
            <a:stCxn id="309" idx="3"/>
            <a:endCxn id="310" idx="1"/>
          </p:cNvCxnSpPr>
          <p:nvPr/>
        </p:nvCxnSpPr>
        <p:spPr>
          <a:xfrm>
            <a:off x="4213969" y="1724944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直線矢印コネクタ 511">
            <a:extLst>
              <a:ext uri="{FF2B5EF4-FFF2-40B4-BE49-F238E27FC236}">
                <a16:creationId xmlns:a16="http://schemas.microsoft.com/office/drawing/2014/main" id="{9D0E6B93-F6F9-4BF0-9D6D-65FE5CE41D0A}"/>
              </a:ext>
            </a:extLst>
          </p:cNvPr>
          <p:cNvCxnSpPr>
            <a:cxnSpLocks/>
            <a:stCxn id="310" idx="3"/>
            <a:endCxn id="315" idx="1"/>
          </p:cNvCxnSpPr>
          <p:nvPr/>
        </p:nvCxnSpPr>
        <p:spPr>
          <a:xfrm flipV="1">
            <a:off x="5511722" y="1720704"/>
            <a:ext cx="152674" cy="424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直線矢印コネクタ 512">
            <a:extLst>
              <a:ext uri="{FF2B5EF4-FFF2-40B4-BE49-F238E27FC236}">
                <a16:creationId xmlns:a16="http://schemas.microsoft.com/office/drawing/2014/main" id="{EAEF5535-7D80-4032-8ECD-8EB4D5A56763}"/>
              </a:ext>
            </a:extLst>
          </p:cNvPr>
          <p:cNvCxnSpPr>
            <a:cxnSpLocks/>
            <a:stCxn id="314" idx="3"/>
            <a:endCxn id="311" idx="1"/>
          </p:cNvCxnSpPr>
          <p:nvPr/>
        </p:nvCxnSpPr>
        <p:spPr>
          <a:xfrm>
            <a:off x="8119147" y="1724944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直線矢印コネクタ 513">
            <a:extLst>
              <a:ext uri="{FF2B5EF4-FFF2-40B4-BE49-F238E27FC236}">
                <a16:creationId xmlns:a16="http://schemas.microsoft.com/office/drawing/2014/main" id="{2959C29F-4386-45D2-B5D3-0142BD8602B2}"/>
              </a:ext>
            </a:extLst>
          </p:cNvPr>
          <p:cNvCxnSpPr>
            <a:cxnSpLocks/>
            <a:stCxn id="270" idx="3"/>
            <a:endCxn id="271" idx="1"/>
          </p:cNvCxnSpPr>
          <p:nvPr/>
        </p:nvCxnSpPr>
        <p:spPr>
          <a:xfrm>
            <a:off x="4209843" y="7400785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直線矢印コネクタ 514">
            <a:extLst>
              <a:ext uri="{FF2B5EF4-FFF2-40B4-BE49-F238E27FC236}">
                <a16:creationId xmlns:a16="http://schemas.microsoft.com/office/drawing/2014/main" id="{84DF0F1E-A30D-4430-B0A1-162D5347566A}"/>
              </a:ext>
            </a:extLst>
          </p:cNvPr>
          <p:cNvCxnSpPr>
            <a:cxnSpLocks/>
            <a:stCxn id="271" idx="3"/>
            <a:endCxn id="272" idx="1"/>
          </p:cNvCxnSpPr>
          <p:nvPr/>
        </p:nvCxnSpPr>
        <p:spPr>
          <a:xfrm>
            <a:off x="5507596" y="7400785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直線矢印コネクタ 564">
            <a:extLst>
              <a:ext uri="{FF2B5EF4-FFF2-40B4-BE49-F238E27FC236}">
                <a16:creationId xmlns:a16="http://schemas.microsoft.com/office/drawing/2014/main" id="{54A88606-A953-4A9E-A0FC-BF5EC7EB705C}"/>
              </a:ext>
            </a:extLst>
          </p:cNvPr>
          <p:cNvCxnSpPr>
            <a:cxnSpLocks/>
            <a:stCxn id="318" idx="3"/>
            <a:endCxn id="313" idx="1"/>
          </p:cNvCxnSpPr>
          <p:nvPr/>
        </p:nvCxnSpPr>
        <p:spPr>
          <a:xfrm>
            <a:off x="5511722" y="2088800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7" name="四角形: 角を丸くする 706">
            <a:extLst>
              <a:ext uri="{FF2B5EF4-FFF2-40B4-BE49-F238E27FC236}">
                <a16:creationId xmlns:a16="http://schemas.microsoft.com/office/drawing/2014/main" id="{7DCDCE38-AD06-423B-B315-8F8EC4B7B3EE}"/>
              </a:ext>
            </a:extLst>
          </p:cNvPr>
          <p:cNvSpPr/>
          <p:nvPr/>
        </p:nvSpPr>
        <p:spPr>
          <a:xfrm>
            <a:off x="9984086" y="702248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情報システム</a:t>
            </a:r>
            <a:r>
              <a:rPr kumimoji="1" lang="en-US" altLang="ja-JP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/</a:t>
            </a:r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業務改革</a:t>
            </a:r>
            <a:endParaRPr kumimoji="1" lang="en-US" altLang="ja-JP" sz="1400" b="1" dirty="0">
              <a:solidFill>
                <a:schemeClr val="bg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6" name="正方形/長方形 505">
            <a:extLst>
              <a:ext uri="{FF2B5EF4-FFF2-40B4-BE49-F238E27FC236}">
                <a16:creationId xmlns:a16="http://schemas.microsoft.com/office/drawing/2014/main" id="{DF228DE6-C7F8-4C44-B045-30260486E886}"/>
              </a:ext>
            </a:extLst>
          </p:cNvPr>
          <p:cNvSpPr/>
          <p:nvPr/>
        </p:nvSpPr>
        <p:spPr>
          <a:xfrm>
            <a:off x="2978043" y="5357630"/>
            <a:ext cx="6580771" cy="1313955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7" name="四角形: 角を丸くする 506">
            <a:extLst>
              <a:ext uri="{FF2B5EF4-FFF2-40B4-BE49-F238E27FC236}">
                <a16:creationId xmlns:a16="http://schemas.microsoft.com/office/drawing/2014/main" id="{3A7A01D5-4460-48D5-B956-C9F2EC21A87F}"/>
              </a:ext>
            </a:extLst>
          </p:cNvPr>
          <p:cNvSpPr/>
          <p:nvPr/>
        </p:nvSpPr>
        <p:spPr>
          <a:xfrm>
            <a:off x="3464588" y="523142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</a:p>
        </p:txBody>
      </p:sp>
      <p:sp>
        <p:nvSpPr>
          <p:cNvPr id="508" name="正方形/長方形 507">
            <a:extLst>
              <a:ext uri="{FF2B5EF4-FFF2-40B4-BE49-F238E27FC236}">
                <a16:creationId xmlns:a16="http://schemas.microsoft.com/office/drawing/2014/main" id="{B973957C-DA83-4FC1-B9EA-394800645380}"/>
              </a:ext>
            </a:extLst>
          </p:cNvPr>
          <p:cNvSpPr/>
          <p:nvPr/>
        </p:nvSpPr>
        <p:spPr>
          <a:xfrm>
            <a:off x="2978043" y="8569917"/>
            <a:ext cx="6580771" cy="981988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9" name="四角形: 角を丸くする 508">
            <a:extLst>
              <a:ext uri="{FF2B5EF4-FFF2-40B4-BE49-F238E27FC236}">
                <a16:creationId xmlns:a16="http://schemas.microsoft.com/office/drawing/2014/main" id="{117F9CA5-9F4B-452C-817D-95085D3CC790}"/>
              </a:ext>
            </a:extLst>
          </p:cNvPr>
          <p:cNvSpPr/>
          <p:nvPr/>
        </p:nvSpPr>
        <p:spPr>
          <a:xfrm>
            <a:off x="3464588" y="847178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顧客管理</a:t>
            </a: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1617B97C-4A1B-4383-A419-B9573C69AE66}"/>
              </a:ext>
            </a:extLst>
          </p:cNvPr>
          <p:cNvSpPr/>
          <p:nvPr/>
        </p:nvSpPr>
        <p:spPr>
          <a:xfrm>
            <a:off x="3074256" y="8796632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顧客情報登録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36" name="正方形/長方形 235">
            <a:extLst>
              <a:ext uri="{FF2B5EF4-FFF2-40B4-BE49-F238E27FC236}">
                <a16:creationId xmlns:a16="http://schemas.microsoft.com/office/drawing/2014/main" id="{62E5355E-6D4E-4FE7-AB37-3965D18880B8}"/>
              </a:ext>
            </a:extLst>
          </p:cNvPr>
          <p:cNvSpPr/>
          <p:nvPr/>
        </p:nvSpPr>
        <p:spPr>
          <a:xfrm>
            <a:off x="4394946" y="8799570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クレーム・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問合せ対応</a:t>
            </a:r>
          </a:p>
        </p:txBody>
      </p:sp>
      <p:sp>
        <p:nvSpPr>
          <p:cNvPr id="237" name="正方形/長方形 236">
            <a:extLst>
              <a:ext uri="{FF2B5EF4-FFF2-40B4-BE49-F238E27FC236}">
                <a16:creationId xmlns:a16="http://schemas.microsoft.com/office/drawing/2014/main" id="{E90CA838-03C6-440D-A557-BC4AFB0165E3}"/>
              </a:ext>
            </a:extLst>
          </p:cNvPr>
          <p:cNvSpPr/>
          <p:nvPr/>
        </p:nvSpPr>
        <p:spPr>
          <a:xfrm>
            <a:off x="5654411" y="8785213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お客様問合せ対応</a:t>
            </a:r>
          </a:p>
        </p:txBody>
      </p:sp>
      <p:sp>
        <p:nvSpPr>
          <p:cNvPr id="239" name="正方形/長方形 238">
            <a:extLst>
              <a:ext uri="{FF2B5EF4-FFF2-40B4-BE49-F238E27FC236}">
                <a16:creationId xmlns:a16="http://schemas.microsoft.com/office/drawing/2014/main" id="{D8B02DAB-8EAB-4FBF-A617-97B13F70064D}"/>
              </a:ext>
            </a:extLst>
          </p:cNvPr>
          <p:cNvSpPr/>
          <p:nvPr/>
        </p:nvSpPr>
        <p:spPr>
          <a:xfrm>
            <a:off x="3097193" y="9179185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信用状況管理</a:t>
            </a:r>
          </a:p>
        </p:txBody>
      </p:sp>
      <p:sp>
        <p:nvSpPr>
          <p:cNvPr id="240" name="正方形/長方形 239">
            <a:extLst>
              <a:ext uri="{FF2B5EF4-FFF2-40B4-BE49-F238E27FC236}">
                <a16:creationId xmlns:a16="http://schemas.microsoft.com/office/drawing/2014/main" id="{5075D01B-5E70-404A-9F64-C56BC07A880B}"/>
              </a:ext>
            </a:extLst>
          </p:cNvPr>
          <p:cNvSpPr/>
          <p:nvPr/>
        </p:nvSpPr>
        <p:spPr>
          <a:xfrm>
            <a:off x="6990452" y="8799570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お客様接点情報配信</a:t>
            </a:r>
          </a:p>
        </p:txBody>
      </p:sp>
      <p:sp>
        <p:nvSpPr>
          <p:cNvPr id="241" name="正方形/長方形 240">
            <a:extLst>
              <a:ext uri="{FF2B5EF4-FFF2-40B4-BE49-F238E27FC236}">
                <a16:creationId xmlns:a16="http://schemas.microsoft.com/office/drawing/2014/main" id="{0A251DE0-3B0B-4A58-96A8-6F5C51D17914}"/>
              </a:ext>
            </a:extLst>
          </p:cNvPr>
          <p:cNvSpPr/>
          <p:nvPr/>
        </p:nvSpPr>
        <p:spPr>
          <a:xfrm>
            <a:off x="8306302" y="8799570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お客様満足度分析</a:t>
            </a: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90F04673-3924-4063-8C98-A6ED993AEF45}"/>
              </a:ext>
            </a:extLst>
          </p:cNvPr>
          <p:cNvSpPr/>
          <p:nvPr/>
        </p:nvSpPr>
        <p:spPr>
          <a:xfrm>
            <a:off x="3097193" y="5554184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874D7244-14FB-4173-BB2C-D30D50B45ED7}"/>
              </a:ext>
            </a:extLst>
          </p:cNvPr>
          <p:cNvSpPr/>
          <p:nvPr/>
        </p:nvSpPr>
        <p:spPr>
          <a:xfrm>
            <a:off x="5692699" y="5554184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作業実施</a:t>
            </a: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850DD6DE-3A50-4E3E-96CA-A7F03AA12048}"/>
              </a:ext>
            </a:extLst>
          </p:cNvPr>
          <p:cNvSpPr/>
          <p:nvPr/>
        </p:nvSpPr>
        <p:spPr>
          <a:xfrm>
            <a:off x="4394946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料金計算</a:t>
            </a:r>
            <a:b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機械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01D28D58-BF1C-4E7E-ABFC-3AE1132ACA87}"/>
              </a:ext>
            </a:extLst>
          </p:cNvPr>
          <p:cNvSpPr/>
          <p:nvPr/>
        </p:nvSpPr>
        <p:spPr>
          <a:xfrm>
            <a:off x="4394946" y="63178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消耗品自動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配送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4" name="正方形/長方形 283">
            <a:extLst>
              <a:ext uri="{FF2B5EF4-FFF2-40B4-BE49-F238E27FC236}">
                <a16:creationId xmlns:a16="http://schemas.microsoft.com/office/drawing/2014/main" id="{73104199-C2B6-4549-83E5-BA8179114042}"/>
              </a:ext>
            </a:extLst>
          </p:cNvPr>
          <p:cNvSpPr/>
          <p:nvPr/>
        </p:nvSpPr>
        <p:spPr>
          <a:xfrm>
            <a:off x="5692699" y="63178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業務委託料計算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64EB003E-9CA0-4B12-A5B2-AA28483C8173}"/>
              </a:ext>
            </a:extLst>
          </p:cNvPr>
          <p:cNvSpPr/>
          <p:nvPr/>
        </p:nvSpPr>
        <p:spPr>
          <a:xfrm>
            <a:off x="3097193" y="63178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消耗品配送方式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策定</a:t>
            </a:r>
          </a:p>
        </p:txBody>
      </p:sp>
      <p:sp>
        <p:nvSpPr>
          <p:cNvPr id="286" name="正方形/長方形 285">
            <a:extLst>
              <a:ext uri="{FF2B5EF4-FFF2-40B4-BE49-F238E27FC236}">
                <a16:creationId xmlns:a16="http://schemas.microsoft.com/office/drawing/2014/main" id="{76E3EBF1-E8C4-4EFA-99A2-0BEF3969D231}"/>
              </a:ext>
            </a:extLst>
          </p:cNvPr>
          <p:cNvSpPr/>
          <p:nvPr/>
        </p:nvSpPr>
        <p:spPr>
          <a:xfrm>
            <a:off x="4394946" y="5554184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訪問計画策定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7" name="正方形/長方形 286">
            <a:extLst>
              <a:ext uri="{FF2B5EF4-FFF2-40B4-BE49-F238E27FC236}">
                <a16:creationId xmlns:a16="http://schemas.microsoft.com/office/drawing/2014/main" id="{291A8EC9-595C-416D-B48F-503EDA313BF0}"/>
              </a:ext>
            </a:extLst>
          </p:cNvPr>
          <p:cNvSpPr/>
          <p:nvPr/>
        </p:nvSpPr>
        <p:spPr>
          <a:xfrm>
            <a:off x="5692699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機械通知対応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8" name="正方形/長方形 287">
            <a:extLst>
              <a:ext uri="{FF2B5EF4-FFF2-40B4-BE49-F238E27FC236}">
                <a16:creationId xmlns:a16="http://schemas.microsoft.com/office/drawing/2014/main" id="{B9987344-817E-40EE-A234-EFD2DB38570E}"/>
              </a:ext>
            </a:extLst>
          </p:cNvPr>
          <p:cNvSpPr/>
          <p:nvPr/>
        </p:nvSpPr>
        <p:spPr>
          <a:xfrm>
            <a:off x="3097193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メーター情報収集</a:t>
            </a:r>
          </a:p>
        </p:txBody>
      </p:sp>
      <p:sp>
        <p:nvSpPr>
          <p:cNvPr id="289" name="正方形/長方形 288">
            <a:extLst>
              <a:ext uri="{FF2B5EF4-FFF2-40B4-BE49-F238E27FC236}">
                <a16:creationId xmlns:a16="http://schemas.microsoft.com/office/drawing/2014/main" id="{8C7383CE-FB5F-40A9-A454-6EF24C994AC6}"/>
              </a:ext>
            </a:extLst>
          </p:cNvPr>
          <p:cNvSpPr/>
          <p:nvPr/>
        </p:nvSpPr>
        <p:spPr>
          <a:xfrm>
            <a:off x="6990452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機械情報管理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0" name="正方形/長方形 289">
            <a:extLst>
              <a:ext uri="{FF2B5EF4-FFF2-40B4-BE49-F238E27FC236}">
                <a16:creationId xmlns:a16="http://schemas.microsoft.com/office/drawing/2014/main" id="{B32320EA-89B5-4903-88FC-4CA3CC3C035F}"/>
              </a:ext>
            </a:extLst>
          </p:cNvPr>
          <p:cNvSpPr/>
          <p:nvPr/>
        </p:nvSpPr>
        <p:spPr>
          <a:xfrm>
            <a:off x="8318707" y="59304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品質管理</a:t>
            </a:r>
          </a:p>
        </p:txBody>
      </p:sp>
      <p:sp>
        <p:nvSpPr>
          <p:cNvPr id="291" name="正方形/長方形 290">
            <a:extLst>
              <a:ext uri="{FF2B5EF4-FFF2-40B4-BE49-F238E27FC236}">
                <a16:creationId xmlns:a16="http://schemas.microsoft.com/office/drawing/2014/main" id="{BE2F99A5-8D86-482A-B9BB-CEF04E850154}"/>
              </a:ext>
            </a:extLst>
          </p:cNvPr>
          <p:cNvSpPr/>
          <p:nvPr/>
        </p:nvSpPr>
        <p:spPr>
          <a:xfrm>
            <a:off x="6990452" y="5554184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ナレッジ対応</a:t>
            </a:r>
          </a:p>
        </p:txBody>
      </p:sp>
      <p:cxnSp>
        <p:nvCxnSpPr>
          <p:cNvPr id="510" name="直線矢印コネクタ 509">
            <a:extLst>
              <a:ext uri="{FF2B5EF4-FFF2-40B4-BE49-F238E27FC236}">
                <a16:creationId xmlns:a16="http://schemas.microsoft.com/office/drawing/2014/main" id="{9A4FDC17-8C33-4D40-A52C-0D1CDF00A04A}"/>
              </a:ext>
            </a:extLst>
          </p:cNvPr>
          <p:cNvCxnSpPr>
            <a:cxnSpLocks/>
            <a:stCxn id="246" idx="2"/>
            <a:endCxn id="247" idx="0"/>
          </p:cNvCxnSpPr>
          <p:nvPr/>
        </p:nvCxnSpPr>
        <p:spPr>
          <a:xfrm>
            <a:off x="1488248" y="4062479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6" name="正方形/長方形 405">
            <a:extLst>
              <a:ext uri="{FF2B5EF4-FFF2-40B4-BE49-F238E27FC236}">
                <a16:creationId xmlns:a16="http://schemas.microsoft.com/office/drawing/2014/main" id="{53C0132C-6F1B-48E5-A283-B4D2CA6B1F33}"/>
              </a:ext>
            </a:extLst>
          </p:cNvPr>
          <p:cNvSpPr/>
          <p:nvPr/>
        </p:nvSpPr>
        <p:spPr>
          <a:xfrm>
            <a:off x="9929192" y="4539108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一般会計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単体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2" name="正方形/長方形 411">
            <a:extLst>
              <a:ext uri="{FF2B5EF4-FFF2-40B4-BE49-F238E27FC236}">
                <a16:creationId xmlns:a16="http://schemas.microsoft.com/office/drawing/2014/main" id="{87B6C99D-71B0-4CBB-92BF-F8BA2B5F2559}"/>
              </a:ext>
            </a:extLst>
          </p:cNvPr>
          <p:cNvSpPr/>
          <p:nvPr/>
        </p:nvSpPr>
        <p:spPr>
          <a:xfrm>
            <a:off x="9929192" y="514706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一般会計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連結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3" name="正方形/長方形 412">
            <a:extLst>
              <a:ext uri="{FF2B5EF4-FFF2-40B4-BE49-F238E27FC236}">
                <a16:creationId xmlns:a16="http://schemas.microsoft.com/office/drawing/2014/main" id="{B46AE3FC-D764-4946-9CC3-2C16C1AECB5A}"/>
              </a:ext>
            </a:extLst>
          </p:cNvPr>
          <p:cNvSpPr/>
          <p:nvPr/>
        </p:nvSpPr>
        <p:spPr>
          <a:xfrm>
            <a:off x="9892780" y="3249443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売上・棚卸資産</a:t>
            </a:r>
          </a:p>
        </p:txBody>
      </p:sp>
      <p:sp>
        <p:nvSpPr>
          <p:cNvPr id="465" name="正方形/長方形 464">
            <a:extLst>
              <a:ext uri="{FF2B5EF4-FFF2-40B4-BE49-F238E27FC236}">
                <a16:creationId xmlns:a16="http://schemas.microsoft.com/office/drawing/2014/main" id="{E5D57477-5161-4CF8-80E6-EBB648795ABA}"/>
              </a:ext>
            </a:extLst>
          </p:cNvPr>
          <p:cNvSpPr/>
          <p:nvPr/>
        </p:nvSpPr>
        <p:spPr>
          <a:xfrm>
            <a:off x="11180341" y="386160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計画・立案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管理会計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4" name="正方形/長方形 503">
            <a:extLst>
              <a:ext uri="{FF2B5EF4-FFF2-40B4-BE49-F238E27FC236}">
                <a16:creationId xmlns:a16="http://schemas.microsoft.com/office/drawing/2014/main" id="{7B82E3B4-2D90-425E-9882-865894D07837}"/>
              </a:ext>
            </a:extLst>
          </p:cNvPr>
          <p:cNvSpPr/>
          <p:nvPr/>
        </p:nvSpPr>
        <p:spPr>
          <a:xfrm>
            <a:off x="11201999" y="513571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連結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PSI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cxnSp>
        <p:nvCxnSpPr>
          <p:cNvPr id="552" name="直線矢印コネクタ 551">
            <a:extLst>
              <a:ext uri="{FF2B5EF4-FFF2-40B4-BE49-F238E27FC236}">
                <a16:creationId xmlns:a16="http://schemas.microsoft.com/office/drawing/2014/main" id="{315F52CE-00D5-4D51-A698-4079B178F4D1}"/>
              </a:ext>
            </a:extLst>
          </p:cNvPr>
          <p:cNvCxnSpPr>
            <a:cxnSpLocks/>
            <a:stCxn id="315" idx="3"/>
            <a:endCxn id="314" idx="1"/>
          </p:cNvCxnSpPr>
          <p:nvPr/>
        </p:nvCxnSpPr>
        <p:spPr>
          <a:xfrm>
            <a:off x="6780928" y="1720704"/>
            <a:ext cx="221687" cy="424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0" name="四角形: 角を丸くする 629">
            <a:extLst>
              <a:ext uri="{FF2B5EF4-FFF2-40B4-BE49-F238E27FC236}">
                <a16:creationId xmlns:a16="http://schemas.microsoft.com/office/drawing/2014/main" id="{E9EFB2CC-3EA2-43E0-B202-DA941AD5F547}"/>
              </a:ext>
            </a:extLst>
          </p:cNvPr>
          <p:cNvSpPr/>
          <p:nvPr/>
        </p:nvSpPr>
        <p:spPr>
          <a:xfrm>
            <a:off x="761142" y="3610209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3" name="正方形/長方形 742">
            <a:extLst>
              <a:ext uri="{FF2B5EF4-FFF2-40B4-BE49-F238E27FC236}">
                <a16:creationId xmlns:a16="http://schemas.microsoft.com/office/drawing/2014/main" id="{DCC34A0F-0640-4B20-A761-BC81228C2AED}"/>
              </a:ext>
            </a:extLst>
          </p:cNvPr>
          <p:cNvSpPr/>
          <p:nvPr/>
        </p:nvSpPr>
        <p:spPr>
          <a:xfrm>
            <a:off x="-3392288" y="3864664"/>
            <a:ext cx="3240000" cy="936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タイムリーな情報提供による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向上：⑨⑪⑫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情報共有・集約による需要予測の精度向上・業務の迅速化：③⑫</a:t>
            </a: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標準化・自動化による業務削減・業務品質向上：㉞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04" name="正方形/長方形 403">
            <a:extLst>
              <a:ext uri="{FF2B5EF4-FFF2-40B4-BE49-F238E27FC236}">
                <a16:creationId xmlns:a16="http://schemas.microsoft.com/office/drawing/2014/main" id="{D5444E08-DA5F-43FD-9588-F3688C5310DE}"/>
              </a:ext>
            </a:extLst>
          </p:cNvPr>
          <p:cNvSpPr/>
          <p:nvPr/>
        </p:nvSpPr>
        <p:spPr>
          <a:xfrm>
            <a:off x="-3392288" y="7105016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~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提供までは、ソリューションの強化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パートナーを活用したソリューションの販売強化：②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料金計算、アサインは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向上及び効率化</a:t>
            </a:r>
          </a:p>
        </p:txBody>
      </p:sp>
      <p:sp>
        <p:nvSpPr>
          <p:cNvPr id="420" name="正方形/長方形 419">
            <a:extLst>
              <a:ext uri="{FF2B5EF4-FFF2-40B4-BE49-F238E27FC236}">
                <a16:creationId xmlns:a16="http://schemas.microsoft.com/office/drawing/2014/main" id="{7E0385DC-395A-40B7-BC23-59DA1458DFC4}"/>
              </a:ext>
            </a:extLst>
          </p:cNvPr>
          <p:cNvSpPr/>
          <p:nvPr/>
        </p:nvSpPr>
        <p:spPr>
          <a:xfrm>
            <a:off x="-3392288" y="8113048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情報共有による問い合わせ対応の効率化、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1" name="正方形/長方形 420">
            <a:extLst>
              <a:ext uri="{FF2B5EF4-FFF2-40B4-BE49-F238E27FC236}">
                <a16:creationId xmlns:a16="http://schemas.microsoft.com/office/drawing/2014/main" id="{30D6393C-430C-4C17-A8BB-BACD010E217D}"/>
              </a:ext>
            </a:extLst>
          </p:cNvPr>
          <p:cNvSpPr/>
          <p:nvPr/>
        </p:nvSpPr>
        <p:spPr>
          <a:xfrm>
            <a:off x="-3392288" y="6096824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作業の効率化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消耗品などの需給管理の高度化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情報共有による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の向上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特約店作業の品質担保：①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1" name="正方形/長方形 750">
            <a:extLst>
              <a:ext uri="{FF2B5EF4-FFF2-40B4-BE49-F238E27FC236}">
                <a16:creationId xmlns:a16="http://schemas.microsoft.com/office/drawing/2014/main" id="{870EE602-8734-43DD-8122-664CCE764A07}"/>
              </a:ext>
            </a:extLst>
          </p:cNvPr>
          <p:cNvSpPr/>
          <p:nvPr/>
        </p:nvSpPr>
        <p:spPr>
          <a:xfrm>
            <a:off x="-3391928" y="1488288"/>
            <a:ext cx="3240000" cy="1133393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【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戦略策定～セリング・納期確認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】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（営業活動系）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代販チャネルへの情報共有・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AI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による販売促進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タイムリーな情報提供による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【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契約書作成～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】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（販売事務系）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自動化・情報共有・ルールの見直しによる業務効率化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5" name="正方形/長方形 424">
            <a:extLst>
              <a:ext uri="{FF2B5EF4-FFF2-40B4-BE49-F238E27FC236}">
                <a16:creationId xmlns:a16="http://schemas.microsoft.com/office/drawing/2014/main" id="{3F444CE7-0375-44A6-9DF6-6931620233B2}"/>
              </a:ext>
            </a:extLst>
          </p:cNvPr>
          <p:cNvSpPr/>
          <p:nvPr/>
        </p:nvSpPr>
        <p:spPr>
          <a:xfrm>
            <a:off x="-3392288" y="5088688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自動化による業務効率化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2" name="正方形/長方形 751">
            <a:extLst>
              <a:ext uri="{FF2B5EF4-FFF2-40B4-BE49-F238E27FC236}">
                <a16:creationId xmlns:a16="http://schemas.microsoft.com/office/drawing/2014/main" id="{D6C12468-4506-4786-8D7E-944C140C0D55}"/>
              </a:ext>
            </a:extLst>
          </p:cNvPr>
          <p:cNvSpPr/>
          <p:nvPr/>
        </p:nvSpPr>
        <p:spPr>
          <a:xfrm>
            <a:off x="-3392288" y="2856520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需要情報共有による生産計画の向上：⑫</a:t>
            </a: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戦略的在庫保有により需給機能を生産側へ統合：⑬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56" name="タイトル 7">
            <a:extLst>
              <a:ext uri="{FF2B5EF4-FFF2-40B4-BE49-F238E27FC236}">
                <a16:creationId xmlns:a16="http://schemas.microsoft.com/office/drawing/2014/main" id="{6D304BF6-0A04-4972-A428-753B70EA285B}"/>
              </a:ext>
            </a:extLst>
          </p:cNvPr>
          <p:cNvSpPr txBox="1">
            <a:spLocks/>
          </p:cNvSpPr>
          <p:nvPr/>
        </p:nvSpPr>
        <p:spPr>
          <a:xfrm>
            <a:off x="628467" y="135475"/>
            <a:ext cx="8938159" cy="562000"/>
          </a:xfrm>
          <a:prstGeom prst="rect">
            <a:avLst/>
          </a:prstGeom>
        </p:spPr>
        <p:txBody>
          <a:bodyPr vert="horz" lIns="0" tIns="0" rIns="0" bIns="14400" rtlCol="0" anchor="ctr" anchorCtr="0">
            <a:noAutofit/>
          </a:bodyPr>
          <a:lstStyle>
            <a:lvl1pPr algn="l" defTabSz="6649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1" sz="3103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中地図</a:t>
            </a:r>
            <a:endParaRPr lang="ja-JP" altLang="en-US" sz="2400" b="1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31" name="四角形: 角を丸くする 430">
            <a:extLst>
              <a:ext uri="{FF2B5EF4-FFF2-40B4-BE49-F238E27FC236}">
                <a16:creationId xmlns:a16="http://schemas.microsoft.com/office/drawing/2014/main" id="{459551E5-905B-4C59-9EC3-5E2C963FB782}"/>
              </a:ext>
            </a:extLst>
          </p:cNvPr>
          <p:cNvSpPr/>
          <p:nvPr/>
        </p:nvSpPr>
        <p:spPr>
          <a:xfrm>
            <a:off x="-3320280" y="1344296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営業・営業支援</a:t>
            </a:r>
          </a:p>
        </p:txBody>
      </p:sp>
      <p:sp>
        <p:nvSpPr>
          <p:cNvPr id="432" name="四角形: 角を丸くする 431">
            <a:extLst>
              <a:ext uri="{FF2B5EF4-FFF2-40B4-BE49-F238E27FC236}">
                <a16:creationId xmlns:a16="http://schemas.microsoft.com/office/drawing/2014/main" id="{47A561C6-56D9-4C56-B86C-DC17388AA98C}"/>
              </a:ext>
            </a:extLst>
          </p:cNvPr>
          <p:cNvSpPr/>
          <p:nvPr/>
        </p:nvSpPr>
        <p:spPr>
          <a:xfrm>
            <a:off x="-3320280" y="2712528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製造</a:t>
            </a:r>
          </a:p>
        </p:txBody>
      </p:sp>
      <p:sp>
        <p:nvSpPr>
          <p:cNvPr id="434" name="四角形: 角を丸くする 433">
            <a:extLst>
              <a:ext uri="{FF2B5EF4-FFF2-40B4-BE49-F238E27FC236}">
                <a16:creationId xmlns:a16="http://schemas.microsoft.com/office/drawing/2014/main" id="{C5B5E240-18E5-44E5-BE51-4FE579FADE87}"/>
              </a:ext>
            </a:extLst>
          </p:cNvPr>
          <p:cNvSpPr/>
          <p:nvPr/>
        </p:nvSpPr>
        <p:spPr>
          <a:xfrm>
            <a:off x="-3320280" y="3720560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需給・物流</a:t>
            </a:r>
          </a:p>
        </p:txBody>
      </p:sp>
      <p:sp>
        <p:nvSpPr>
          <p:cNvPr id="435" name="四角形: 角を丸くする 434">
            <a:extLst>
              <a:ext uri="{FF2B5EF4-FFF2-40B4-BE49-F238E27FC236}">
                <a16:creationId xmlns:a16="http://schemas.microsoft.com/office/drawing/2014/main" id="{0A84015A-B747-4D6E-AD37-AD0DE5FA7B1C}"/>
              </a:ext>
            </a:extLst>
          </p:cNvPr>
          <p:cNvSpPr/>
          <p:nvPr/>
        </p:nvSpPr>
        <p:spPr>
          <a:xfrm>
            <a:off x="-3320280" y="4944672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購買</a:t>
            </a:r>
          </a:p>
        </p:txBody>
      </p:sp>
      <p:sp>
        <p:nvSpPr>
          <p:cNvPr id="437" name="四角形: 角を丸くする 436">
            <a:extLst>
              <a:ext uri="{FF2B5EF4-FFF2-40B4-BE49-F238E27FC236}">
                <a16:creationId xmlns:a16="http://schemas.microsoft.com/office/drawing/2014/main" id="{F1D9CDF0-B179-4C88-AD59-0ED5FA9452C5}"/>
              </a:ext>
            </a:extLst>
          </p:cNvPr>
          <p:cNvSpPr/>
          <p:nvPr/>
        </p:nvSpPr>
        <p:spPr>
          <a:xfrm>
            <a:off x="-3320280" y="5952808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</a:p>
        </p:txBody>
      </p:sp>
      <p:sp>
        <p:nvSpPr>
          <p:cNvPr id="438" name="四角形: 角を丸くする 437">
            <a:extLst>
              <a:ext uri="{FF2B5EF4-FFF2-40B4-BE49-F238E27FC236}">
                <a16:creationId xmlns:a16="http://schemas.microsoft.com/office/drawing/2014/main" id="{FC136869-BC14-4051-B5E7-9A654505CBE1}"/>
              </a:ext>
            </a:extLst>
          </p:cNvPr>
          <p:cNvSpPr/>
          <p:nvPr/>
        </p:nvSpPr>
        <p:spPr>
          <a:xfrm>
            <a:off x="-3320280" y="6960920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ソリューション・サービス</a:t>
            </a:r>
          </a:p>
        </p:txBody>
      </p:sp>
      <p:sp>
        <p:nvSpPr>
          <p:cNvPr id="440" name="四角形: 角を丸くする 439">
            <a:extLst>
              <a:ext uri="{FF2B5EF4-FFF2-40B4-BE49-F238E27FC236}">
                <a16:creationId xmlns:a16="http://schemas.microsoft.com/office/drawing/2014/main" id="{A800A681-F3A9-4526-B8FB-6FE4039BE7A6}"/>
              </a:ext>
            </a:extLst>
          </p:cNvPr>
          <p:cNvSpPr/>
          <p:nvPr/>
        </p:nvSpPr>
        <p:spPr>
          <a:xfrm>
            <a:off x="-3320280" y="7969032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顧客管理</a:t>
            </a:r>
          </a:p>
        </p:txBody>
      </p:sp>
      <p:sp>
        <p:nvSpPr>
          <p:cNvPr id="351" name="四角形: 角を丸くする 350">
            <a:extLst>
              <a:ext uri="{FF2B5EF4-FFF2-40B4-BE49-F238E27FC236}">
                <a16:creationId xmlns:a16="http://schemas.microsoft.com/office/drawing/2014/main" id="{17AA7426-F7DB-46E8-8B61-852E9D2C4F38}"/>
              </a:ext>
            </a:extLst>
          </p:cNvPr>
          <p:cNvSpPr/>
          <p:nvPr/>
        </p:nvSpPr>
        <p:spPr>
          <a:xfrm>
            <a:off x="761142" y="3682209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91" name="四角形: 角を丸くする 390">
            <a:extLst>
              <a:ext uri="{FF2B5EF4-FFF2-40B4-BE49-F238E27FC236}">
                <a16:creationId xmlns:a16="http://schemas.microsoft.com/office/drawing/2014/main" id="{D1565226-7559-4044-8D3C-9636451C8722}"/>
              </a:ext>
            </a:extLst>
          </p:cNvPr>
          <p:cNvSpPr/>
          <p:nvPr/>
        </p:nvSpPr>
        <p:spPr>
          <a:xfrm>
            <a:off x="991620" y="3610209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3-6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05" name="四角形: 角を丸くする 404">
            <a:extLst>
              <a:ext uri="{FF2B5EF4-FFF2-40B4-BE49-F238E27FC236}">
                <a16:creationId xmlns:a16="http://schemas.microsoft.com/office/drawing/2014/main" id="{B17FA750-A3C2-4A32-9CFE-44B2B3096635}"/>
              </a:ext>
            </a:extLst>
          </p:cNvPr>
          <p:cNvSpPr/>
          <p:nvPr/>
        </p:nvSpPr>
        <p:spPr>
          <a:xfrm>
            <a:off x="991620" y="3682209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3-8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5" name="四角形: 角を丸くする 414">
            <a:extLst>
              <a:ext uri="{FF2B5EF4-FFF2-40B4-BE49-F238E27FC236}">
                <a16:creationId xmlns:a16="http://schemas.microsoft.com/office/drawing/2014/main" id="{E379368F-EE54-49DA-B80A-2351FF1FB196}"/>
              </a:ext>
            </a:extLst>
          </p:cNvPr>
          <p:cNvSpPr/>
          <p:nvPr/>
        </p:nvSpPr>
        <p:spPr>
          <a:xfrm>
            <a:off x="1220122" y="3610209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4-1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2" name="四角形: 角を丸くする 421">
            <a:extLst>
              <a:ext uri="{FF2B5EF4-FFF2-40B4-BE49-F238E27FC236}">
                <a16:creationId xmlns:a16="http://schemas.microsoft.com/office/drawing/2014/main" id="{4424E4E4-A8DB-40D2-ABF7-572E0E0A3898}"/>
              </a:ext>
            </a:extLst>
          </p:cNvPr>
          <p:cNvSpPr/>
          <p:nvPr/>
        </p:nvSpPr>
        <p:spPr>
          <a:xfrm>
            <a:off x="1448624" y="3610209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29-1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7" name="四角形: 角を丸くする 426">
            <a:extLst>
              <a:ext uri="{FF2B5EF4-FFF2-40B4-BE49-F238E27FC236}">
                <a16:creationId xmlns:a16="http://schemas.microsoft.com/office/drawing/2014/main" id="{C7AE2614-F297-4D3B-8D31-1D6C10F6E5D6}"/>
              </a:ext>
            </a:extLst>
          </p:cNvPr>
          <p:cNvSpPr/>
          <p:nvPr/>
        </p:nvSpPr>
        <p:spPr>
          <a:xfrm>
            <a:off x="1448624" y="3682209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29-3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8" name="四角形: 角を丸くする 427">
            <a:extLst>
              <a:ext uri="{FF2B5EF4-FFF2-40B4-BE49-F238E27FC236}">
                <a16:creationId xmlns:a16="http://schemas.microsoft.com/office/drawing/2014/main" id="{B3DBCF51-9B37-4B5B-B37A-7F9C168AB83E}"/>
              </a:ext>
            </a:extLst>
          </p:cNvPr>
          <p:cNvSpPr/>
          <p:nvPr/>
        </p:nvSpPr>
        <p:spPr>
          <a:xfrm>
            <a:off x="1674206" y="3610209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31-1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36" name="四角形: 角を丸くする 435">
            <a:extLst>
              <a:ext uri="{FF2B5EF4-FFF2-40B4-BE49-F238E27FC236}">
                <a16:creationId xmlns:a16="http://schemas.microsoft.com/office/drawing/2014/main" id="{D1437C07-303F-4C07-A03A-05D563612FF6}"/>
              </a:ext>
            </a:extLst>
          </p:cNvPr>
          <p:cNvSpPr/>
          <p:nvPr/>
        </p:nvSpPr>
        <p:spPr>
          <a:xfrm>
            <a:off x="1902708" y="4185518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32-1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39" name="四角形: 角を丸くする 438">
            <a:extLst>
              <a:ext uri="{FF2B5EF4-FFF2-40B4-BE49-F238E27FC236}">
                <a16:creationId xmlns:a16="http://schemas.microsoft.com/office/drawing/2014/main" id="{B88853C8-7653-42E1-B2A3-6427C9DBF52D}"/>
              </a:ext>
            </a:extLst>
          </p:cNvPr>
          <p:cNvSpPr/>
          <p:nvPr/>
        </p:nvSpPr>
        <p:spPr>
          <a:xfrm>
            <a:off x="1902708" y="4257518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32-3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1" name="四角形: 角を丸くする 440">
            <a:extLst>
              <a:ext uri="{FF2B5EF4-FFF2-40B4-BE49-F238E27FC236}">
                <a16:creationId xmlns:a16="http://schemas.microsoft.com/office/drawing/2014/main" id="{0E3E5661-890A-4C1D-9057-27E1DD3EF32E}"/>
              </a:ext>
            </a:extLst>
          </p:cNvPr>
          <p:cNvSpPr/>
          <p:nvPr/>
        </p:nvSpPr>
        <p:spPr>
          <a:xfrm>
            <a:off x="1902708" y="4347503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33-1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2" name="四角形: 角を丸くする 441">
            <a:extLst>
              <a:ext uri="{FF2B5EF4-FFF2-40B4-BE49-F238E27FC236}">
                <a16:creationId xmlns:a16="http://schemas.microsoft.com/office/drawing/2014/main" id="{0C735B14-AAE8-4EB5-8657-D2CA79CBD2F7}"/>
              </a:ext>
            </a:extLst>
          </p:cNvPr>
          <p:cNvSpPr/>
          <p:nvPr/>
        </p:nvSpPr>
        <p:spPr>
          <a:xfrm>
            <a:off x="1902708" y="4419503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33-2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3" name="四角形: 角を丸くする 442">
            <a:extLst>
              <a:ext uri="{FF2B5EF4-FFF2-40B4-BE49-F238E27FC236}">
                <a16:creationId xmlns:a16="http://schemas.microsoft.com/office/drawing/2014/main" id="{29622D1A-4B76-42C6-A098-4B25D40DBB20}"/>
              </a:ext>
            </a:extLst>
          </p:cNvPr>
          <p:cNvSpPr/>
          <p:nvPr/>
        </p:nvSpPr>
        <p:spPr>
          <a:xfrm>
            <a:off x="761142" y="4089589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4" name="四角形: 角を丸くする 443">
            <a:extLst>
              <a:ext uri="{FF2B5EF4-FFF2-40B4-BE49-F238E27FC236}">
                <a16:creationId xmlns:a16="http://schemas.microsoft.com/office/drawing/2014/main" id="{7613EF4D-A2DB-4155-8CDA-15950D0D8B54}"/>
              </a:ext>
            </a:extLst>
          </p:cNvPr>
          <p:cNvSpPr/>
          <p:nvPr/>
        </p:nvSpPr>
        <p:spPr>
          <a:xfrm>
            <a:off x="991620" y="4089589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5" name="四角形: 角を丸くする 444">
            <a:extLst>
              <a:ext uri="{FF2B5EF4-FFF2-40B4-BE49-F238E27FC236}">
                <a16:creationId xmlns:a16="http://schemas.microsoft.com/office/drawing/2014/main" id="{A662DA88-3711-4526-AEA5-82511B542DB1}"/>
              </a:ext>
            </a:extLst>
          </p:cNvPr>
          <p:cNvSpPr/>
          <p:nvPr/>
        </p:nvSpPr>
        <p:spPr>
          <a:xfrm>
            <a:off x="1220122" y="4089589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3-6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6" name="四角形: 角を丸くする 445">
            <a:extLst>
              <a:ext uri="{FF2B5EF4-FFF2-40B4-BE49-F238E27FC236}">
                <a16:creationId xmlns:a16="http://schemas.microsoft.com/office/drawing/2014/main" id="{8D86815D-075A-45D2-86CC-A5C3595E57E2}"/>
              </a:ext>
            </a:extLst>
          </p:cNvPr>
          <p:cNvSpPr/>
          <p:nvPr/>
        </p:nvSpPr>
        <p:spPr>
          <a:xfrm>
            <a:off x="1448624" y="4089589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4-1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1" name="四角形: 角を丸くする 450">
            <a:extLst>
              <a:ext uri="{FF2B5EF4-FFF2-40B4-BE49-F238E27FC236}">
                <a16:creationId xmlns:a16="http://schemas.microsoft.com/office/drawing/2014/main" id="{21C62D73-6D0B-4369-B1A7-D04B11DD7828}"/>
              </a:ext>
            </a:extLst>
          </p:cNvPr>
          <p:cNvSpPr/>
          <p:nvPr/>
        </p:nvSpPr>
        <p:spPr>
          <a:xfrm>
            <a:off x="1674206" y="4089589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29-1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2" name="四角形: 角を丸くする 451">
            <a:extLst>
              <a:ext uri="{FF2B5EF4-FFF2-40B4-BE49-F238E27FC236}">
                <a16:creationId xmlns:a16="http://schemas.microsoft.com/office/drawing/2014/main" id="{90E183E0-9B85-4A0E-8CFF-4051E3608E5E}"/>
              </a:ext>
            </a:extLst>
          </p:cNvPr>
          <p:cNvSpPr/>
          <p:nvPr/>
        </p:nvSpPr>
        <p:spPr>
          <a:xfrm>
            <a:off x="1902708" y="4089589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31-1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3" name="四角形: 角を丸くする 452">
            <a:extLst>
              <a:ext uri="{FF2B5EF4-FFF2-40B4-BE49-F238E27FC236}">
                <a16:creationId xmlns:a16="http://schemas.microsoft.com/office/drawing/2014/main" id="{7EFF0630-2265-46F1-A338-5153E374D6F4}"/>
              </a:ext>
            </a:extLst>
          </p:cNvPr>
          <p:cNvSpPr/>
          <p:nvPr/>
        </p:nvSpPr>
        <p:spPr>
          <a:xfrm>
            <a:off x="991620" y="4161589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4" name="四角形: 角を丸くする 453">
            <a:extLst>
              <a:ext uri="{FF2B5EF4-FFF2-40B4-BE49-F238E27FC236}">
                <a16:creationId xmlns:a16="http://schemas.microsoft.com/office/drawing/2014/main" id="{A33B5B4B-F927-435E-A623-E6D8C390B011}"/>
              </a:ext>
            </a:extLst>
          </p:cNvPr>
          <p:cNvSpPr/>
          <p:nvPr/>
        </p:nvSpPr>
        <p:spPr>
          <a:xfrm>
            <a:off x="1220122" y="4161589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3-8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6" name="四角形: 角を丸くする 455">
            <a:extLst>
              <a:ext uri="{FF2B5EF4-FFF2-40B4-BE49-F238E27FC236}">
                <a16:creationId xmlns:a16="http://schemas.microsoft.com/office/drawing/2014/main" id="{04FCAC4D-F480-46F3-A54D-E3410F0E2642}"/>
              </a:ext>
            </a:extLst>
          </p:cNvPr>
          <p:cNvSpPr/>
          <p:nvPr/>
        </p:nvSpPr>
        <p:spPr>
          <a:xfrm>
            <a:off x="1674206" y="4161589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29-3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38" name="四角形: 角を丸くする 537">
            <a:extLst>
              <a:ext uri="{FF2B5EF4-FFF2-40B4-BE49-F238E27FC236}">
                <a16:creationId xmlns:a16="http://schemas.microsoft.com/office/drawing/2014/main" id="{2618ADE6-74D7-4505-BF27-026911C64ABE}"/>
              </a:ext>
            </a:extLst>
          </p:cNvPr>
          <p:cNvSpPr/>
          <p:nvPr/>
        </p:nvSpPr>
        <p:spPr>
          <a:xfrm>
            <a:off x="761142" y="599822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0" name="四角形: 角を丸くする 539">
            <a:extLst>
              <a:ext uri="{FF2B5EF4-FFF2-40B4-BE49-F238E27FC236}">
                <a16:creationId xmlns:a16="http://schemas.microsoft.com/office/drawing/2014/main" id="{FD9D5AAE-ED4E-4409-9D8A-0D7A74594B81}"/>
              </a:ext>
            </a:extLst>
          </p:cNvPr>
          <p:cNvSpPr/>
          <p:nvPr/>
        </p:nvSpPr>
        <p:spPr>
          <a:xfrm>
            <a:off x="991620" y="599822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5-6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2" name="四角形: 角を丸くする 541">
            <a:extLst>
              <a:ext uri="{FF2B5EF4-FFF2-40B4-BE49-F238E27FC236}">
                <a16:creationId xmlns:a16="http://schemas.microsoft.com/office/drawing/2014/main" id="{85A90072-71EE-4C97-BB14-9E7EA54B97BB}"/>
              </a:ext>
            </a:extLst>
          </p:cNvPr>
          <p:cNvSpPr/>
          <p:nvPr/>
        </p:nvSpPr>
        <p:spPr>
          <a:xfrm>
            <a:off x="1220122" y="599822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21-1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3" name="四角形: 角を丸くする 542">
            <a:extLst>
              <a:ext uri="{FF2B5EF4-FFF2-40B4-BE49-F238E27FC236}">
                <a16:creationId xmlns:a16="http://schemas.microsoft.com/office/drawing/2014/main" id="{854B7EBB-6210-4683-AAB9-6E98681261E6}"/>
              </a:ext>
            </a:extLst>
          </p:cNvPr>
          <p:cNvSpPr/>
          <p:nvPr/>
        </p:nvSpPr>
        <p:spPr>
          <a:xfrm>
            <a:off x="1448624" y="599822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32-3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4" name="四角形: 角を丸くする 543">
            <a:extLst>
              <a:ext uri="{FF2B5EF4-FFF2-40B4-BE49-F238E27FC236}">
                <a16:creationId xmlns:a16="http://schemas.microsoft.com/office/drawing/2014/main" id="{7DEB249B-861B-4EDF-BDF2-A7185452538D}"/>
              </a:ext>
            </a:extLst>
          </p:cNvPr>
          <p:cNvSpPr/>
          <p:nvPr/>
        </p:nvSpPr>
        <p:spPr>
          <a:xfrm>
            <a:off x="1220122" y="607022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21-2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5" name="四角形: 角を丸くする 544">
            <a:extLst>
              <a:ext uri="{FF2B5EF4-FFF2-40B4-BE49-F238E27FC236}">
                <a16:creationId xmlns:a16="http://schemas.microsoft.com/office/drawing/2014/main" id="{1FE23EEC-998B-4FCD-8955-9FA8300BA338}"/>
              </a:ext>
            </a:extLst>
          </p:cNvPr>
          <p:cNvSpPr/>
          <p:nvPr/>
        </p:nvSpPr>
        <p:spPr>
          <a:xfrm>
            <a:off x="1220122" y="614222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21-3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6" name="四角形: 角を丸くする 545">
            <a:extLst>
              <a:ext uri="{FF2B5EF4-FFF2-40B4-BE49-F238E27FC236}">
                <a16:creationId xmlns:a16="http://schemas.microsoft.com/office/drawing/2014/main" id="{1DC3CD9B-B7C4-4D33-8C5C-C7C2BD0CE0EF}"/>
              </a:ext>
            </a:extLst>
          </p:cNvPr>
          <p:cNvSpPr/>
          <p:nvPr/>
        </p:nvSpPr>
        <p:spPr>
          <a:xfrm>
            <a:off x="1677126" y="599822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33-3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7" name="四角形: 角を丸くする 546">
            <a:extLst>
              <a:ext uri="{FF2B5EF4-FFF2-40B4-BE49-F238E27FC236}">
                <a16:creationId xmlns:a16="http://schemas.microsoft.com/office/drawing/2014/main" id="{4C50F26D-8A8F-4063-8C99-7B6B9A7B09D0}"/>
              </a:ext>
            </a:extLst>
          </p:cNvPr>
          <p:cNvSpPr/>
          <p:nvPr/>
        </p:nvSpPr>
        <p:spPr>
          <a:xfrm>
            <a:off x="761142" y="647833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9" name="四角形: 角を丸くする 548">
            <a:extLst>
              <a:ext uri="{FF2B5EF4-FFF2-40B4-BE49-F238E27FC236}">
                <a16:creationId xmlns:a16="http://schemas.microsoft.com/office/drawing/2014/main" id="{4D5C1B4A-944A-43E1-A264-1BE852CEE4D0}"/>
              </a:ext>
            </a:extLst>
          </p:cNvPr>
          <p:cNvSpPr/>
          <p:nvPr/>
        </p:nvSpPr>
        <p:spPr>
          <a:xfrm>
            <a:off x="991620" y="647833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5-6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0" name="四角形: 角を丸くする 549">
            <a:extLst>
              <a:ext uri="{FF2B5EF4-FFF2-40B4-BE49-F238E27FC236}">
                <a16:creationId xmlns:a16="http://schemas.microsoft.com/office/drawing/2014/main" id="{AE360D32-BD44-4348-AB9C-440026B50822}"/>
              </a:ext>
            </a:extLst>
          </p:cNvPr>
          <p:cNvSpPr/>
          <p:nvPr/>
        </p:nvSpPr>
        <p:spPr>
          <a:xfrm>
            <a:off x="1220122" y="647833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21-1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1" name="四角形: 角を丸くする 550">
            <a:extLst>
              <a:ext uri="{FF2B5EF4-FFF2-40B4-BE49-F238E27FC236}">
                <a16:creationId xmlns:a16="http://schemas.microsoft.com/office/drawing/2014/main" id="{4336311C-9F9B-4B15-A546-40C1226957ED}"/>
              </a:ext>
            </a:extLst>
          </p:cNvPr>
          <p:cNvSpPr/>
          <p:nvPr/>
        </p:nvSpPr>
        <p:spPr>
          <a:xfrm>
            <a:off x="1448624" y="647833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32-3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3" name="四角形: 角を丸くする 552">
            <a:extLst>
              <a:ext uri="{FF2B5EF4-FFF2-40B4-BE49-F238E27FC236}">
                <a16:creationId xmlns:a16="http://schemas.microsoft.com/office/drawing/2014/main" id="{17BA6BF0-349D-412E-9478-5E486CED4468}"/>
              </a:ext>
            </a:extLst>
          </p:cNvPr>
          <p:cNvSpPr/>
          <p:nvPr/>
        </p:nvSpPr>
        <p:spPr>
          <a:xfrm>
            <a:off x="1220122" y="655033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21-2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4" name="四角形: 角を丸くする 553">
            <a:extLst>
              <a:ext uri="{FF2B5EF4-FFF2-40B4-BE49-F238E27FC236}">
                <a16:creationId xmlns:a16="http://schemas.microsoft.com/office/drawing/2014/main" id="{06B28185-3E62-4145-BD1B-A454D7CEEC4B}"/>
              </a:ext>
            </a:extLst>
          </p:cNvPr>
          <p:cNvSpPr/>
          <p:nvPr/>
        </p:nvSpPr>
        <p:spPr>
          <a:xfrm>
            <a:off x="1220122" y="662233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21-3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5" name="四角形: 角を丸くする 554">
            <a:extLst>
              <a:ext uri="{FF2B5EF4-FFF2-40B4-BE49-F238E27FC236}">
                <a16:creationId xmlns:a16="http://schemas.microsoft.com/office/drawing/2014/main" id="{BFA07098-0BDD-4209-9122-91648F4AADD4}"/>
              </a:ext>
            </a:extLst>
          </p:cNvPr>
          <p:cNvSpPr/>
          <p:nvPr/>
        </p:nvSpPr>
        <p:spPr>
          <a:xfrm>
            <a:off x="1677126" y="647833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33-3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6" name="四角形: 角を丸くする 555">
            <a:extLst>
              <a:ext uri="{FF2B5EF4-FFF2-40B4-BE49-F238E27FC236}">
                <a16:creationId xmlns:a16="http://schemas.microsoft.com/office/drawing/2014/main" id="{C4574AEE-C3E8-4FC0-8998-293D8EF142E1}"/>
              </a:ext>
            </a:extLst>
          </p:cNvPr>
          <p:cNvSpPr/>
          <p:nvPr/>
        </p:nvSpPr>
        <p:spPr>
          <a:xfrm>
            <a:off x="1905628" y="647833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34-4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9" name="四角形: 角を丸くする 558">
            <a:extLst>
              <a:ext uri="{FF2B5EF4-FFF2-40B4-BE49-F238E27FC236}">
                <a16:creationId xmlns:a16="http://schemas.microsoft.com/office/drawing/2014/main" id="{244E4BD3-DDBA-4B2C-B5E4-9815BD0B9D0D}"/>
              </a:ext>
            </a:extLst>
          </p:cNvPr>
          <p:cNvSpPr/>
          <p:nvPr/>
        </p:nvSpPr>
        <p:spPr>
          <a:xfrm>
            <a:off x="761142" y="696230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5-1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0" name="四角形: 角を丸くする 559">
            <a:extLst>
              <a:ext uri="{FF2B5EF4-FFF2-40B4-BE49-F238E27FC236}">
                <a16:creationId xmlns:a16="http://schemas.microsoft.com/office/drawing/2014/main" id="{1281B1DF-4090-4055-8052-1776D511ABC2}"/>
              </a:ext>
            </a:extLst>
          </p:cNvPr>
          <p:cNvSpPr/>
          <p:nvPr/>
        </p:nvSpPr>
        <p:spPr>
          <a:xfrm>
            <a:off x="991620" y="696230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32-3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1" name="四角形: 角を丸くする 560">
            <a:extLst>
              <a:ext uri="{FF2B5EF4-FFF2-40B4-BE49-F238E27FC236}">
                <a16:creationId xmlns:a16="http://schemas.microsoft.com/office/drawing/2014/main" id="{B2D555BD-F57D-4533-938B-E00239A16BFE}"/>
              </a:ext>
            </a:extLst>
          </p:cNvPr>
          <p:cNvSpPr/>
          <p:nvPr/>
        </p:nvSpPr>
        <p:spPr>
          <a:xfrm>
            <a:off x="1220122" y="696230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33-3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2" name="四角形: 角を丸くする 561">
            <a:extLst>
              <a:ext uri="{FF2B5EF4-FFF2-40B4-BE49-F238E27FC236}">
                <a16:creationId xmlns:a16="http://schemas.microsoft.com/office/drawing/2014/main" id="{AF2EDABF-A264-4443-940C-20AE1E436BC2}"/>
              </a:ext>
            </a:extLst>
          </p:cNvPr>
          <p:cNvSpPr/>
          <p:nvPr/>
        </p:nvSpPr>
        <p:spPr>
          <a:xfrm>
            <a:off x="1448624" y="696230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34-7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4" name="四角形: 角を丸くする 563">
            <a:extLst>
              <a:ext uri="{FF2B5EF4-FFF2-40B4-BE49-F238E27FC236}">
                <a16:creationId xmlns:a16="http://schemas.microsoft.com/office/drawing/2014/main" id="{3295C26E-D89A-4553-ACFE-C661F158FC56}"/>
              </a:ext>
            </a:extLst>
          </p:cNvPr>
          <p:cNvSpPr/>
          <p:nvPr/>
        </p:nvSpPr>
        <p:spPr>
          <a:xfrm>
            <a:off x="761142" y="703430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5-2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6" name="四角形: 角を丸くする 565">
            <a:extLst>
              <a:ext uri="{FF2B5EF4-FFF2-40B4-BE49-F238E27FC236}">
                <a16:creationId xmlns:a16="http://schemas.microsoft.com/office/drawing/2014/main" id="{31B5B630-E839-4249-9798-151AE0F5D46B}"/>
              </a:ext>
            </a:extLst>
          </p:cNvPr>
          <p:cNvSpPr/>
          <p:nvPr/>
        </p:nvSpPr>
        <p:spPr>
          <a:xfrm>
            <a:off x="761142" y="710630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5-3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1" name="四角形: 角を丸くする 570">
            <a:extLst>
              <a:ext uri="{FF2B5EF4-FFF2-40B4-BE49-F238E27FC236}">
                <a16:creationId xmlns:a16="http://schemas.microsoft.com/office/drawing/2014/main" id="{4C55A641-3BB7-45FD-80B7-C3154FF4E628}"/>
              </a:ext>
            </a:extLst>
          </p:cNvPr>
          <p:cNvSpPr/>
          <p:nvPr/>
        </p:nvSpPr>
        <p:spPr>
          <a:xfrm>
            <a:off x="761142" y="717830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5-4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4" name="四角形: 角を丸くする 573">
            <a:extLst>
              <a:ext uri="{FF2B5EF4-FFF2-40B4-BE49-F238E27FC236}">
                <a16:creationId xmlns:a16="http://schemas.microsoft.com/office/drawing/2014/main" id="{6A3686CD-00C2-4E1A-8424-1B5653D032BF}"/>
              </a:ext>
            </a:extLst>
          </p:cNvPr>
          <p:cNvSpPr/>
          <p:nvPr/>
        </p:nvSpPr>
        <p:spPr>
          <a:xfrm>
            <a:off x="1448624" y="703430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34-14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8" name="四角形: 角を丸くする 577">
            <a:extLst>
              <a:ext uri="{FF2B5EF4-FFF2-40B4-BE49-F238E27FC236}">
                <a16:creationId xmlns:a16="http://schemas.microsoft.com/office/drawing/2014/main" id="{15B353EF-C638-48A1-92A7-E5EB39973566}"/>
              </a:ext>
            </a:extLst>
          </p:cNvPr>
          <p:cNvSpPr/>
          <p:nvPr/>
        </p:nvSpPr>
        <p:spPr>
          <a:xfrm>
            <a:off x="761142" y="743263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20-12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9" name="四角形: 角を丸くする 578">
            <a:extLst>
              <a:ext uri="{FF2B5EF4-FFF2-40B4-BE49-F238E27FC236}">
                <a16:creationId xmlns:a16="http://schemas.microsoft.com/office/drawing/2014/main" id="{A06745DC-2949-428A-B233-457F507EAEDA}"/>
              </a:ext>
            </a:extLst>
          </p:cNvPr>
          <p:cNvSpPr/>
          <p:nvPr/>
        </p:nvSpPr>
        <p:spPr>
          <a:xfrm>
            <a:off x="991620" y="743263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34-14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6" name="四角形: 角を丸くする 585">
            <a:extLst>
              <a:ext uri="{FF2B5EF4-FFF2-40B4-BE49-F238E27FC236}">
                <a16:creationId xmlns:a16="http://schemas.microsoft.com/office/drawing/2014/main" id="{5DC9BE05-4C3B-46BA-85E2-00621391CE23}"/>
              </a:ext>
            </a:extLst>
          </p:cNvPr>
          <p:cNvSpPr/>
          <p:nvPr/>
        </p:nvSpPr>
        <p:spPr>
          <a:xfrm>
            <a:off x="991620" y="750463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34-15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7" name="四角形: 角を丸くする 586">
            <a:extLst>
              <a:ext uri="{FF2B5EF4-FFF2-40B4-BE49-F238E27FC236}">
                <a16:creationId xmlns:a16="http://schemas.microsoft.com/office/drawing/2014/main" id="{E0F25E9A-1DD1-479E-97F6-22B6F54078AF}"/>
              </a:ext>
            </a:extLst>
          </p:cNvPr>
          <p:cNvSpPr/>
          <p:nvPr/>
        </p:nvSpPr>
        <p:spPr>
          <a:xfrm>
            <a:off x="761142" y="792759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8" name="四角形: 角を丸くする 587">
            <a:extLst>
              <a:ext uri="{FF2B5EF4-FFF2-40B4-BE49-F238E27FC236}">
                <a16:creationId xmlns:a16="http://schemas.microsoft.com/office/drawing/2014/main" id="{709FF482-C3CE-47E6-B8A7-3A20A95902FB}"/>
              </a:ext>
            </a:extLst>
          </p:cNvPr>
          <p:cNvSpPr/>
          <p:nvPr/>
        </p:nvSpPr>
        <p:spPr>
          <a:xfrm>
            <a:off x="2353728" y="4233589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12-3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9" name="四角形: 角を丸くする 588">
            <a:extLst>
              <a:ext uri="{FF2B5EF4-FFF2-40B4-BE49-F238E27FC236}">
                <a16:creationId xmlns:a16="http://schemas.microsoft.com/office/drawing/2014/main" id="{B927303E-8A20-4436-BB86-6FF9243DEE25}"/>
              </a:ext>
            </a:extLst>
          </p:cNvPr>
          <p:cNvSpPr/>
          <p:nvPr/>
        </p:nvSpPr>
        <p:spPr>
          <a:xfrm>
            <a:off x="2353728" y="4161589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11-1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2" name="四角形: 角を丸くする 591">
            <a:extLst>
              <a:ext uri="{FF2B5EF4-FFF2-40B4-BE49-F238E27FC236}">
                <a16:creationId xmlns:a16="http://schemas.microsoft.com/office/drawing/2014/main" id="{8E1753E8-0776-4AE7-8341-F80C7CD66C43}"/>
              </a:ext>
            </a:extLst>
          </p:cNvPr>
          <p:cNvSpPr/>
          <p:nvPr/>
        </p:nvSpPr>
        <p:spPr>
          <a:xfrm>
            <a:off x="2388289" y="6095529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34-8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3" name="四角形: 角を丸くする 592">
            <a:extLst>
              <a:ext uri="{FF2B5EF4-FFF2-40B4-BE49-F238E27FC236}">
                <a16:creationId xmlns:a16="http://schemas.microsoft.com/office/drawing/2014/main" id="{FDE074A4-7331-4202-BAF2-F4546594D5EB}"/>
              </a:ext>
            </a:extLst>
          </p:cNvPr>
          <p:cNvSpPr/>
          <p:nvPr/>
        </p:nvSpPr>
        <p:spPr>
          <a:xfrm>
            <a:off x="2388289" y="6167529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34-15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6" name="四角形: 角を丸くする 595">
            <a:extLst>
              <a:ext uri="{FF2B5EF4-FFF2-40B4-BE49-F238E27FC236}">
                <a16:creationId xmlns:a16="http://schemas.microsoft.com/office/drawing/2014/main" id="{F96CABA7-1AC8-4436-A6C8-8145CC0C85F2}"/>
              </a:ext>
            </a:extLst>
          </p:cNvPr>
          <p:cNvSpPr/>
          <p:nvPr/>
        </p:nvSpPr>
        <p:spPr>
          <a:xfrm>
            <a:off x="761142" y="8930032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3-7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6" name="四角形: 角を丸くする 605">
            <a:extLst>
              <a:ext uri="{FF2B5EF4-FFF2-40B4-BE49-F238E27FC236}">
                <a16:creationId xmlns:a16="http://schemas.microsoft.com/office/drawing/2014/main" id="{69C8E429-45FA-4881-AAEF-A135FD3EE324}"/>
              </a:ext>
            </a:extLst>
          </p:cNvPr>
          <p:cNvSpPr/>
          <p:nvPr/>
        </p:nvSpPr>
        <p:spPr>
          <a:xfrm>
            <a:off x="3023243" y="874814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3-10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9" name="四角形: 角を丸くする 608">
            <a:extLst>
              <a:ext uri="{FF2B5EF4-FFF2-40B4-BE49-F238E27FC236}">
                <a16:creationId xmlns:a16="http://schemas.microsoft.com/office/drawing/2014/main" id="{749F85F0-B17A-46DC-AC88-0E1FC19BC795}"/>
              </a:ext>
            </a:extLst>
          </p:cNvPr>
          <p:cNvSpPr/>
          <p:nvPr/>
        </p:nvSpPr>
        <p:spPr>
          <a:xfrm>
            <a:off x="3251745" y="874814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9-4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3" name="四角形: 角を丸くする 612">
            <a:extLst>
              <a:ext uri="{FF2B5EF4-FFF2-40B4-BE49-F238E27FC236}">
                <a16:creationId xmlns:a16="http://schemas.microsoft.com/office/drawing/2014/main" id="{E1CD782A-1FC6-45B4-AA92-D3608BC42180}"/>
              </a:ext>
            </a:extLst>
          </p:cNvPr>
          <p:cNvSpPr/>
          <p:nvPr/>
        </p:nvSpPr>
        <p:spPr>
          <a:xfrm>
            <a:off x="5572980" y="874814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6" name="四角形: 角を丸くする 615">
            <a:extLst>
              <a:ext uri="{FF2B5EF4-FFF2-40B4-BE49-F238E27FC236}">
                <a16:creationId xmlns:a16="http://schemas.microsoft.com/office/drawing/2014/main" id="{FF243754-B91E-4942-84C4-34AEEE7C018F}"/>
              </a:ext>
            </a:extLst>
          </p:cNvPr>
          <p:cNvSpPr/>
          <p:nvPr/>
        </p:nvSpPr>
        <p:spPr>
          <a:xfrm>
            <a:off x="5801482" y="874814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9-1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8" name="四角形: 角を丸くする 617">
            <a:extLst>
              <a:ext uri="{FF2B5EF4-FFF2-40B4-BE49-F238E27FC236}">
                <a16:creationId xmlns:a16="http://schemas.microsoft.com/office/drawing/2014/main" id="{AF801EF8-BB93-4700-8F66-E8E03D5F186B}"/>
              </a:ext>
            </a:extLst>
          </p:cNvPr>
          <p:cNvSpPr/>
          <p:nvPr/>
        </p:nvSpPr>
        <p:spPr>
          <a:xfrm>
            <a:off x="6029984" y="874814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10-2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9" name="四角形: 角を丸くする 618">
            <a:extLst>
              <a:ext uri="{FF2B5EF4-FFF2-40B4-BE49-F238E27FC236}">
                <a16:creationId xmlns:a16="http://schemas.microsoft.com/office/drawing/2014/main" id="{9CA71E2A-B03E-448B-A240-70A5157C5CD7}"/>
              </a:ext>
            </a:extLst>
          </p:cNvPr>
          <p:cNvSpPr/>
          <p:nvPr/>
        </p:nvSpPr>
        <p:spPr>
          <a:xfrm>
            <a:off x="6258486" y="874814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11-1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0" name="四角形: 角を丸くする 619">
            <a:extLst>
              <a:ext uri="{FF2B5EF4-FFF2-40B4-BE49-F238E27FC236}">
                <a16:creationId xmlns:a16="http://schemas.microsoft.com/office/drawing/2014/main" id="{CE7F99FA-BEEA-47B8-AFCC-A96D4DE8E988}"/>
              </a:ext>
            </a:extLst>
          </p:cNvPr>
          <p:cNvSpPr/>
          <p:nvPr/>
        </p:nvSpPr>
        <p:spPr>
          <a:xfrm>
            <a:off x="6486988" y="874814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34-13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1" name="四角形: 角を丸くする 620">
            <a:extLst>
              <a:ext uri="{FF2B5EF4-FFF2-40B4-BE49-F238E27FC236}">
                <a16:creationId xmlns:a16="http://schemas.microsoft.com/office/drawing/2014/main" id="{BEA2E957-70AE-4471-952D-C90DBABBF373}"/>
              </a:ext>
            </a:extLst>
          </p:cNvPr>
          <p:cNvSpPr/>
          <p:nvPr/>
        </p:nvSpPr>
        <p:spPr>
          <a:xfrm>
            <a:off x="5572980" y="860414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4" name="四角形: 角を丸くする 623">
            <a:extLst>
              <a:ext uri="{FF2B5EF4-FFF2-40B4-BE49-F238E27FC236}">
                <a16:creationId xmlns:a16="http://schemas.microsoft.com/office/drawing/2014/main" id="{010D5252-AB8F-48DE-B967-ECB8D597B489}"/>
              </a:ext>
            </a:extLst>
          </p:cNvPr>
          <p:cNvSpPr/>
          <p:nvPr/>
        </p:nvSpPr>
        <p:spPr>
          <a:xfrm>
            <a:off x="5572980" y="867614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6" name="四角形: 角を丸くする 625">
            <a:extLst>
              <a:ext uri="{FF2B5EF4-FFF2-40B4-BE49-F238E27FC236}">
                <a16:creationId xmlns:a16="http://schemas.microsoft.com/office/drawing/2014/main" id="{402932A6-1EE7-420C-A761-42A5EDBC0975}"/>
              </a:ext>
            </a:extLst>
          </p:cNvPr>
          <p:cNvSpPr/>
          <p:nvPr/>
        </p:nvSpPr>
        <p:spPr>
          <a:xfrm>
            <a:off x="6486988" y="867614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34-9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9" name="四角形: 角を丸くする 628">
            <a:extLst>
              <a:ext uri="{FF2B5EF4-FFF2-40B4-BE49-F238E27FC236}">
                <a16:creationId xmlns:a16="http://schemas.microsoft.com/office/drawing/2014/main" id="{22E0A24A-1845-454A-B7BD-EE5F819F6C60}"/>
              </a:ext>
            </a:extLst>
          </p:cNvPr>
          <p:cNvSpPr/>
          <p:nvPr/>
        </p:nvSpPr>
        <p:spPr>
          <a:xfrm>
            <a:off x="3023243" y="913430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3-7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5" name="四角形: 角を丸くする 634">
            <a:extLst>
              <a:ext uri="{FF2B5EF4-FFF2-40B4-BE49-F238E27FC236}">
                <a16:creationId xmlns:a16="http://schemas.microsoft.com/office/drawing/2014/main" id="{39E5A1FB-15F8-4ED6-A0DE-CCFC5E6B4D1E}"/>
              </a:ext>
            </a:extLst>
          </p:cNvPr>
          <p:cNvSpPr/>
          <p:nvPr/>
        </p:nvSpPr>
        <p:spPr>
          <a:xfrm>
            <a:off x="6912983" y="874814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9" name="四角形: 角を丸くする 638">
            <a:extLst>
              <a:ext uri="{FF2B5EF4-FFF2-40B4-BE49-F238E27FC236}">
                <a16:creationId xmlns:a16="http://schemas.microsoft.com/office/drawing/2014/main" id="{039246EA-8C22-40C0-A201-C001EF317D2C}"/>
              </a:ext>
            </a:extLst>
          </p:cNvPr>
          <p:cNvSpPr/>
          <p:nvPr/>
        </p:nvSpPr>
        <p:spPr>
          <a:xfrm>
            <a:off x="7141485" y="874814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9-5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0" name="四角形: 角を丸くする 639">
            <a:extLst>
              <a:ext uri="{FF2B5EF4-FFF2-40B4-BE49-F238E27FC236}">
                <a16:creationId xmlns:a16="http://schemas.microsoft.com/office/drawing/2014/main" id="{31E366D9-A6E8-4655-9C45-D96BD3460DEE}"/>
              </a:ext>
            </a:extLst>
          </p:cNvPr>
          <p:cNvSpPr/>
          <p:nvPr/>
        </p:nvSpPr>
        <p:spPr>
          <a:xfrm>
            <a:off x="6912983" y="867614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1" name="四角形: 角を丸くする 640">
            <a:extLst>
              <a:ext uri="{FF2B5EF4-FFF2-40B4-BE49-F238E27FC236}">
                <a16:creationId xmlns:a16="http://schemas.microsoft.com/office/drawing/2014/main" id="{D2FF7ECF-ED88-434B-90A0-F6D0071206A1}"/>
              </a:ext>
            </a:extLst>
          </p:cNvPr>
          <p:cNvSpPr/>
          <p:nvPr/>
        </p:nvSpPr>
        <p:spPr>
          <a:xfrm>
            <a:off x="5570275" y="701898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2" name="四角形: 角を丸くする 641">
            <a:extLst>
              <a:ext uri="{FF2B5EF4-FFF2-40B4-BE49-F238E27FC236}">
                <a16:creationId xmlns:a16="http://schemas.microsoft.com/office/drawing/2014/main" id="{B3138A74-F3F1-4937-BCAB-206B1FDD3692}"/>
              </a:ext>
            </a:extLst>
          </p:cNvPr>
          <p:cNvSpPr/>
          <p:nvPr/>
        </p:nvSpPr>
        <p:spPr>
          <a:xfrm>
            <a:off x="4493903" y="709098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29-2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3" name="四角形: 角を丸くする 642">
            <a:extLst>
              <a:ext uri="{FF2B5EF4-FFF2-40B4-BE49-F238E27FC236}">
                <a16:creationId xmlns:a16="http://schemas.microsoft.com/office/drawing/2014/main" id="{041EF94E-66E5-4C27-8408-B23CE7A0BA6E}"/>
              </a:ext>
            </a:extLst>
          </p:cNvPr>
          <p:cNvSpPr/>
          <p:nvPr/>
        </p:nvSpPr>
        <p:spPr>
          <a:xfrm>
            <a:off x="4265457" y="716298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3-9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4" name="四角形: 角を丸くする 643">
            <a:extLst>
              <a:ext uri="{FF2B5EF4-FFF2-40B4-BE49-F238E27FC236}">
                <a16:creationId xmlns:a16="http://schemas.microsoft.com/office/drawing/2014/main" id="{45FDE5D5-ED15-475E-AF2D-83C5F7EDB681}"/>
              </a:ext>
            </a:extLst>
          </p:cNvPr>
          <p:cNvSpPr/>
          <p:nvPr/>
        </p:nvSpPr>
        <p:spPr>
          <a:xfrm>
            <a:off x="4493903" y="716298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29-3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5" name="四角形: 角を丸くする 644">
            <a:extLst>
              <a:ext uri="{FF2B5EF4-FFF2-40B4-BE49-F238E27FC236}">
                <a16:creationId xmlns:a16="http://schemas.microsoft.com/office/drawing/2014/main" id="{AC9DB1F9-421F-4375-A5D3-189A1F5A9FC3}"/>
              </a:ext>
            </a:extLst>
          </p:cNvPr>
          <p:cNvSpPr/>
          <p:nvPr/>
        </p:nvSpPr>
        <p:spPr>
          <a:xfrm>
            <a:off x="4722461" y="716298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33-2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6" name="四角形: 角を丸くする 645">
            <a:extLst>
              <a:ext uri="{FF2B5EF4-FFF2-40B4-BE49-F238E27FC236}">
                <a16:creationId xmlns:a16="http://schemas.microsoft.com/office/drawing/2014/main" id="{4FCB8EEC-ED80-43A8-8CFD-7C43582B1C61}"/>
              </a:ext>
            </a:extLst>
          </p:cNvPr>
          <p:cNvSpPr/>
          <p:nvPr/>
        </p:nvSpPr>
        <p:spPr>
          <a:xfrm>
            <a:off x="4950963" y="716298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34-11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7" name="四角形: 角を丸くする 646">
            <a:extLst>
              <a:ext uri="{FF2B5EF4-FFF2-40B4-BE49-F238E27FC236}">
                <a16:creationId xmlns:a16="http://schemas.microsoft.com/office/drawing/2014/main" id="{E0D7E2C9-3B8C-4FDB-8A72-D3460214500E}"/>
              </a:ext>
            </a:extLst>
          </p:cNvPr>
          <p:cNvSpPr/>
          <p:nvPr/>
        </p:nvSpPr>
        <p:spPr>
          <a:xfrm>
            <a:off x="4265457" y="709098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3-4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8" name="四角形: 角を丸くする 647">
            <a:extLst>
              <a:ext uri="{FF2B5EF4-FFF2-40B4-BE49-F238E27FC236}">
                <a16:creationId xmlns:a16="http://schemas.microsoft.com/office/drawing/2014/main" id="{C1F77053-6A90-497E-8D63-EF900690F9A1}"/>
              </a:ext>
            </a:extLst>
          </p:cNvPr>
          <p:cNvSpPr/>
          <p:nvPr/>
        </p:nvSpPr>
        <p:spPr>
          <a:xfrm>
            <a:off x="4493903" y="701898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29-1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0" name="四角形: 角を丸くする 649">
            <a:extLst>
              <a:ext uri="{FF2B5EF4-FFF2-40B4-BE49-F238E27FC236}">
                <a16:creationId xmlns:a16="http://schemas.microsoft.com/office/drawing/2014/main" id="{E17347DE-783A-4D10-96E5-366B7C786549}"/>
              </a:ext>
            </a:extLst>
          </p:cNvPr>
          <p:cNvSpPr/>
          <p:nvPr/>
        </p:nvSpPr>
        <p:spPr>
          <a:xfrm>
            <a:off x="4722461" y="709098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33-1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9" name="四角形: 角を丸くする 658">
            <a:extLst>
              <a:ext uri="{FF2B5EF4-FFF2-40B4-BE49-F238E27FC236}">
                <a16:creationId xmlns:a16="http://schemas.microsoft.com/office/drawing/2014/main" id="{AF654516-9B7E-491F-8AD5-03F403D5390E}"/>
              </a:ext>
            </a:extLst>
          </p:cNvPr>
          <p:cNvSpPr/>
          <p:nvPr/>
        </p:nvSpPr>
        <p:spPr>
          <a:xfrm>
            <a:off x="5798777" y="709098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29-3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75" name="四角形: 角を丸くする 674">
            <a:extLst>
              <a:ext uri="{FF2B5EF4-FFF2-40B4-BE49-F238E27FC236}">
                <a16:creationId xmlns:a16="http://schemas.microsoft.com/office/drawing/2014/main" id="{934919C3-16F8-44EE-9F48-859501E2C513}"/>
              </a:ext>
            </a:extLst>
          </p:cNvPr>
          <p:cNvSpPr/>
          <p:nvPr/>
        </p:nvSpPr>
        <p:spPr>
          <a:xfrm>
            <a:off x="5798777" y="716298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31-1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78" name="四角形: 角を丸くする 677">
            <a:extLst>
              <a:ext uri="{FF2B5EF4-FFF2-40B4-BE49-F238E27FC236}">
                <a16:creationId xmlns:a16="http://schemas.microsoft.com/office/drawing/2014/main" id="{40C310A4-DA85-4BA2-A013-7BDFC77F2A3A}"/>
              </a:ext>
            </a:extLst>
          </p:cNvPr>
          <p:cNvSpPr/>
          <p:nvPr/>
        </p:nvSpPr>
        <p:spPr>
          <a:xfrm>
            <a:off x="6027279" y="716298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32-3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79" name="四角形: 角を丸くする 678">
            <a:extLst>
              <a:ext uri="{FF2B5EF4-FFF2-40B4-BE49-F238E27FC236}">
                <a16:creationId xmlns:a16="http://schemas.microsoft.com/office/drawing/2014/main" id="{29C54B0E-5DF5-4DE3-A6C8-9E43AF6B9CCB}"/>
              </a:ext>
            </a:extLst>
          </p:cNvPr>
          <p:cNvSpPr/>
          <p:nvPr/>
        </p:nvSpPr>
        <p:spPr>
          <a:xfrm>
            <a:off x="6255781" y="716298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33-2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0" name="四角形: 角を丸くする 679">
            <a:extLst>
              <a:ext uri="{FF2B5EF4-FFF2-40B4-BE49-F238E27FC236}">
                <a16:creationId xmlns:a16="http://schemas.microsoft.com/office/drawing/2014/main" id="{A6A993A2-BEEF-4F81-B299-AB26669EB4F3}"/>
              </a:ext>
            </a:extLst>
          </p:cNvPr>
          <p:cNvSpPr/>
          <p:nvPr/>
        </p:nvSpPr>
        <p:spPr>
          <a:xfrm>
            <a:off x="6484283" y="716298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34-11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1" name="四角形: 角を丸くする 680">
            <a:extLst>
              <a:ext uri="{FF2B5EF4-FFF2-40B4-BE49-F238E27FC236}">
                <a16:creationId xmlns:a16="http://schemas.microsoft.com/office/drawing/2014/main" id="{EECF9461-1C48-4399-8FA3-4C3C8F0AAB2F}"/>
              </a:ext>
            </a:extLst>
          </p:cNvPr>
          <p:cNvSpPr/>
          <p:nvPr/>
        </p:nvSpPr>
        <p:spPr>
          <a:xfrm>
            <a:off x="6027279" y="709098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32-1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2" name="四角形: 角を丸くする 681">
            <a:extLst>
              <a:ext uri="{FF2B5EF4-FFF2-40B4-BE49-F238E27FC236}">
                <a16:creationId xmlns:a16="http://schemas.microsoft.com/office/drawing/2014/main" id="{860119BB-2A7D-426C-99C0-A6D7A001D741}"/>
              </a:ext>
            </a:extLst>
          </p:cNvPr>
          <p:cNvSpPr/>
          <p:nvPr/>
        </p:nvSpPr>
        <p:spPr>
          <a:xfrm>
            <a:off x="6255781" y="709098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33-1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3" name="四角形: 角を丸くする 682">
            <a:extLst>
              <a:ext uri="{FF2B5EF4-FFF2-40B4-BE49-F238E27FC236}">
                <a16:creationId xmlns:a16="http://schemas.microsoft.com/office/drawing/2014/main" id="{7182BE98-9867-45E7-B35A-508A39F5E561}"/>
              </a:ext>
            </a:extLst>
          </p:cNvPr>
          <p:cNvSpPr/>
          <p:nvPr/>
        </p:nvSpPr>
        <p:spPr>
          <a:xfrm>
            <a:off x="4265457" y="7695683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33-3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4" name="四角形: 角を丸くする 683">
            <a:extLst>
              <a:ext uri="{FF2B5EF4-FFF2-40B4-BE49-F238E27FC236}">
                <a16:creationId xmlns:a16="http://schemas.microsoft.com/office/drawing/2014/main" id="{A0115CD1-25A8-437E-9D19-A6E7F1BDC0FA}"/>
              </a:ext>
            </a:extLst>
          </p:cNvPr>
          <p:cNvSpPr/>
          <p:nvPr/>
        </p:nvSpPr>
        <p:spPr>
          <a:xfrm>
            <a:off x="6909233" y="716298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27-1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5" name="四角形: 角を丸くする 684">
            <a:extLst>
              <a:ext uri="{FF2B5EF4-FFF2-40B4-BE49-F238E27FC236}">
                <a16:creationId xmlns:a16="http://schemas.microsoft.com/office/drawing/2014/main" id="{CB5F4424-F627-44CE-974C-0740FE16ED21}"/>
              </a:ext>
            </a:extLst>
          </p:cNvPr>
          <p:cNvSpPr/>
          <p:nvPr/>
        </p:nvSpPr>
        <p:spPr>
          <a:xfrm>
            <a:off x="8175056" y="716298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34-18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6" name="四角形: 角を丸くする 685">
            <a:extLst>
              <a:ext uri="{FF2B5EF4-FFF2-40B4-BE49-F238E27FC236}">
                <a16:creationId xmlns:a16="http://schemas.microsoft.com/office/drawing/2014/main" id="{52355DBE-5981-4B06-97D9-CE25F149650E}"/>
              </a:ext>
            </a:extLst>
          </p:cNvPr>
          <p:cNvSpPr/>
          <p:nvPr/>
        </p:nvSpPr>
        <p:spPr>
          <a:xfrm>
            <a:off x="5570275" y="7695683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3-5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7" name="四角形: 角を丸くする 686">
            <a:extLst>
              <a:ext uri="{FF2B5EF4-FFF2-40B4-BE49-F238E27FC236}">
                <a16:creationId xmlns:a16="http://schemas.microsoft.com/office/drawing/2014/main" id="{1FFC8AF8-659B-417F-BE9E-9B30E28D2841}"/>
              </a:ext>
            </a:extLst>
          </p:cNvPr>
          <p:cNvSpPr/>
          <p:nvPr/>
        </p:nvSpPr>
        <p:spPr>
          <a:xfrm>
            <a:off x="5798777" y="7695683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27-2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92" name="四角形: 角を丸くする 691">
            <a:extLst>
              <a:ext uri="{FF2B5EF4-FFF2-40B4-BE49-F238E27FC236}">
                <a16:creationId xmlns:a16="http://schemas.microsoft.com/office/drawing/2014/main" id="{CBF3685E-130D-4A78-9722-B84B7EF0DCAE}"/>
              </a:ext>
            </a:extLst>
          </p:cNvPr>
          <p:cNvSpPr/>
          <p:nvPr/>
        </p:nvSpPr>
        <p:spPr>
          <a:xfrm>
            <a:off x="6027279" y="7695683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28-1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97" name="四角形: 角を丸くする 696">
            <a:extLst>
              <a:ext uri="{FF2B5EF4-FFF2-40B4-BE49-F238E27FC236}">
                <a16:creationId xmlns:a16="http://schemas.microsoft.com/office/drawing/2014/main" id="{C75CF8CF-1B79-4207-AAE2-166C9E9093F6}"/>
              </a:ext>
            </a:extLst>
          </p:cNvPr>
          <p:cNvSpPr/>
          <p:nvPr/>
        </p:nvSpPr>
        <p:spPr>
          <a:xfrm>
            <a:off x="5570275" y="7623683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3-4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98" name="四角形: 角を丸くする 697">
            <a:extLst>
              <a:ext uri="{FF2B5EF4-FFF2-40B4-BE49-F238E27FC236}">
                <a16:creationId xmlns:a16="http://schemas.microsoft.com/office/drawing/2014/main" id="{227CEEFF-5DF8-44CB-B33C-F78AD7E74A69}"/>
              </a:ext>
            </a:extLst>
          </p:cNvPr>
          <p:cNvSpPr/>
          <p:nvPr/>
        </p:nvSpPr>
        <p:spPr>
          <a:xfrm>
            <a:off x="5570275" y="783968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3-9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03" name="四角形: 角を丸くする 702">
            <a:extLst>
              <a:ext uri="{FF2B5EF4-FFF2-40B4-BE49-F238E27FC236}">
                <a16:creationId xmlns:a16="http://schemas.microsoft.com/office/drawing/2014/main" id="{4B3FA22E-1F5F-44F5-9027-2AA2546293AD}"/>
              </a:ext>
            </a:extLst>
          </p:cNvPr>
          <p:cNvSpPr/>
          <p:nvPr/>
        </p:nvSpPr>
        <p:spPr>
          <a:xfrm>
            <a:off x="5570275" y="7767683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3-7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08" name="四角形: 角を丸くする 707">
            <a:extLst>
              <a:ext uri="{FF2B5EF4-FFF2-40B4-BE49-F238E27FC236}">
                <a16:creationId xmlns:a16="http://schemas.microsoft.com/office/drawing/2014/main" id="{EADB90DC-2251-48A9-BC96-1F2147840D0E}"/>
              </a:ext>
            </a:extLst>
          </p:cNvPr>
          <p:cNvSpPr/>
          <p:nvPr/>
        </p:nvSpPr>
        <p:spPr>
          <a:xfrm>
            <a:off x="5570275" y="550641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09" name="四角形: 角を丸くする 708">
            <a:extLst>
              <a:ext uri="{FF2B5EF4-FFF2-40B4-BE49-F238E27FC236}">
                <a16:creationId xmlns:a16="http://schemas.microsoft.com/office/drawing/2014/main" id="{51AD2998-C809-4C87-AC10-9ED266068FC8}"/>
              </a:ext>
            </a:extLst>
          </p:cNvPr>
          <p:cNvSpPr/>
          <p:nvPr/>
        </p:nvSpPr>
        <p:spPr>
          <a:xfrm>
            <a:off x="5798777" y="550641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34-5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0" name="四角形: 角を丸くする 709">
            <a:extLst>
              <a:ext uri="{FF2B5EF4-FFF2-40B4-BE49-F238E27FC236}">
                <a16:creationId xmlns:a16="http://schemas.microsoft.com/office/drawing/2014/main" id="{F01A277F-939F-4806-944D-1C9CEC5E2B0C}"/>
              </a:ext>
            </a:extLst>
          </p:cNvPr>
          <p:cNvSpPr/>
          <p:nvPr/>
        </p:nvSpPr>
        <p:spPr>
          <a:xfrm>
            <a:off x="5798777" y="543441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1" name="四角形: 角を丸くする 710">
            <a:extLst>
              <a:ext uri="{FF2B5EF4-FFF2-40B4-BE49-F238E27FC236}">
                <a16:creationId xmlns:a16="http://schemas.microsoft.com/office/drawing/2014/main" id="{B2F5DAC0-77BA-4CC7-AF55-2CC6EE1BD00C}"/>
              </a:ext>
            </a:extLst>
          </p:cNvPr>
          <p:cNvSpPr/>
          <p:nvPr/>
        </p:nvSpPr>
        <p:spPr>
          <a:xfrm>
            <a:off x="6027279" y="550641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34-16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3" name="四角形: 角を丸くする 712">
            <a:extLst>
              <a:ext uri="{FF2B5EF4-FFF2-40B4-BE49-F238E27FC236}">
                <a16:creationId xmlns:a16="http://schemas.microsoft.com/office/drawing/2014/main" id="{C7BE84B8-A5AE-436F-909B-094E096AB436}"/>
              </a:ext>
            </a:extLst>
          </p:cNvPr>
          <p:cNvSpPr/>
          <p:nvPr/>
        </p:nvSpPr>
        <p:spPr>
          <a:xfrm>
            <a:off x="4300920" y="550641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9-3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4" name="四角形: 角を丸くする 713">
            <a:extLst>
              <a:ext uri="{FF2B5EF4-FFF2-40B4-BE49-F238E27FC236}">
                <a16:creationId xmlns:a16="http://schemas.microsoft.com/office/drawing/2014/main" id="{78D6EE80-491B-4023-A439-EBE9C0B0A5A9}"/>
              </a:ext>
            </a:extLst>
          </p:cNvPr>
          <p:cNvSpPr/>
          <p:nvPr/>
        </p:nvSpPr>
        <p:spPr>
          <a:xfrm>
            <a:off x="4529422" y="550641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10-2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5" name="四角形: 角を丸くする 714">
            <a:extLst>
              <a:ext uri="{FF2B5EF4-FFF2-40B4-BE49-F238E27FC236}">
                <a16:creationId xmlns:a16="http://schemas.microsoft.com/office/drawing/2014/main" id="{35E1A8AB-0112-4D4F-9108-A6F58BFE98F2}"/>
              </a:ext>
            </a:extLst>
          </p:cNvPr>
          <p:cNvSpPr/>
          <p:nvPr/>
        </p:nvSpPr>
        <p:spPr>
          <a:xfrm>
            <a:off x="4757924" y="550641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34-17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6" name="四角形: 角を丸くする 715">
            <a:extLst>
              <a:ext uri="{FF2B5EF4-FFF2-40B4-BE49-F238E27FC236}">
                <a16:creationId xmlns:a16="http://schemas.microsoft.com/office/drawing/2014/main" id="{EBB38C1B-BA61-4600-9481-DA75B53FE151}"/>
              </a:ext>
            </a:extLst>
          </p:cNvPr>
          <p:cNvSpPr/>
          <p:nvPr/>
        </p:nvSpPr>
        <p:spPr>
          <a:xfrm>
            <a:off x="4300920" y="543441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9-2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7" name="四角形: 角を丸くする 716">
            <a:extLst>
              <a:ext uri="{FF2B5EF4-FFF2-40B4-BE49-F238E27FC236}">
                <a16:creationId xmlns:a16="http://schemas.microsoft.com/office/drawing/2014/main" id="{5823EB68-2700-4BB9-AAB9-B62A71C2632C}"/>
              </a:ext>
            </a:extLst>
          </p:cNvPr>
          <p:cNvSpPr/>
          <p:nvPr/>
        </p:nvSpPr>
        <p:spPr>
          <a:xfrm>
            <a:off x="4529422" y="543441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10-1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8" name="四角形: 角を丸くする 717">
            <a:extLst>
              <a:ext uri="{FF2B5EF4-FFF2-40B4-BE49-F238E27FC236}">
                <a16:creationId xmlns:a16="http://schemas.microsoft.com/office/drawing/2014/main" id="{CE419A2E-4DD8-49B4-8D0B-E831D2DD9C30}"/>
              </a:ext>
            </a:extLst>
          </p:cNvPr>
          <p:cNvSpPr/>
          <p:nvPr/>
        </p:nvSpPr>
        <p:spPr>
          <a:xfrm>
            <a:off x="4757924" y="543441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34-12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9" name="四角形: 角を丸くする 718">
            <a:extLst>
              <a:ext uri="{FF2B5EF4-FFF2-40B4-BE49-F238E27FC236}">
                <a16:creationId xmlns:a16="http://schemas.microsoft.com/office/drawing/2014/main" id="{915C58AE-25D5-44DA-AD6D-187BB6012B84}"/>
              </a:ext>
            </a:extLst>
          </p:cNvPr>
          <p:cNvSpPr/>
          <p:nvPr/>
        </p:nvSpPr>
        <p:spPr>
          <a:xfrm>
            <a:off x="6853335" y="550641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0" name="四角形: 角を丸くする 719">
            <a:extLst>
              <a:ext uri="{FF2B5EF4-FFF2-40B4-BE49-F238E27FC236}">
                <a16:creationId xmlns:a16="http://schemas.microsoft.com/office/drawing/2014/main" id="{2DF9FB57-7300-4B49-B2AD-6C7C94514387}"/>
              </a:ext>
            </a:extLst>
          </p:cNvPr>
          <p:cNvSpPr/>
          <p:nvPr/>
        </p:nvSpPr>
        <p:spPr>
          <a:xfrm>
            <a:off x="7081838" y="550641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3-8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1" name="四角形: 角を丸くする 720">
            <a:extLst>
              <a:ext uri="{FF2B5EF4-FFF2-40B4-BE49-F238E27FC236}">
                <a16:creationId xmlns:a16="http://schemas.microsoft.com/office/drawing/2014/main" id="{0CA153CB-114C-4F9B-A6A6-1767AD9DB66B}"/>
              </a:ext>
            </a:extLst>
          </p:cNvPr>
          <p:cNvSpPr/>
          <p:nvPr/>
        </p:nvSpPr>
        <p:spPr>
          <a:xfrm>
            <a:off x="7310341" y="550641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9-2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2" name="四角形: 角を丸くする 721">
            <a:extLst>
              <a:ext uri="{FF2B5EF4-FFF2-40B4-BE49-F238E27FC236}">
                <a16:creationId xmlns:a16="http://schemas.microsoft.com/office/drawing/2014/main" id="{0246A82C-BFBA-4EBF-A214-C98AEAEB9961}"/>
              </a:ext>
            </a:extLst>
          </p:cNvPr>
          <p:cNvSpPr/>
          <p:nvPr/>
        </p:nvSpPr>
        <p:spPr>
          <a:xfrm>
            <a:off x="7538844" y="550641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10-2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3" name="四角形: 角を丸くする 722">
            <a:extLst>
              <a:ext uri="{FF2B5EF4-FFF2-40B4-BE49-F238E27FC236}">
                <a16:creationId xmlns:a16="http://schemas.microsoft.com/office/drawing/2014/main" id="{8E45580C-11AC-48BD-A606-D175741CF4C3}"/>
              </a:ext>
            </a:extLst>
          </p:cNvPr>
          <p:cNvSpPr/>
          <p:nvPr/>
        </p:nvSpPr>
        <p:spPr>
          <a:xfrm>
            <a:off x="7767346" y="550641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11-2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4" name="四角形: 角を丸くする 723">
            <a:extLst>
              <a:ext uri="{FF2B5EF4-FFF2-40B4-BE49-F238E27FC236}">
                <a16:creationId xmlns:a16="http://schemas.microsoft.com/office/drawing/2014/main" id="{9B0D30C0-04AF-4027-A3F9-D1AC46D78E0A}"/>
              </a:ext>
            </a:extLst>
          </p:cNvPr>
          <p:cNvSpPr/>
          <p:nvPr/>
        </p:nvSpPr>
        <p:spPr>
          <a:xfrm>
            <a:off x="3023243" y="5891312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5" name="四角形: 角を丸くする 724">
            <a:extLst>
              <a:ext uri="{FF2B5EF4-FFF2-40B4-BE49-F238E27FC236}">
                <a16:creationId xmlns:a16="http://schemas.microsoft.com/office/drawing/2014/main" id="{C9A1BD6F-0758-40AD-B4FC-6451E4AEEF3B}"/>
              </a:ext>
            </a:extLst>
          </p:cNvPr>
          <p:cNvSpPr/>
          <p:nvPr/>
        </p:nvSpPr>
        <p:spPr>
          <a:xfrm>
            <a:off x="3023243" y="625278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12-5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6" name="四角形: 角を丸くする 725">
            <a:extLst>
              <a:ext uri="{FF2B5EF4-FFF2-40B4-BE49-F238E27FC236}">
                <a16:creationId xmlns:a16="http://schemas.microsoft.com/office/drawing/2014/main" id="{D9333730-F788-4D84-81D4-0D567F3C8CAD}"/>
              </a:ext>
            </a:extLst>
          </p:cNvPr>
          <p:cNvSpPr/>
          <p:nvPr/>
        </p:nvSpPr>
        <p:spPr>
          <a:xfrm>
            <a:off x="4300920" y="625278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11-1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7" name="四角形: 角を丸くする 726">
            <a:extLst>
              <a:ext uri="{FF2B5EF4-FFF2-40B4-BE49-F238E27FC236}">
                <a16:creationId xmlns:a16="http://schemas.microsoft.com/office/drawing/2014/main" id="{7080504D-C637-4C62-85B2-10EA28EB83F2}"/>
              </a:ext>
            </a:extLst>
          </p:cNvPr>
          <p:cNvSpPr/>
          <p:nvPr/>
        </p:nvSpPr>
        <p:spPr>
          <a:xfrm>
            <a:off x="4529422" y="625278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12-1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8" name="四角形: 角を丸くする 727">
            <a:extLst>
              <a:ext uri="{FF2B5EF4-FFF2-40B4-BE49-F238E27FC236}">
                <a16:creationId xmlns:a16="http://schemas.microsoft.com/office/drawing/2014/main" id="{DC7AA1DF-1230-48DA-9D7D-B0CCDC070F60}"/>
              </a:ext>
            </a:extLst>
          </p:cNvPr>
          <p:cNvSpPr/>
          <p:nvPr/>
        </p:nvSpPr>
        <p:spPr>
          <a:xfrm>
            <a:off x="5570275" y="589790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9" name="四角形: 角を丸くする 728">
            <a:extLst>
              <a:ext uri="{FF2B5EF4-FFF2-40B4-BE49-F238E27FC236}">
                <a16:creationId xmlns:a16="http://schemas.microsoft.com/office/drawing/2014/main" id="{297CACA2-501D-457B-802A-1F69245E8267}"/>
              </a:ext>
            </a:extLst>
          </p:cNvPr>
          <p:cNvSpPr/>
          <p:nvPr/>
        </p:nvSpPr>
        <p:spPr>
          <a:xfrm>
            <a:off x="5798777" y="589790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12-1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0" name="四角形: 角を丸くする 729">
            <a:extLst>
              <a:ext uri="{FF2B5EF4-FFF2-40B4-BE49-F238E27FC236}">
                <a16:creationId xmlns:a16="http://schemas.microsoft.com/office/drawing/2014/main" id="{11515A9E-2F8C-46B2-9644-6F572743A834}"/>
              </a:ext>
            </a:extLst>
          </p:cNvPr>
          <p:cNvSpPr/>
          <p:nvPr/>
        </p:nvSpPr>
        <p:spPr>
          <a:xfrm>
            <a:off x="6853335" y="5911523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1" name="四角形: 角を丸くする 730">
            <a:extLst>
              <a:ext uri="{FF2B5EF4-FFF2-40B4-BE49-F238E27FC236}">
                <a16:creationId xmlns:a16="http://schemas.microsoft.com/office/drawing/2014/main" id="{052459B8-C377-4824-98EE-422DD5BC749C}"/>
              </a:ext>
            </a:extLst>
          </p:cNvPr>
          <p:cNvSpPr/>
          <p:nvPr/>
        </p:nvSpPr>
        <p:spPr>
          <a:xfrm>
            <a:off x="7081838" y="589790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3-9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2" name="四角形: 角を丸くする 731">
            <a:extLst>
              <a:ext uri="{FF2B5EF4-FFF2-40B4-BE49-F238E27FC236}">
                <a16:creationId xmlns:a16="http://schemas.microsoft.com/office/drawing/2014/main" id="{0EFF3696-E97B-4C98-B7C2-C6A42356C34D}"/>
              </a:ext>
            </a:extLst>
          </p:cNvPr>
          <p:cNvSpPr/>
          <p:nvPr/>
        </p:nvSpPr>
        <p:spPr>
          <a:xfrm>
            <a:off x="7310341" y="589790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9-5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3" name="四角形: 角を丸くする 732">
            <a:extLst>
              <a:ext uri="{FF2B5EF4-FFF2-40B4-BE49-F238E27FC236}">
                <a16:creationId xmlns:a16="http://schemas.microsoft.com/office/drawing/2014/main" id="{6CCE6696-0E81-46D9-8145-254BD10B41F3}"/>
              </a:ext>
            </a:extLst>
          </p:cNvPr>
          <p:cNvSpPr/>
          <p:nvPr/>
        </p:nvSpPr>
        <p:spPr>
          <a:xfrm>
            <a:off x="7538844" y="589790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12-1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4" name="四角形: 角を丸くする 733">
            <a:extLst>
              <a:ext uri="{FF2B5EF4-FFF2-40B4-BE49-F238E27FC236}">
                <a16:creationId xmlns:a16="http://schemas.microsoft.com/office/drawing/2014/main" id="{2E8D5C6F-7F5E-4CE2-A142-5796867ABC58}"/>
              </a:ext>
            </a:extLst>
          </p:cNvPr>
          <p:cNvSpPr/>
          <p:nvPr/>
        </p:nvSpPr>
        <p:spPr>
          <a:xfrm>
            <a:off x="6853335" y="5839523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5" name="四角形: 角を丸くする 734">
            <a:extLst>
              <a:ext uri="{FF2B5EF4-FFF2-40B4-BE49-F238E27FC236}">
                <a16:creationId xmlns:a16="http://schemas.microsoft.com/office/drawing/2014/main" id="{7B4F6D05-6534-4E7B-9950-A35FF70273A6}"/>
              </a:ext>
            </a:extLst>
          </p:cNvPr>
          <p:cNvSpPr/>
          <p:nvPr/>
        </p:nvSpPr>
        <p:spPr>
          <a:xfrm>
            <a:off x="7081838" y="5839523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3-7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6" name="四角形: 角を丸くする 735">
            <a:extLst>
              <a:ext uri="{FF2B5EF4-FFF2-40B4-BE49-F238E27FC236}">
                <a16:creationId xmlns:a16="http://schemas.microsoft.com/office/drawing/2014/main" id="{7AAC34CE-1437-42E2-8C26-83C4B74603CB}"/>
              </a:ext>
            </a:extLst>
          </p:cNvPr>
          <p:cNvSpPr/>
          <p:nvPr/>
        </p:nvSpPr>
        <p:spPr>
          <a:xfrm>
            <a:off x="7310341" y="5839523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9-3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7" name="四角形: 角を丸くする 736">
            <a:extLst>
              <a:ext uri="{FF2B5EF4-FFF2-40B4-BE49-F238E27FC236}">
                <a16:creationId xmlns:a16="http://schemas.microsoft.com/office/drawing/2014/main" id="{A9F39E85-469B-4D75-8F9A-B5329B251AF3}"/>
              </a:ext>
            </a:extLst>
          </p:cNvPr>
          <p:cNvSpPr/>
          <p:nvPr/>
        </p:nvSpPr>
        <p:spPr>
          <a:xfrm>
            <a:off x="6853335" y="5983523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8" name="四角形: 角を丸くする 737">
            <a:extLst>
              <a:ext uri="{FF2B5EF4-FFF2-40B4-BE49-F238E27FC236}">
                <a16:creationId xmlns:a16="http://schemas.microsoft.com/office/drawing/2014/main" id="{9AE5AF01-554D-4BB6-8362-063117BCD0DE}"/>
              </a:ext>
            </a:extLst>
          </p:cNvPr>
          <p:cNvSpPr/>
          <p:nvPr/>
        </p:nvSpPr>
        <p:spPr>
          <a:xfrm>
            <a:off x="7310341" y="596990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9-6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9" name="四角形: 角を丸くする 738">
            <a:extLst>
              <a:ext uri="{FF2B5EF4-FFF2-40B4-BE49-F238E27FC236}">
                <a16:creationId xmlns:a16="http://schemas.microsoft.com/office/drawing/2014/main" id="{EDC09558-BFC3-41A3-827F-376A0484F671}"/>
              </a:ext>
            </a:extLst>
          </p:cNvPr>
          <p:cNvSpPr/>
          <p:nvPr/>
        </p:nvSpPr>
        <p:spPr>
          <a:xfrm>
            <a:off x="8215399" y="588503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0" name="四角形: 角を丸くする 739">
            <a:extLst>
              <a:ext uri="{FF2B5EF4-FFF2-40B4-BE49-F238E27FC236}">
                <a16:creationId xmlns:a16="http://schemas.microsoft.com/office/drawing/2014/main" id="{F94BD85D-351A-4526-BB4C-B9CCDB1CD07A}"/>
              </a:ext>
            </a:extLst>
          </p:cNvPr>
          <p:cNvSpPr/>
          <p:nvPr/>
        </p:nvSpPr>
        <p:spPr>
          <a:xfrm>
            <a:off x="4300920" y="278690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11-1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1" name="四角形: 角を丸くする 740">
            <a:extLst>
              <a:ext uri="{FF2B5EF4-FFF2-40B4-BE49-F238E27FC236}">
                <a16:creationId xmlns:a16="http://schemas.microsoft.com/office/drawing/2014/main" id="{A91933D1-BBD4-4DA9-9857-B143209EC2DE}"/>
              </a:ext>
            </a:extLst>
          </p:cNvPr>
          <p:cNvSpPr/>
          <p:nvPr/>
        </p:nvSpPr>
        <p:spPr>
          <a:xfrm>
            <a:off x="4529422" y="278690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12-5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2" name="四角形: 角を丸くする 741">
            <a:extLst>
              <a:ext uri="{FF2B5EF4-FFF2-40B4-BE49-F238E27FC236}">
                <a16:creationId xmlns:a16="http://schemas.microsoft.com/office/drawing/2014/main" id="{19C72D38-F0C3-49CE-9750-A1148E965F78}"/>
              </a:ext>
            </a:extLst>
          </p:cNvPr>
          <p:cNvSpPr/>
          <p:nvPr/>
        </p:nvSpPr>
        <p:spPr>
          <a:xfrm>
            <a:off x="4529422" y="271490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12-2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5" name="四角形: 角を丸くする 744">
            <a:extLst>
              <a:ext uri="{FF2B5EF4-FFF2-40B4-BE49-F238E27FC236}">
                <a16:creationId xmlns:a16="http://schemas.microsoft.com/office/drawing/2014/main" id="{E1F0FCAF-F681-4F24-984F-E2A6630019A8}"/>
              </a:ext>
            </a:extLst>
          </p:cNvPr>
          <p:cNvSpPr/>
          <p:nvPr/>
        </p:nvSpPr>
        <p:spPr>
          <a:xfrm>
            <a:off x="4757924" y="278690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12-6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7" name="四角形: 角を丸くする 746">
            <a:extLst>
              <a:ext uri="{FF2B5EF4-FFF2-40B4-BE49-F238E27FC236}">
                <a16:creationId xmlns:a16="http://schemas.microsoft.com/office/drawing/2014/main" id="{047140BC-5614-4542-B95E-73815C28ADEF}"/>
              </a:ext>
            </a:extLst>
          </p:cNvPr>
          <p:cNvSpPr/>
          <p:nvPr/>
        </p:nvSpPr>
        <p:spPr>
          <a:xfrm>
            <a:off x="6909233" y="278690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12-4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8" name="四角形: 角を丸くする 747">
            <a:extLst>
              <a:ext uri="{FF2B5EF4-FFF2-40B4-BE49-F238E27FC236}">
                <a16:creationId xmlns:a16="http://schemas.microsoft.com/office/drawing/2014/main" id="{857CF7BF-910F-4EDE-8066-3080D038AB67}"/>
              </a:ext>
            </a:extLst>
          </p:cNvPr>
          <p:cNvSpPr/>
          <p:nvPr/>
        </p:nvSpPr>
        <p:spPr>
          <a:xfrm>
            <a:off x="6909233" y="271490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12-2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0" name="四角形: 角を丸くする 749">
            <a:extLst>
              <a:ext uri="{FF2B5EF4-FFF2-40B4-BE49-F238E27FC236}">
                <a16:creationId xmlns:a16="http://schemas.microsoft.com/office/drawing/2014/main" id="{A559ED0E-5DAE-4483-BF26-72255E70203A}"/>
              </a:ext>
            </a:extLst>
          </p:cNvPr>
          <p:cNvSpPr/>
          <p:nvPr/>
        </p:nvSpPr>
        <p:spPr>
          <a:xfrm>
            <a:off x="3009850" y="3167721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12-3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3" name="四角形: 角を丸くする 752">
            <a:extLst>
              <a:ext uri="{FF2B5EF4-FFF2-40B4-BE49-F238E27FC236}">
                <a16:creationId xmlns:a16="http://schemas.microsoft.com/office/drawing/2014/main" id="{E02B11C5-42A4-4B29-88CB-C38990FDD9A5}"/>
              </a:ext>
            </a:extLst>
          </p:cNvPr>
          <p:cNvSpPr/>
          <p:nvPr/>
        </p:nvSpPr>
        <p:spPr>
          <a:xfrm>
            <a:off x="4305017" y="3167721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12-2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4" name="四角形: 角を丸くする 753">
            <a:extLst>
              <a:ext uri="{FF2B5EF4-FFF2-40B4-BE49-F238E27FC236}">
                <a16:creationId xmlns:a16="http://schemas.microsoft.com/office/drawing/2014/main" id="{EDB7774C-F40E-4F0B-AAB2-5A465837B0F3}"/>
              </a:ext>
            </a:extLst>
          </p:cNvPr>
          <p:cNvSpPr/>
          <p:nvPr/>
        </p:nvSpPr>
        <p:spPr>
          <a:xfrm>
            <a:off x="8204244" y="315845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34-20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5" name="四角形: 角を丸くする 754">
            <a:extLst>
              <a:ext uri="{FF2B5EF4-FFF2-40B4-BE49-F238E27FC236}">
                <a16:creationId xmlns:a16="http://schemas.microsoft.com/office/drawing/2014/main" id="{AD14C832-899D-42F9-B5C4-EE4F0362ECDB}"/>
              </a:ext>
            </a:extLst>
          </p:cNvPr>
          <p:cNvSpPr/>
          <p:nvPr/>
        </p:nvSpPr>
        <p:spPr>
          <a:xfrm>
            <a:off x="8204244" y="308645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34-19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6" name="四角形: 角を丸くする 755">
            <a:extLst>
              <a:ext uri="{FF2B5EF4-FFF2-40B4-BE49-F238E27FC236}">
                <a16:creationId xmlns:a16="http://schemas.microsoft.com/office/drawing/2014/main" id="{E60C1B98-35D9-4C9A-86E0-2DC47EB4AEE4}"/>
              </a:ext>
            </a:extLst>
          </p:cNvPr>
          <p:cNvSpPr/>
          <p:nvPr/>
        </p:nvSpPr>
        <p:spPr>
          <a:xfrm>
            <a:off x="3009850" y="354805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9-1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7" name="四角形: 角を丸くする 756">
            <a:extLst>
              <a:ext uri="{FF2B5EF4-FFF2-40B4-BE49-F238E27FC236}">
                <a16:creationId xmlns:a16="http://schemas.microsoft.com/office/drawing/2014/main" id="{C15BA473-4526-48F9-BE75-5EF8742A3275}"/>
              </a:ext>
            </a:extLst>
          </p:cNvPr>
          <p:cNvSpPr/>
          <p:nvPr/>
        </p:nvSpPr>
        <p:spPr>
          <a:xfrm>
            <a:off x="3238352" y="354805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11-1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8" name="四角形: 角を丸くする 757">
            <a:extLst>
              <a:ext uri="{FF2B5EF4-FFF2-40B4-BE49-F238E27FC236}">
                <a16:creationId xmlns:a16="http://schemas.microsoft.com/office/drawing/2014/main" id="{BFD5B55F-5EB4-450C-B3F2-391A1F688BF2}"/>
              </a:ext>
            </a:extLst>
          </p:cNvPr>
          <p:cNvSpPr/>
          <p:nvPr/>
        </p:nvSpPr>
        <p:spPr>
          <a:xfrm>
            <a:off x="3466854" y="354805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12-3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9" name="四角形: 角を丸くする 758">
            <a:extLst>
              <a:ext uri="{FF2B5EF4-FFF2-40B4-BE49-F238E27FC236}">
                <a16:creationId xmlns:a16="http://schemas.microsoft.com/office/drawing/2014/main" id="{4DFB3949-967D-40B0-B30E-7CFBE920565E}"/>
              </a:ext>
            </a:extLst>
          </p:cNvPr>
          <p:cNvSpPr/>
          <p:nvPr/>
        </p:nvSpPr>
        <p:spPr>
          <a:xfrm>
            <a:off x="3695356" y="354805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34-19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0" name="四角形: 角を丸くする 759">
            <a:extLst>
              <a:ext uri="{FF2B5EF4-FFF2-40B4-BE49-F238E27FC236}">
                <a16:creationId xmlns:a16="http://schemas.microsoft.com/office/drawing/2014/main" id="{A312DBDF-CF78-48E7-8662-CE52FCC8D3BD}"/>
              </a:ext>
            </a:extLst>
          </p:cNvPr>
          <p:cNvSpPr/>
          <p:nvPr/>
        </p:nvSpPr>
        <p:spPr>
          <a:xfrm>
            <a:off x="4300920" y="354805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3-7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1" name="四角形: 角を丸くする 760">
            <a:extLst>
              <a:ext uri="{FF2B5EF4-FFF2-40B4-BE49-F238E27FC236}">
                <a16:creationId xmlns:a16="http://schemas.microsoft.com/office/drawing/2014/main" id="{5C4A17DE-14DE-414C-BE75-D6C2DD8ED644}"/>
              </a:ext>
            </a:extLst>
          </p:cNvPr>
          <p:cNvSpPr/>
          <p:nvPr/>
        </p:nvSpPr>
        <p:spPr>
          <a:xfrm>
            <a:off x="4529422" y="354805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12-2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2" name="四角形: 角を丸くする 761">
            <a:extLst>
              <a:ext uri="{FF2B5EF4-FFF2-40B4-BE49-F238E27FC236}">
                <a16:creationId xmlns:a16="http://schemas.microsoft.com/office/drawing/2014/main" id="{EA2426F2-ACDA-4979-8594-E83BE06C05FE}"/>
              </a:ext>
            </a:extLst>
          </p:cNvPr>
          <p:cNvSpPr/>
          <p:nvPr/>
        </p:nvSpPr>
        <p:spPr>
          <a:xfrm>
            <a:off x="4757924" y="354805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34-19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3" name="四角形: 角を丸くする 762">
            <a:extLst>
              <a:ext uri="{FF2B5EF4-FFF2-40B4-BE49-F238E27FC236}">
                <a16:creationId xmlns:a16="http://schemas.microsoft.com/office/drawing/2014/main" id="{D78C397C-55A6-4654-A5A5-D7E2BED44968}"/>
              </a:ext>
            </a:extLst>
          </p:cNvPr>
          <p:cNvSpPr/>
          <p:nvPr/>
        </p:nvSpPr>
        <p:spPr>
          <a:xfrm>
            <a:off x="5624588" y="3614309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12-2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4" name="四角形: 角を丸くする 763">
            <a:extLst>
              <a:ext uri="{FF2B5EF4-FFF2-40B4-BE49-F238E27FC236}">
                <a16:creationId xmlns:a16="http://schemas.microsoft.com/office/drawing/2014/main" id="{C42DA0F1-E25D-45E3-BD4F-0645EAF379F0}"/>
              </a:ext>
            </a:extLst>
          </p:cNvPr>
          <p:cNvSpPr/>
          <p:nvPr/>
        </p:nvSpPr>
        <p:spPr>
          <a:xfrm>
            <a:off x="5624588" y="3542309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12-1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5" name="四角形: 角を丸くする 764">
            <a:extLst>
              <a:ext uri="{FF2B5EF4-FFF2-40B4-BE49-F238E27FC236}">
                <a16:creationId xmlns:a16="http://schemas.microsoft.com/office/drawing/2014/main" id="{5340FEB0-7620-41CA-B8EA-F2B5AF3DE268}"/>
              </a:ext>
            </a:extLst>
          </p:cNvPr>
          <p:cNvSpPr/>
          <p:nvPr/>
        </p:nvSpPr>
        <p:spPr>
          <a:xfrm>
            <a:off x="6916678" y="3542309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12-6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6" name="四角形: 角を丸くする 765">
            <a:extLst>
              <a:ext uri="{FF2B5EF4-FFF2-40B4-BE49-F238E27FC236}">
                <a16:creationId xmlns:a16="http://schemas.microsoft.com/office/drawing/2014/main" id="{E8CC2A67-9BD3-4D62-B5F4-69721EC6731C}"/>
              </a:ext>
            </a:extLst>
          </p:cNvPr>
          <p:cNvSpPr/>
          <p:nvPr/>
        </p:nvSpPr>
        <p:spPr>
          <a:xfrm>
            <a:off x="4300920" y="1524668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12-3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7" name="四角形: 角を丸くする 766">
            <a:extLst>
              <a:ext uri="{FF2B5EF4-FFF2-40B4-BE49-F238E27FC236}">
                <a16:creationId xmlns:a16="http://schemas.microsoft.com/office/drawing/2014/main" id="{01E2E5D9-F7D2-422B-9E14-2200D051A718}"/>
              </a:ext>
            </a:extLst>
          </p:cNvPr>
          <p:cNvSpPr/>
          <p:nvPr/>
        </p:nvSpPr>
        <p:spPr>
          <a:xfrm>
            <a:off x="4529422" y="1524668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13-2	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8" name="四角形: 角を丸くする 767">
            <a:extLst>
              <a:ext uri="{FF2B5EF4-FFF2-40B4-BE49-F238E27FC236}">
                <a16:creationId xmlns:a16="http://schemas.microsoft.com/office/drawing/2014/main" id="{68FE8AC4-AEAA-4443-916C-EFD46D95C0E0}"/>
              </a:ext>
            </a:extLst>
          </p:cNvPr>
          <p:cNvSpPr/>
          <p:nvPr/>
        </p:nvSpPr>
        <p:spPr>
          <a:xfrm>
            <a:off x="4300920" y="4324962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32-3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9" name="四角形: 角を丸くする 768">
            <a:extLst>
              <a:ext uri="{FF2B5EF4-FFF2-40B4-BE49-F238E27FC236}">
                <a16:creationId xmlns:a16="http://schemas.microsoft.com/office/drawing/2014/main" id="{4FE1E952-C8E6-452B-B327-C7C207A2FF58}"/>
              </a:ext>
            </a:extLst>
          </p:cNvPr>
          <p:cNvSpPr/>
          <p:nvPr/>
        </p:nvSpPr>
        <p:spPr>
          <a:xfrm>
            <a:off x="4529422" y="4324962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34-19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0" name="四角形: 角を丸くする 769">
            <a:extLst>
              <a:ext uri="{FF2B5EF4-FFF2-40B4-BE49-F238E27FC236}">
                <a16:creationId xmlns:a16="http://schemas.microsoft.com/office/drawing/2014/main" id="{B30F6D9B-4414-4C44-865C-9A0A7C59B2E7}"/>
              </a:ext>
            </a:extLst>
          </p:cNvPr>
          <p:cNvSpPr/>
          <p:nvPr/>
        </p:nvSpPr>
        <p:spPr>
          <a:xfrm>
            <a:off x="5629275" y="4324962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32-3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1" name="四角形: 角を丸くする 770">
            <a:extLst>
              <a:ext uri="{FF2B5EF4-FFF2-40B4-BE49-F238E27FC236}">
                <a16:creationId xmlns:a16="http://schemas.microsoft.com/office/drawing/2014/main" id="{6B6652B4-1CD5-4955-BE91-285841FDC4E9}"/>
              </a:ext>
            </a:extLst>
          </p:cNvPr>
          <p:cNvSpPr/>
          <p:nvPr/>
        </p:nvSpPr>
        <p:spPr>
          <a:xfrm>
            <a:off x="5857777" y="4324962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34-19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2" name="四角形: 角を丸くする 771">
            <a:extLst>
              <a:ext uri="{FF2B5EF4-FFF2-40B4-BE49-F238E27FC236}">
                <a16:creationId xmlns:a16="http://schemas.microsoft.com/office/drawing/2014/main" id="{2B6F1AE9-24A7-4791-B771-260251113CDA}"/>
              </a:ext>
            </a:extLst>
          </p:cNvPr>
          <p:cNvSpPr/>
          <p:nvPr/>
        </p:nvSpPr>
        <p:spPr>
          <a:xfrm>
            <a:off x="8211295" y="4324962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34-19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3" name="四角形: 角を丸くする 772">
            <a:extLst>
              <a:ext uri="{FF2B5EF4-FFF2-40B4-BE49-F238E27FC236}">
                <a16:creationId xmlns:a16="http://schemas.microsoft.com/office/drawing/2014/main" id="{DAA71C5A-56A9-4742-8888-9B50356AF079}"/>
              </a:ext>
            </a:extLst>
          </p:cNvPr>
          <p:cNvSpPr/>
          <p:nvPr/>
        </p:nvSpPr>
        <p:spPr>
          <a:xfrm>
            <a:off x="6909233" y="4324962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32-3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4" name="四角形: 角を丸くする 773">
            <a:extLst>
              <a:ext uri="{FF2B5EF4-FFF2-40B4-BE49-F238E27FC236}">
                <a16:creationId xmlns:a16="http://schemas.microsoft.com/office/drawing/2014/main" id="{EC2747E7-97D7-44AC-9768-B8D194E16952}"/>
              </a:ext>
            </a:extLst>
          </p:cNvPr>
          <p:cNvSpPr/>
          <p:nvPr/>
        </p:nvSpPr>
        <p:spPr>
          <a:xfrm>
            <a:off x="7137735" y="4324962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34-19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5" name="四角形: 角を丸くする 774">
            <a:extLst>
              <a:ext uri="{FF2B5EF4-FFF2-40B4-BE49-F238E27FC236}">
                <a16:creationId xmlns:a16="http://schemas.microsoft.com/office/drawing/2014/main" id="{C4A7C47C-56A3-4CD8-95DD-E91AB266A349}"/>
              </a:ext>
            </a:extLst>
          </p:cNvPr>
          <p:cNvSpPr/>
          <p:nvPr/>
        </p:nvSpPr>
        <p:spPr>
          <a:xfrm>
            <a:off x="3010407" y="469650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32-3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6" name="四角形: 角を丸くする 775">
            <a:extLst>
              <a:ext uri="{FF2B5EF4-FFF2-40B4-BE49-F238E27FC236}">
                <a16:creationId xmlns:a16="http://schemas.microsoft.com/office/drawing/2014/main" id="{89B97484-DD13-48C9-8440-D3758F7B146B}"/>
              </a:ext>
            </a:extLst>
          </p:cNvPr>
          <p:cNvSpPr/>
          <p:nvPr/>
        </p:nvSpPr>
        <p:spPr>
          <a:xfrm>
            <a:off x="3238909" y="469650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34-19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7" name="四角形: 角を丸くする 776">
            <a:extLst>
              <a:ext uri="{FF2B5EF4-FFF2-40B4-BE49-F238E27FC236}">
                <a16:creationId xmlns:a16="http://schemas.microsoft.com/office/drawing/2014/main" id="{49ADA06E-64D0-4D18-AF87-CEF5E12E31B1}"/>
              </a:ext>
            </a:extLst>
          </p:cNvPr>
          <p:cNvSpPr/>
          <p:nvPr/>
        </p:nvSpPr>
        <p:spPr>
          <a:xfrm>
            <a:off x="5629275" y="4700263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32-3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8" name="四角形: 角を丸くする 777">
            <a:extLst>
              <a:ext uri="{FF2B5EF4-FFF2-40B4-BE49-F238E27FC236}">
                <a16:creationId xmlns:a16="http://schemas.microsoft.com/office/drawing/2014/main" id="{6D9606B9-505B-4238-98B5-7A1B35D2F909}"/>
              </a:ext>
            </a:extLst>
          </p:cNvPr>
          <p:cNvSpPr/>
          <p:nvPr/>
        </p:nvSpPr>
        <p:spPr>
          <a:xfrm>
            <a:off x="9799155" y="194862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17-1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9" name="四角形: 角を丸くする 778">
            <a:extLst>
              <a:ext uri="{FF2B5EF4-FFF2-40B4-BE49-F238E27FC236}">
                <a16:creationId xmlns:a16="http://schemas.microsoft.com/office/drawing/2014/main" id="{98E063E9-1E12-4A43-AEBB-9FD782204CE9}"/>
              </a:ext>
            </a:extLst>
          </p:cNvPr>
          <p:cNvSpPr/>
          <p:nvPr/>
        </p:nvSpPr>
        <p:spPr>
          <a:xfrm>
            <a:off x="10027658" y="194862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20-11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1" name="四角形: 角を丸くする 780">
            <a:extLst>
              <a:ext uri="{FF2B5EF4-FFF2-40B4-BE49-F238E27FC236}">
                <a16:creationId xmlns:a16="http://schemas.microsoft.com/office/drawing/2014/main" id="{271F8800-023B-4822-8EC3-6A0050948F58}"/>
              </a:ext>
            </a:extLst>
          </p:cNvPr>
          <p:cNvSpPr/>
          <p:nvPr/>
        </p:nvSpPr>
        <p:spPr>
          <a:xfrm>
            <a:off x="10484664" y="194862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23-1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2" name="四角形: 角を丸くする 781">
            <a:extLst>
              <a:ext uri="{FF2B5EF4-FFF2-40B4-BE49-F238E27FC236}">
                <a16:creationId xmlns:a16="http://schemas.microsoft.com/office/drawing/2014/main" id="{9D477F13-802F-4E28-8DCF-A1B1A6440508}"/>
              </a:ext>
            </a:extLst>
          </p:cNvPr>
          <p:cNvSpPr/>
          <p:nvPr/>
        </p:nvSpPr>
        <p:spPr>
          <a:xfrm>
            <a:off x="10713166" y="194862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24-1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6" name="四角形: 角を丸くする 785">
            <a:extLst>
              <a:ext uri="{FF2B5EF4-FFF2-40B4-BE49-F238E27FC236}">
                <a16:creationId xmlns:a16="http://schemas.microsoft.com/office/drawing/2014/main" id="{F5030F43-BD2C-431B-8DD5-400D2144ECF8}"/>
              </a:ext>
            </a:extLst>
          </p:cNvPr>
          <p:cNvSpPr/>
          <p:nvPr/>
        </p:nvSpPr>
        <p:spPr>
          <a:xfrm>
            <a:off x="10027658" y="187662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20-2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9" name="四角形: 角を丸くする 788">
            <a:extLst>
              <a:ext uri="{FF2B5EF4-FFF2-40B4-BE49-F238E27FC236}">
                <a16:creationId xmlns:a16="http://schemas.microsoft.com/office/drawing/2014/main" id="{B91FE6FC-639D-4219-A631-0378CF66960F}"/>
              </a:ext>
            </a:extLst>
          </p:cNvPr>
          <p:cNvSpPr/>
          <p:nvPr/>
        </p:nvSpPr>
        <p:spPr>
          <a:xfrm>
            <a:off x="10256162" y="194862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22-3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0" name="四角形: 角を丸くする 789">
            <a:extLst>
              <a:ext uri="{FF2B5EF4-FFF2-40B4-BE49-F238E27FC236}">
                <a16:creationId xmlns:a16="http://schemas.microsoft.com/office/drawing/2014/main" id="{D7DFB69E-B6EF-488F-8A7C-528FC167110F}"/>
              </a:ext>
            </a:extLst>
          </p:cNvPr>
          <p:cNvSpPr/>
          <p:nvPr/>
        </p:nvSpPr>
        <p:spPr>
          <a:xfrm>
            <a:off x="10256162" y="187662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22-2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1" name="四角形: 角を丸くする 790">
            <a:extLst>
              <a:ext uri="{FF2B5EF4-FFF2-40B4-BE49-F238E27FC236}">
                <a16:creationId xmlns:a16="http://schemas.microsoft.com/office/drawing/2014/main" id="{9D368077-1D9A-4340-A398-CEEDF684E6B0}"/>
              </a:ext>
            </a:extLst>
          </p:cNvPr>
          <p:cNvSpPr/>
          <p:nvPr/>
        </p:nvSpPr>
        <p:spPr>
          <a:xfrm>
            <a:off x="10256162" y="180462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22-1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3" name="四角形: 角を丸くする 792">
            <a:extLst>
              <a:ext uri="{FF2B5EF4-FFF2-40B4-BE49-F238E27FC236}">
                <a16:creationId xmlns:a16="http://schemas.microsoft.com/office/drawing/2014/main" id="{F9996100-7718-47B2-88A4-BC6E9276BCBD}"/>
              </a:ext>
            </a:extLst>
          </p:cNvPr>
          <p:cNvSpPr/>
          <p:nvPr/>
        </p:nvSpPr>
        <p:spPr>
          <a:xfrm>
            <a:off x="10891029" y="2138141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34-20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4" name="四角形: 角を丸くする 793">
            <a:extLst>
              <a:ext uri="{FF2B5EF4-FFF2-40B4-BE49-F238E27FC236}">
                <a16:creationId xmlns:a16="http://schemas.microsoft.com/office/drawing/2014/main" id="{9F4E79F8-7F28-44F5-96FC-89E7425FF64A}"/>
              </a:ext>
            </a:extLst>
          </p:cNvPr>
          <p:cNvSpPr/>
          <p:nvPr/>
        </p:nvSpPr>
        <p:spPr>
          <a:xfrm>
            <a:off x="10891029" y="2066141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34-19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5" name="四角形: 角を丸くする 794">
            <a:extLst>
              <a:ext uri="{FF2B5EF4-FFF2-40B4-BE49-F238E27FC236}">
                <a16:creationId xmlns:a16="http://schemas.microsoft.com/office/drawing/2014/main" id="{ABABAFC0-26FB-42CA-AE0D-0BF44DE50AAF}"/>
              </a:ext>
            </a:extLst>
          </p:cNvPr>
          <p:cNvSpPr/>
          <p:nvPr/>
        </p:nvSpPr>
        <p:spPr>
          <a:xfrm>
            <a:off x="11120563" y="194862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20-5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6" name="四角形: 角を丸くする 795">
            <a:extLst>
              <a:ext uri="{FF2B5EF4-FFF2-40B4-BE49-F238E27FC236}">
                <a16:creationId xmlns:a16="http://schemas.microsoft.com/office/drawing/2014/main" id="{A4D3A221-F8C9-444B-8BCA-BBAC55EADCA4}"/>
              </a:ext>
            </a:extLst>
          </p:cNvPr>
          <p:cNvSpPr/>
          <p:nvPr/>
        </p:nvSpPr>
        <p:spPr>
          <a:xfrm>
            <a:off x="11349066" y="194862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22-3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7" name="四角形: 角を丸くする 796">
            <a:extLst>
              <a:ext uri="{FF2B5EF4-FFF2-40B4-BE49-F238E27FC236}">
                <a16:creationId xmlns:a16="http://schemas.microsoft.com/office/drawing/2014/main" id="{7BFB60F5-FD33-48DE-8D7A-6795BE5DC130}"/>
              </a:ext>
            </a:extLst>
          </p:cNvPr>
          <p:cNvSpPr/>
          <p:nvPr/>
        </p:nvSpPr>
        <p:spPr>
          <a:xfrm>
            <a:off x="11806072" y="194862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24-1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8" name="四角形: 角を丸くする 797">
            <a:extLst>
              <a:ext uri="{FF2B5EF4-FFF2-40B4-BE49-F238E27FC236}">
                <a16:creationId xmlns:a16="http://schemas.microsoft.com/office/drawing/2014/main" id="{1AC64997-CB28-48F7-97D1-87280F9C502D}"/>
              </a:ext>
            </a:extLst>
          </p:cNvPr>
          <p:cNvSpPr/>
          <p:nvPr/>
        </p:nvSpPr>
        <p:spPr>
          <a:xfrm>
            <a:off x="11577570" y="194862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23-1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9" name="四角形: 角を丸くする 798">
            <a:extLst>
              <a:ext uri="{FF2B5EF4-FFF2-40B4-BE49-F238E27FC236}">
                <a16:creationId xmlns:a16="http://schemas.microsoft.com/office/drawing/2014/main" id="{D65DDF42-93E0-4489-948B-9B6855683FFD}"/>
              </a:ext>
            </a:extLst>
          </p:cNvPr>
          <p:cNvSpPr/>
          <p:nvPr/>
        </p:nvSpPr>
        <p:spPr>
          <a:xfrm>
            <a:off x="11120563" y="187662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20-2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0" name="四角形: 角を丸くする 799">
            <a:extLst>
              <a:ext uri="{FF2B5EF4-FFF2-40B4-BE49-F238E27FC236}">
                <a16:creationId xmlns:a16="http://schemas.microsoft.com/office/drawing/2014/main" id="{E85D46EE-54FD-470A-8D6B-4700482E92EF}"/>
              </a:ext>
            </a:extLst>
          </p:cNvPr>
          <p:cNvSpPr/>
          <p:nvPr/>
        </p:nvSpPr>
        <p:spPr>
          <a:xfrm>
            <a:off x="11349066" y="187662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22-2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1" name="四角形: 角を丸くする 800">
            <a:extLst>
              <a:ext uri="{FF2B5EF4-FFF2-40B4-BE49-F238E27FC236}">
                <a16:creationId xmlns:a16="http://schemas.microsoft.com/office/drawing/2014/main" id="{A0EF71BD-99E8-46DE-A418-BAF859560F57}"/>
              </a:ext>
            </a:extLst>
          </p:cNvPr>
          <p:cNvSpPr/>
          <p:nvPr/>
        </p:nvSpPr>
        <p:spPr>
          <a:xfrm>
            <a:off x="11120563" y="180462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20-1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2" name="四角形: 角を丸くする 801">
            <a:extLst>
              <a:ext uri="{FF2B5EF4-FFF2-40B4-BE49-F238E27FC236}">
                <a16:creationId xmlns:a16="http://schemas.microsoft.com/office/drawing/2014/main" id="{8B9AF882-7D03-44AF-9C98-670D9EA9C2BB}"/>
              </a:ext>
            </a:extLst>
          </p:cNvPr>
          <p:cNvSpPr/>
          <p:nvPr/>
        </p:nvSpPr>
        <p:spPr>
          <a:xfrm>
            <a:off x="11349066" y="180462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22-1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3" name="四角形: 角を丸くする 802">
            <a:extLst>
              <a:ext uri="{FF2B5EF4-FFF2-40B4-BE49-F238E27FC236}">
                <a16:creationId xmlns:a16="http://schemas.microsoft.com/office/drawing/2014/main" id="{063C9AFC-D6B1-472E-B7A9-A451DB552643}"/>
              </a:ext>
            </a:extLst>
          </p:cNvPr>
          <p:cNvSpPr/>
          <p:nvPr/>
        </p:nvSpPr>
        <p:spPr>
          <a:xfrm>
            <a:off x="9799155" y="259002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17-1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4" name="四角形: 角を丸くする 803">
            <a:extLst>
              <a:ext uri="{FF2B5EF4-FFF2-40B4-BE49-F238E27FC236}">
                <a16:creationId xmlns:a16="http://schemas.microsoft.com/office/drawing/2014/main" id="{2AD618F7-F50D-4C34-97C2-F9B5DF9BA20F}"/>
              </a:ext>
            </a:extLst>
          </p:cNvPr>
          <p:cNvSpPr/>
          <p:nvPr/>
        </p:nvSpPr>
        <p:spPr>
          <a:xfrm>
            <a:off x="10027658" y="259002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20-12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5" name="四角形: 角を丸くする 804">
            <a:extLst>
              <a:ext uri="{FF2B5EF4-FFF2-40B4-BE49-F238E27FC236}">
                <a16:creationId xmlns:a16="http://schemas.microsoft.com/office/drawing/2014/main" id="{E0CCFA13-6B99-4237-814A-9C45CF05764B}"/>
              </a:ext>
            </a:extLst>
          </p:cNvPr>
          <p:cNvSpPr/>
          <p:nvPr/>
        </p:nvSpPr>
        <p:spPr>
          <a:xfrm>
            <a:off x="10484664" y="259002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23-1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6" name="四角形: 角を丸くする 805">
            <a:extLst>
              <a:ext uri="{FF2B5EF4-FFF2-40B4-BE49-F238E27FC236}">
                <a16:creationId xmlns:a16="http://schemas.microsoft.com/office/drawing/2014/main" id="{A3E0289B-F3E8-45EF-961A-9BB684125574}"/>
              </a:ext>
            </a:extLst>
          </p:cNvPr>
          <p:cNvSpPr/>
          <p:nvPr/>
        </p:nvSpPr>
        <p:spPr>
          <a:xfrm>
            <a:off x="10713166" y="259002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24-1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7" name="四角形: 角を丸くする 806">
            <a:extLst>
              <a:ext uri="{FF2B5EF4-FFF2-40B4-BE49-F238E27FC236}">
                <a16:creationId xmlns:a16="http://schemas.microsoft.com/office/drawing/2014/main" id="{3469920E-991C-41F5-9D02-84EFF8EF3D75}"/>
              </a:ext>
            </a:extLst>
          </p:cNvPr>
          <p:cNvSpPr/>
          <p:nvPr/>
        </p:nvSpPr>
        <p:spPr>
          <a:xfrm>
            <a:off x="10256162" y="259002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22-3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8" name="四角形: 角を丸くする 807">
            <a:extLst>
              <a:ext uri="{FF2B5EF4-FFF2-40B4-BE49-F238E27FC236}">
                <a16:creationId xmlns:a16="http://schemas.microsoft.com/office/drawing/2014/main" id="{0B96C807-1EFB-4AAB-9D13-381D9E1B589D}"/>
              </a:ext>
            </a:extLst>
          </p:cNvPr>
          <p:cNvSpPr/>
          <p:nvPr/>
        </p:nvSpPr>
        <p:spPr>
          <a:xfrm>
            <a:off x="10909841" y="266955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34-19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9" name="四角形: 角を丸くする 808">
            <a:extLst>
              <a:ext uri="{FF2B5EF4-FFF2-40B4-BE49-F238E27FC236}">
                <a16:creationId xmlns:a16="http://schemas.microsoft.com/office/drawing/2014/main" id="{17C8D69C-EEC2-40A2-8828-DA384F49420E}"/>
              </a:ext>
            </a:extLst>
          </p:cNvPr>
          <p:cNvSpPr/>
          <p:nvPr/>
        </p:nvSpPr>
        <p:spPr>
          <a:xfrm>
            <a:off x="10027658" y="251802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2010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0" name="四角形: 角を丸くする 809">
            <a:extLst>
              <a:ext uri="{FF2B5EF4-FFF2-40B4-BE49-F238E27FC236}">
                <a16:creationId xmlns:a16="http://schemas.microsoft.com/office/drawing/2014/main" id="{6AFFB06D-A3AD-4027-BF08-42AF26C3D56D}"/>
              </a:ext>
            </a:extLst>
          </p:cNvPr>
          <p:cNvSpPr/>
          <p:nvPr/>
        </p:nvSpPr>
        <p:spPr>
          <a:xfrm>
            <a:off x="10027658" y="244602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20-2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1" name="四角形: 角を丸くする 810">
            <a:extLst>
              <a:ext uri="{FF2B5EF4-FFF2-40B4-BE49-F238E27FC236}">
                <a16:creationId xmlns:a16="http://schemas.microsoft.com/office/drawing/2014/main" id="{EC7F55F1-21B7-4414-A349-4B0F8D6D27BB}"/>
              </a:ext>
            </a:extLst>
          </p:cNvPr>
          <p:cNvSpPr/>
          <p:nvPr/>
        </p:nvSpPr>
        <p:spPr>
          <a:xfrm>
            <a:off x="10256162" y="251802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22-2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2" name="四角形: 角を丸くする 811">
            <a:extLst>
              <a:ext uri="{FF2B5EF4-FFF2-40B4-BE49-F238E27FC236}">
                <a16:creationId xmlns:a16="http://schemas.microsoft.com/office/drawing/2014/main" id="{BED0A2B1-F593-47F4-BB4C-0AA61DC81507}"/>
              </a:ext>
            </a:extLst>
          </p:cNvPr>
          <p:cNvSpPr/>
          <p:nvPr/>
        </p:nvSpPr>
        <p:spPr>
          <a:xfrm>
            <a:off x="10256162" y="244602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22-1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3" name="四角形: 角を丸くする 812">
            <a:extLst>
              <a:ext uri="{FF2B5EF4-FFF2-40B4-BE49-F238E27FC236}">
                <a16:creationId xmlns:a16="http://schemas.microsoft.com/office/drawing/2014/main" id="{C19E6561-118D-4608-A711-098F6FCC4EFD}"/>
              </a:ext>
            </a:extLst>
          </p:cNvPr>
          <p:cNvSpPr/>
          <p:nvPr/>
        </p:nvSpPr>
        <p:spPr>
          <a:xfrm>
            <a:off x="10909841" y="274155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34-20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4" name="四角形: 角を丸くする 813">
            <a:extLst>
              <a:ext uri="{FF2B5EF4-FFF2-40B4-BE49-F238E27FC236}">
                <a16:creationId xmlns:a16="http://schemas.microsoft.com/office/drawing/2014/main" id="{33B996B3-BB4F-4C43-B337-3A6ED52DD568}"/>
              </a:ext>
            </a:extLst>
          </p:cNvPr>
          <p:cNvSpPr/>
          <p:nvPr/>
        </p:nvSpPr>
        <p:spPr>
          <a:xfrm>
            <a:off x="11120563" y="2583583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20-13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5" name="四角形: 角を丸くする 814">
            <a:extLst>
              <a:ext uri="{FF2B5EF4-FFF2-40B4-BE49-F238E27FC236}">
                <a16:creationId xmlns:a16="http://schemas.microsoft.com/office/drawing/2014/main" id="{36232D30-17E0-4992-AD44-69CCE60878F6}"/>
              </a:ext>
            </a:extLst>
          </p:cNvPr>
          <p:cNvSpPr/>
          <p:nvPr/>
        </p:nvSpPr>
        <p:spPr>
          <a:xfrm>
            <a:off x="11349066" y="2583583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22-3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6" name="四角形: 角を丸くする 815">
            <a:extLst>
              <a:ext uri="{FF2B5EF4-FFF2-40B4-BE49-F238E27FC236}">
                <a16:creationId xmlns:a16="http://schemas.microsoft.com/office/drawing/2014/main" id="{75B86A8A-4B17-44FD-860E-5641DEDEE041}"/>
              </a:ext>
            </a:extLst>
          </p:cNvPr>
          <p:cNvSpPr/>
          <p:nvPr/>
        </p:nvSpPr>
        <p:spPr>
          <a:xfrm>
            <a:off x="11577570" y="2583583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23-1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8" name="四角形: 角を丸くする 817">
            <a:extLst>
              <a:ext uri="{FF2B5EF4-FFF2-40B4-BE49-F238E27FC236}">
                <a16:creationId xmlns:a16="http://schemas.microsoft.com/office/drawing/2014/main" id="{553AD38A-1FF7-4DC9-9E77-CD66A3EFBF52}"/>
              </a:ext>
            </a:extLst>
          </p:cNvPr>
          <p:cNvSpPr/>
          <p:nvPr/>
        </p:nvSpPr>
        <p:spPr>
          <a:xfrm>
            <a:off x="11349066" y="2511583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22-2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9" name="四角形: 角を丸くする 818">
            <a:extLst>
              <a:ext uri="{FF2B5EF4-FFF2-40B4-BE49-F238E27FC236}">
                <a16:creationId xmlns:a16="http://schemas.microsoft.com/office/drawing/2014/main" id="{24299491-5571-4DE6-8DE3-618B173983D8}"/>
              </a:ext>
            </a:extLst>
          </p:cNvPr>
          <p:cNvSpPr/>
          <p:nvPr/>
        </p:nvSpPr>
        <p:spPr>
          <a:xfrm>
            <a:off x="11120563" y="2511583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20-2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0" name="四角形: 角を丸くする 819">
            <a:extLst>
              <a:ext uri="{FF2B5EF4-FFF2-40B4-BE49-F238E27FC236}">
                <a16:creationId xmlns:a16="http://schemas.microsoft.com/office/drawing/2014/main" id="{2D01BA11-7F92-43E1-BD83-166F5BC9DDC0}"/>
              </a:ext>
            </a:extLst>
          </p:cNvPr>
          <p:cNvSpPr/>
          <p:nvPr/>
        </p:nvSpPr>
        <p:spPr>
          <a:xfrm>
            <a:off x="11349066" y="2439583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22-1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1" name="四角形: 角を丸くする 820">
            <a:extLst>
              <a:ext uri="{FF2B5EF4-FFF2-40B4-BE49-F238E27FC236}">
                <a16:creationId xmlns:a16="http://schemas.microsoft.com/office/drawing/2014/main" id="{802BF9A1-1DD5-4E74-BF32-BFE3370E28FE}"/>
              </a:ext>
            </a:extLst>
          </p:cNvPr>
          <p:cNvSpPr/>
          <p:nvPr/>
        </p:nvSpPr>
        <p:spPr>
          <a:xfrm>
            <a:off x="9799155" y="323142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17-2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2" name="四角形: 角を丸くする 821">
            <a:extLst>
              <a:ext uri="{FF2B5EF4-FFF2-40B4-BE49-F238E27FC236}">
                <a16:creationId xmlns:a16="http://schemas.microsoft.com/office/drawing/2014/main" id="{1D00FFD3-099C-4FEC-9FC5-AADD2D232EE3}"/>
              </a:ext>
            </a:extLst>
          </p:cNvPr>
          <p:cNvSpPr/>
          <p:nvPr/>
        </p:nvSpPr>
        <p:spPr>
          <a:xfrm>
            <a:off x="10027658" y="323142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20-8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3" name="四角形: 角を丸くする 822">
            <a:extLst>
              <a:ext uri="{FF2B5EF4-FFF2-40B4-BE49-F238E27FC236}">
                <a16:creationId xmlns:a16="http://schemas.microsoft.com/office/drawing/2014/main" id="{9D3162E6-0744-4108-9485-247857CF6F84}"/>
              </a:ext>
            </a:extLst>
          </p:cNvPr>
          <p:cNvSpPr/>
          <p:nvPr/>
        </p:nvSpPr>
        <p:spPr>
          <a:xfrm>
            <a:off x="10484664" y="323142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23-1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4" name="四角形: 角を丸くする 823">
            <a:extLst>
              <a:ext uri="{FF2B5EF4-FFF2-40B4-BE49-F238E27FC236}">
                <a16:creationId xmlns:a16="http://schemas.microsoft.com/office/drawing/2014/main" id="{D665BD56-7177-4BB3-B447-506F39FF1BD6}"/>
              </a:ext>
            </a:extLst>
          </p:cNvPr>
          <p:cNvSpPr/>
          <p:nvPr/>
        </p:nvSpPr>
        <p:spPr>
          <a:xfrm>
            <a:off x="10256162" y="323142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22-3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5" name="四角形: 角を丸くする 824">
            <a:extLst>
              <a:ext uri="{FF2B5EF4-FFF2-40B4-BE49-F238E27FC236}">
                <a16:creationId xmlns:a16="http://schemas.microsoft.com/office/drawing/2014/main" id="{0254AB49-20D6-40C3-8985-BA4E35101127}"/>
              </a:ext>
            </a:extLst>
          </p:cNvPr>
          <p:cNvSpPr/>
          <p:nvPr/>
        </p:nvSpPr>
        <p:spPr>
          <a:xfrm>
            <a:off x="10027658" y="315942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20-7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6" name="四角形: 角を丸くする 825">
            <a:extLst>
              <a:ext uri="{FF2B5EF4-FFF2-40B4-BE49-F238E27FC236}">
                <a16:creationId xmlns:a16="http://schemas.microsoft.com/office/drawing/2014/main" id="{9C6B2AC5-817C-4E71-B95B-3FB3E8E7D366}"/>
              </a:ext>
            </a:extLst>
          </p:cNvPr>
          <p:cNvSpPr/>
          <p:nvPr/>
        </p:nvSpPr>
        <p:spPr>
          <a:xfrm>
            <a:off x="10027658" y="308742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20-6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7" name="四角形: 角を丸くする 826">
            <a:extLst>
              <a:ext uri="{FF2B5EF4-FFF2-40B4-BE49-F238E27FC236}">
                <a16:creationId xmlns:a16="http://schemas.microsoft.com/office/drawing/2014/main" id="{246B265D-4F87-48CA-B28A-C8752503D9B7}"/>
              </a:ext>
            </a:extLst>
          </p:cNvPr>
          <p:cNvSpPr/>
          <p:nvPr/>
        </p:nvSpPr>
        <p:spPr>
          <a:xfrm>
            <a:off x="10256162" y="315942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22-2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8" name="四角形: 角を丸くする 827">
            <a:extLst>
              <a:ext uri="{FF2B5EF4-FFF2-40B4-BE49-F238E27FC236}">
                <a16:creationId xmlns:a16="http://schemas.microsoft.com/office/drawing/2014/main" id="{466143D5-8459-40F1-951B-2C487EBAE715}"/>
              </a:ext>
            </a:extLst>
          </p:cNvPr>
          <p:cNvSpPr/>
          <p:nvPr/>
        </p:nvSpPr>
        <p:spPr>
          <a:xfrm>
            <a:off x="10256162" y="308742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21-1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9" name="四角形: 角を丸くする 828">
            <a:extLst>
              <a:ext uri="{FF2B5EF4-FFF2-40B4-BE49-F238E27FC236}">
                <a16:creationId xmlns:a16="http://schemas.microsoft.com/office/drawing/2014/main" id="{657ACF5A-0374-4EC1-8EAE-BAF725C594DD}"/>
              </a:ext>
            </a:extLst>
          </p:cNvPr>
          <p:cNvSpPr/>
          <p:nvPr/>
        </p:nvSpPr>
        <p:spPr>
          <a:xfrm>
            <a:off x="11138281" y="323142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17-5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0" name="四角形: 角を丸くする 829">
            <a:extLst>
              <a:ext uri="{FF2B5EF4-FFF2-40B4-BE49-F238E27FC236}">
                <a16:creationId xmlns:a16="http://schemas.microsoft.com/office/drawing/2014/main" id="{EB60FC7C-A983-4A93-B4F8-C38339E59510}"/>
              </a:ext>
            </a:extLst>
          </p:cNvPr>
          <p:cNvSpPr/>
          <p:nvPr/>
        </p:nvSpPr>
        <p:spPr>
          <a:xfrm>
            <a:off x="11366784" y="323142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20-3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1" name="四角形: 角を丸くする 830">
            <a:extLst>
              <a:ext uri="{FF2B5EF4-FFF2-40B4-BE49-F238E27FC236}">
                <a16:creationId xmlns:a16="http://schemas.microsoft.com/office/drawing/2014/main" id="{F4F08315-AE6E-4480-A29C-84129B566634}"/>
              </a:ext>
            </a:extLst>
          </p:cNvPr>
          <p:cNvSpPr/>
          <p:nvPr/>
        </p:nvSpPr>
        <p:spPr>
          <a:xfrm>
            <a:off x="11823790" y="323142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24-1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3" name="四角形: 角を丸くする 832">
            <a:extLst>
              <a:ext uri="{FF2B5EF4-FFF2-40B4-BE49-F238E27FC236}">
                <a16:creationId xmlns:a16="http://schemas.microsoft.com/office/drawing/2014/main" id="{9FA00661-8B16-40CE-B134-E5C5933BBB5D}"/>
              </a:ext>
            </a:extLst>
          </p:cNvPr>
          <p:cNvSpPr/>
          <p:nvPr/>
        </p:nvSpPr>
        <p:spPr>
          <a:xfrm>
            <a:off x="11366784" y="315942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20-2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5" name="四角形: 角を丸くする 834">
            <a:extLst>
              <a:ext uri="{FF2B5EF4-FFF2-40B4-BE49-F238E27FC236}">
                <a16:creationId xmlns:a16="http://schemas.microsoft.com/office/drawing/2014/main" id="{C32C5DB2-A811-48F8-BF01-BB5AF6A9845F}"/>
              </a:ext>
            </a:extLst>
          </p:cNvPr>
          <p:cNvSpPr/>
          <p:nvPr/>
        </p:nvSpPr>
        <p:spPr>
          <a:xfrm>
            <a:off x="11595288" y="323142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23-1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7" name="四角形: 角を丸くする 836">
            <a:extLst>
              <a:ext uri="{FF2B5EF4-FFF2-40B4-BE49-F238E27FC236}">
                <a16:creationId xmlns:a16="http://schemas.microsoft.com/office/drawing/2014/main" id="{E1D20517-F2D7-405A-9FC5-1308C916C86F}"/>
              </a:ext>
            </a:extLst>
          </p:cNvPr>
          <p:cNvSpPr/>
          <p:nvPr/>
        </p:nvSpPr>
        <p:spPr>
          <a:xfrm>
            <a:off x="9799155" y="385420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15-4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8" name="四角形: 角を丸くする 837">
            <a:extLst>
              <a:ext uri="{FF2B5EF4-FFF2-40B4-BE49-F238E27FC236}">
                <a16:creationId xmlns:a16="http://schemas.microsoft.com/office/drawing/2014/main" id="{E71DC51A-9800-40FB-9950-C6E2303F4BDA}"/>
              </a:ext>
            </a:extLst>
          </p:cNvPr>
          <p:cNvSpPr/>
          <p:nvPr/>
        </p:nvSpPr>
        <p:spPr>
          <a:xfrm>
            <a:off x="10027658" y="385420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23-1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9" name="四角形: 角を丸くする 838">
            <a:extLst>
              <a:ext uri="{FF2B5EF4-FFF2-40B4-BE49-F238E27FC236}">
                <a16:creationId xmlns:a16="http://schemas.microsoft.com/office/drawing/2014/main" id="{F09CCDE1-CB31-4E89-A084-746F7F4009AB}"/>
              </a:ext>
            </a:extLst>
          </p:cNvPr>
          <p:cNvSpPr/>
          <p:nvPr/>
        </p:nvSpPr>
        <p:spPr>
          <a:xfrm>
            <a:off x="10484664" y="385420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27-2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0" name="四角形: 角を丸くする 839">
            <a:extLst>
              <a:ext uri="{FF2B5EF4-FFF2-40B4-BE49-F238E27FC236}">
                <a16:creationId xmlns:a16="http://schemas.microsoft.com/office/drawing/2014/main" id="{7E7DFD37-1CF7-4549-99D2-0105B1CA26B4}"/>
              </a:ext>
            </a:extLst>
          </p:cNvPr>
          <p:cNvSpPr/>
          <p:nvPr/>
        </p:nvSpPr>
        <p:spPr>
          <a:xfrm>
            <a:off x="10256162" y="385420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25-2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1" name="四角形: 角を丸くする 840">
            <a:extLst>
              <a:ext uri="{FF2B5EF4-FFF2-40B4-BE49-F238E27FC236}">
                <a16:creationId xmlns:a16="http://schemas.microsoft.com/office/drawing/2014/main" id="{7FBF74A0-04EA-4250-AD7D-32CE66901AC5}"/>
              </a:ext>
            </a:extLst>
          </p:cNvPr>
          <p:cNvSpPr/>
          <p:nvPr/>
        </p:nvSpPr>
        <p:spPr>
          <a:xfrm>
            <a:off x="11120563" y="377476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15-11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2" name="四角形: 角を丸くする 841">
            <a:extLst>
              <a:ext uri="{FF2B5EF4-FFF2-40B4-BE49-F238E27FC236}">
                <a16:creationId xmlns:a16="http://schemas.microsoft.com/office/drawing/2014/main" id="{65EBF339-C924-4AC3-BF99-8577FA220B42}"/>
              </a:ext>
            </a:extLst>
          </p:cNvPr>
          <p:cNvSpPr/>
          <p:nvPr/>
        </p:nvSpPr>
        <p:spPr>
          <a:xfrm>
            <a:off x="11349066" y="384676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17-4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3" name="四角形: 角を丸くする 842">
            <a:extLst>
              <a:ext uri="{FF2B5EF4-FFF2-40B4-BE49-F238E27FC236}">
                <a16:creationId xmlns:a16="http://schemas.microsoft.com/office/drawing/2014/main" id="{CD9A6F37-D140-48A7-8230-21FAC921D3B1}"/>
              </a:ext>
            </a:extLst>
          </p:cNvPr>
          <p:cNvSpPr/>
          <p:nvPr/>
        </p:nvSpPr>
        <p:spPr>
          <a:xfrm>
            <a:off x="11577570" y="384676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23-1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4" name="四角形: 角を丸くする 843">
            <a:extLst>
              <a:ext uri="{FF2B5EF4-FFF2-40B4-BE49-F238E27FC236}">
                <a16:creationId xmlns:a16="http://schemas.microsoft.com/office/drawing/2014/main" id="{9087362C-F8A0-41FA-BC52-8F3B7C838E96}"/>
              </a:ext>
            </a:extLst>
          </p:cNvPr>
          <p:cNvSpPr/>
          <p:nvPr/>
        </p:nvSpPr>
        <p:spPr>
          <a:xfrm>
            <a:off x="11120563" y="370276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15-10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6" name="四角形: 角を丸くする 845">
            <a:extLst>
              <a:ext uri="{FF2B5EF4-FFF2-40B4-BE49-F238E27FC236}">
                <a16:creationId xmlns:a16="http://schemas.microsoft.com/office/drawing/2014/main" id="{8EC949E8-27D0-4E3C-9429-5F7088716E16}"/>
              </a:ext>
            </a:extLst>
          </p:cNvPr>
          <p:cNvSpPr/>
          <p:nvPr/>
        </p:nvSpPr>
        <p:spPr>
          <a:xfrm>
            <a:off x="11120563" y="363076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15-9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8" name="四角形: 角を丸くする 847">
            <a:extLst>
              <a:ext uri="{FF2B5EF4-FFF2-40B4-BE49-F238E27FC236}">
                <a16:creationId xmlns:a16="http://schemas.microsoft.com/office/drawing/2014/main" id="{B100A12D-B642-4210-9CFE-4BFAC68AFACD}"/>
              </a:ext>
            </a:extLst>
          </p:cNvPr>
          <p:cNvSpPr/>
          <p:nvPr/>
        </p:nvSpPr>
        <p:spPr>
          <a:xfrm>
            <a:off x="11120563" y="384676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15-12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9" name="四角形: 角を丸くする 848">
            <a:extLst>
              <a:ext uri="{FF2B5EF4-FFF2-40B4-BE49-F238E27FC236}">
                <a16:creationId xmlns:a16="http://schemas.microsoft.com/office/drawing/2014/main" id="{0120FDFA-6E0D-4D8C-A87C-F1255DB3DC19}"/>
              </a:ext>
            </a:extLst>
          </p:cNvPr>
          <p:cNvSpPr/>
          <p:nvPr/>
        </p:nvSpPr>
        <p:spPr>
          <a:xfrm>
            <a:off x="9799155" y="4503108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17-5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0" name="四角形: 角を丸くする 849">
            <a:extLst>
              <a:ext uri="{FF2B5EF4-FFF2-40B4-BE49-F238E27FC236}">
                <a16:creationId xmlns:a16="http://schemas.microsoft.com/office/drawing/2014/main" id="{55C9E542-6B00-4C49-AB91-7D65E33899A3}"/>
              </a:ext>
            </a:extLst>
          </p:cNvPr>
          <p:cNvSpPr/>
          <p:nvPr/>
        </p:nvSpPr>
        <p:spPr>
          <a:xfrm>
            <a:off x="10027658" y="4503108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20-3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1" name="四角形: 角を丸くする 850">
            <a:extLst>
              <a:ext uri="{FF2B5EF4-FFF2-40B4-BE49-F238E27FC236}">
                <a16:creationId xmlns:a16="http://schemas.microsoft.com/office/drawing/2014/main" id="{F394320B-26B6-4901-B7EE-C6CCF2B85D8B}"/>
              </a:ext>
            </a:extLst>
          </p:cNvPr>
          <p:cNvSpPr/>
          <p:nvPr/>
        </p:nvSpPr>
        <p:spPr>
          <a:xfrm>
            <a:off x="10484664" y="4503108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24-1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2" name="四角形: 角を丸くする 851">
            <a:extLst>
              <a:ext uri="{FF2B5EF4-FFF2-40B4-BE49-F238E27FC236}">
                <a16:creationId xmlns:a16="http://schemas.microsoft.com/office/drawing/2014/main" id="{A2F9F2E7-EEE5-4037-9455-0BF68DF4DF53}"/>
              </a:ext>
            </a:extLst>
          </p:cNvPr>
          <p:cNvSpPr/>
          <p:nvPr/>
        </p:nvSpPr>
        <p:spPr>
          <a:xfrm>
            <a:off x="10256162" y="4503108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23-1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3" name="四角形: 角を丸くする 852">
            <a:extLst>
              <a:ext uri="{FF2B5EF4-FFF2-40B4-BE49-F238E27FC236}">
                <a16:creationId xmlns:a16="http://schemas.microsoft.com/office/drawing/2014/main" id="{AFE29B00-5DD3-4B90-BB8A-5495752BCA50}"/>
              </a:ext>
            </a:extLst>
          </p:cNvPr>
          <p:cNvSpPr/>
          <p:nvPr/>
        </p:nvSpPr>
        <p:spPr>
          <a:xfrm>
            <a:off x="10027658" y="4431108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20-2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7" name="四角形: 角を丸くする 856">
            <a:extLst>
              <a:ext uri="{FF2B5EF4-FFF2-40B4-BE49-F238E27FC236}">
                <a16:creationId xmlns:a16="http://schemas.microsoft.com/office/drawing/2014/main" id="{331166BE-6C61-422B-822C-E75B06C889FC}"/>
              </a:ext>
            </a:extLst>
          </p:cNvPr>
          <p:cNvSpPr/>
          <p:nvPr/>
        </p:nvSpPr>
        <p:spPr>
          <a:xfrm>
            <a:off x="11120563" y="446125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15-5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8" name="四角形: 角を丸くする 857">
            <a:extLst>
              <a:ext uri="{FF2B5EF4-FFF2-40B4-BE49-F238E27FC236}">
                <a16:creationId xmlns:a16="http://schemas.microsoft.com/office/drawing/2014/main" id="{251308B4-6C9B-4446-B3BC-EC2B1EA2B88C}"/>
              </a:ext>
            </a:extLst>
          </p:cNvPr>
          <p:cNvSpPr/>
          <p:nvPr/>
        </p:nvSpPr>
        <p:spPr>
          <a:xfrm>
            <a:off x="11349066" y="447624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16-4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9" name="四角形: 角を丸くする 858">
            <a:extLst>
              <a:ext uri="{FF2B5EF4-FFF2-40B4-BE49-F238E27FC236}">
                <a16:creationId xmlns:a16="http://schemas.microsoft.com/office/drawing/2014/main" id="{57364F16-9A8B-47FA-A1C0-B890D998E765}"/>
              </a:ext>
            </a:extLst>
          </p:cNvPr>
          <p:cNvSpPr/>
          <p:nvPr/>
        </p:nvSpPr>
        <p:spPr>
          <a:xfrm>
            <a:off x="11577570" y="447624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17-5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0" name="四角形: 角を丸くする 859">
            <a:extLst>
              <a:ext uri="{FF2B5EF4-FFF2-40B4-BE49-F238E27FC236}">
                <a16:creationId xmlns:a16="http://schemas.microsoft.com/office/drawing/2014/main" id="{16598D03-FA24-4B7A-914B-E67E9F72CC03}"/>
              </a:ext>
            </a:extLst>
          </p:cNvPr>
          <p:cNvSpPr/>
          <p:nvPr/>
        </p:nvSpPr>
        <p:spPr>
          <a:xfrm>
            <a:off x="11120563" y="438925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15-3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1" name="四角形: 角を丸くする 860">
            <a:extLst>
              <a:ext uri="{FF2B5EF4-FFF2-40B4-BE49-F238E27FC236}">
                <a16:creationId xmlns:a16="http://schemas.microsoft.com/office/drawing/2014/main" id="{EE97DB6C-8612-415B-8413-A47D67306BFA}"/>
              </a:ext>
            </a:extLst>
          </p:cNvPr>
          <p:cNvSpPr/>
          <p:nvPr/>
        </p:nvSpPr>
        <p:spPr>
          <a:xfrm>
            <a:off x="11120563" y="431725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15-2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2" name="四角形: 角を丸くする 861">
            <a:extLst>
              <a:ext uri="{FF2B5EF4-FFF2-40B4-BE49-F238E27FC236}">
                <a16:creationId xmlns:a16="http://schemas.microsoft.com/office/drawing/2014/main" id="{19B7CA2F-4EB3-4E58-865A-035EF4B7378C}"/>
              </a:ext>
            </a:extLst>
          </p:cNvPr>
          <p:cNvSpPr/>
          <p:nvPr/>
        </p:nvSpPr>
        <p:spPr>
          <a:xfrm>
            <a:off x="11120563" y="453325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15-6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3" name="四角形: 角を丸くする 862">
            <a:extLst>
              <a:ext uri="{FF2B5EF4-FFF2-40B4-BE49-F238E27FC236}">
                <a16:creationId xmlns:a16="http://schemas.microsoft.com/office/drawing/2014/main" id="{E2E9A426-F16F-4A2B-A8CC-DBA3BAAD3E4E}"/>
              </a:ext>
            </a:extLst>
          </p:cNvPr>
          <p:cNvSpPr/>
          <p:nvPr/>
        </p:nvSpPr>
        <p:spPr>
          <a:xfrm>
            <a:off x="11120563" y="424525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15-1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4" name="四角形: 角を丸くする 863">
            <a:extLst>
              <a:ext uri="{FF2B5EF4-FFF2-40B4-BE49-F238E27FC236}">
                <a16:creationId xmlns:a16="http://schemas.microsoft.com/office/drawing/2014/main" id="{2B23D550-EE07-42F5-A102-92B73BC68524}"/>
              </a:ext>
            </a:extLst>
          </p:cNvPr>
          <p:cNvSpPr/>
          <p:nvPr/>
        </p:nvSpPr>
        <p:spPr>
          <a:xfrm>
            <a:off x="11120563" y="460525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15-7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5" name="四角形: 角を丸くする 864">
            <a:extLst>
              <a:ext uri="{FF2B5EF4-FFF2-40B4-BE49-F238E27FC236}">
                <a16:creationId xmlns:a16="http://schemas.microsoft.com/office/drawing/2014/main" id="{69E70938-F07D-49FA-B6D7-A4782A167AD4}"/>
              </a:ext>
            </a:extLst>
          </p:cNvPr>
          <p:cNvSpPr/>
          <p:nvPr/>
        </p:nvSpPr>
        <p:spPr>
          <a:xfrm>
            <a:off x="11120563" y="467725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15-8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6" name="四角形: 角を丸くする 865">
            <a:extLst>
              <a:ext uri="{FF2B5EF4-FFF2-40B4-BE49-F238E27FC236}">
                <a16:creationId xmlns:a16="http://schemas.microsoft.com/office/drawing/2014/main" id="{08709503-81E7-4CD4-9B71-B957A27EBFF7}"/>
              </a:ext>
            </a:extLst>
          </p:cNvPr>
          <p:cNvSpPr/>
          <p:nvPr/>
        </p:nvSpPr>
        <p:spPr>
          <a:xfrm>
            <a:off x="11349066" y="440424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16-3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7" name="四角形: 角を丸くする 866">
            <a:extLst>
              <a:ext uri="{FF2B5EF4-FFF2-40B4-BE49-F238E27FC236}">
                <a16:creationId xmlns:a16="http://schemas.microsoft.com/office/drawing/2014/main" id="{2B2B2B66-8FE6-4736-945B-698A38661BAC}"/>
              </a:ext>
            </a:extLst>
          </p:cNvPr>
          <p:cNvSpPr/>
          <p:nvPr/>
        </p:nvSpPr>
        <p:spPr>
          <a:xfrm>
            <a:off x="11349066" y="433224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16-2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8" name="四角形: 角を丸くする 867">
            <a:extLst>
              <a:ext uri="{FF2B5EF4-FFF2-40B4-BE49-F238E27FC236}">
                <a16:creationId xmlns:a16="http://schemas.microsoft.com/office/drawing/2014/main" id="{47BC2A5F-34D2-4A85-9A30-06F109B8C80B}"/>
              </a:ext>
            </a:extLst>
          </p:cNvPr>
          <p:cNvSpPr/>
          <p:nvPr/>
        </p:nvSpPr>
        <p:spPr>
          <a:xfrm>
            <a:off x="11349066" y="426024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16-1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9" name="四角形: 角を丸くする 868">
            <a:extLst>
              <a:ext uri="{FF2B5EF4-FFF2-40B4-BE49-F238E27FC236}">
                <a16:creationId xmlns:a16="http://schemas.microsoft.com/office/drawing/2014/main" id="{DEE57B9D-D7CC-4B32-93CC-DE4EAE505C7A}"/>
              </a:ext>
            </a:extLst>
          </p:cNvPr>
          <p:cNvSpPr/>
          <p:nvPr/>
        </p:nvSpPr>
        <p:spPr>
          <a:xfrm>
            <a:off x="11806072" y="447624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18-7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0" name="四角形: 角を丸くする 869">
            <a:extLst>
              <a:ext uri="{FF2B5EF4-FFF2-40B4-BE49-F238E27FC236}">
                <a16:creationId xmlns:a16="http://schemas.microsoft.com/office/drawing/2014/main" id="{74A1FA6E-A2D0-4B7D-A764-F4222A160FA6}"/>
              </a:ext>
            </a:extLst>
          </p:cNvPr>
          <p:cNvSpPr/>
          <p:nvPr/>
        </p:nvSpPr>
        <p:spPr>
          <a:xfrm>
            <a:off x="11806072" y="440424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18-6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1" name="四角形: 角を丸くする 870">
            <a:extLst>
              <a:ext uri="{FF2B5EF4-FFF2-40B4-BE49-F238E27FC236}">
                <a16:creationId xmlns:a16="http://schemas.microsoft.com/office/drawing/2014/main" id="{9B704C48-0735-4FE1-A9E2-A294F99CF353}"/>
              </a:ext>
            </a:extLst>
          </p:cNvPr>
          <p:cNvSpPr/>
          <p:nvPr/>
        </p:nvSpPr>
        <p:spPr>
          <a:xfrm>
            <a:off x="11806072" y="433224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18-2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2" name="四角形: 角を丸くする 871">
            <a:extLst>
              <a:ext uri="{FF2B5EF4-FFF2-40B4-BE49-F238E27FC236}">
                <a16:creationId xmlns:a16="http://schemas.microsoft.com/office/drawing/2014/main" id="{D691BA5F-B103-43AC-8716-93448EAEFB33}"/>
              </a:ext>
            </a:extLst>
          </p:cNvPr>
          <p:cNvSpPr/>
          <p:nvPr/>
        </p:nvSpPr>
        <p:spPr>
          <a:xfrm>
            <a:off x="11806072" y="426024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18-1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3" name="四角形: 角を丸くする 872">
            <a:extLst>
              <a:ext uri="{FF2B5EF4-FFF2-40B4-BE49-F238E27FC236}">
                <a16:creationId xmlns:a16="http://schemas.microsoft.com/office/drawing/2014/main" id="{DFD7F5EA-FE17-4684-A974-842195F6FE2F}"/>
              </a:ext>
            </a:extLst>
          </p:cNvPr>
          <p:cNvSpPr/>
          <p:nvPr/>
        </p:nvSpPr>
        <p:spPr>
          <a:xfrm>
            <a:off x="11806072" y="454824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18-8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4" name="四角形: 角を丸くする 873">
            <a:extLst>
              <a:ext uri="{FF2B5EF4-FFF2-40B4-BE49-F238E27FC236}">
                <a16:creationId xmlns:a16="http://schemas.microsoft.com/office/drawing/2014/main" id="{50F90BA3-639C-4B6F-B35A-C0D285490498}"/>
              </a:ext>
            </a:extLst>
          </p:cNvPr>
          <p:cNvSpPr/>
          <p:nvPr/>
        </p:nvSpPr>
        <p:spPr>
          <a:xfrm>
            <a:off x="12034574" y="447624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19-4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5" name="四角形: 角を丸くする 874">
            <a:extLst>
              <a:ext uri="{FF2B5EF4-FFF2-40B4-BE49-F238E27FC236}">
                <a16:creationId xmlns:a16="http://schemas.microsoft.com/office/drawing/2014/main" id="{C53D73D4-4B0B-4FBB-BEB4-7904E9C66379}"/>
              </a:ext>
            </a:extLst>
          </p:cNvPr>
          <p:cNvSpPr/>
          <p:nvPr/>
        </p:nvSpPr>
        <p:spPr>
          <a:xfrm>
            <a:off x="12034574" y="440424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19-3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6" name="四角形: 角を丸くする 875">
            <a:extLst>
              <a:ext uri="{FF2B5EF4-FFF2-40B4-BE49-F238E27FC236}">
                <a16:creationId xmlns:a16="http://schemas.microsoft.com/office/drawing/2014/main" id="{761EC76D-D546-4EAD-A3A7-46CD51C71F46}"/>
              </a:ext>
            </a:extLst>
          </p:cNvPr>
          <p:cNvSpPr/>
          <p:nvPr/>
        </p:nvSpPr>
        <p:spPr>
          <a:xfrm>
            <a:off x="12034574" y="433224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19-2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7" name="四角形: 角を丸くする 876">
            <a:extLst>
              <a:ext uri="{FF2B5EF4-FFF2-40B4-BE49-F238E27FC236}">
                <a16:creationId xmlns:a16="http://schemas.microsoft.com/office/drawing/2014/main" id="{6AD0C5AB-2593-4882-9611-F607D160307E}"/>
              </a:ext>
            </a:extLst>
          </p:cNvPr>
          <p:cNvSpPr/>
          <p:nvPr/>
        </p:nvSpPr>
        <p:spPr>
          <a:xfrm>
            <a:off x="12034574" y="426024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19-1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8" name="四角形: 角を丸くする 877">
            <a:extLst>
              <a:ext uri="{FF2B5EF4-FFF2-40B4-BE49-F238E27FC236}">
                <a16:creationId xmlns:a16="http://schemas.microsoft.com/office/drawing/2014/main" id="{196B8282-5F4F-4398-9307-060D4D87D54F}"/>
              </a:ext>
            </a:extLst>
          </p:cNvPr>
          <p:cNvSpPr/>
          <p:nvPr/>
        </p:nvSpPr>
        <p:spPr>
          <a:xfrm>
            <a:off x="12034574" y="454824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19-5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9" name="四角形: 角を丸くする 878">
            <a:extLst>
              <a:ext uri="{FF2B5EF4-FFF2-40B4-BE49-F238E27FC236}">
                <a16:creationId xmlns:a16="http://schemas.microsoft.com/office/drawing/2014/main" id="{F9C7A7D3-D100-4EA7-9A87-3DB6A9997D5C}"/>
              </a:ext>
            </a:extLst>
          </p:cNvPr>
          <p:cNvSpPr/>
          <p:nvPr/>
        </p:nvSpPr>
        <p:spPr>
          <a:xfrm>
            <a:off x="12034574" y="462024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19-6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0" name="四角形: 角を丸くする 879">
            <a:extLst>
              <a:ext uri="{FF2B5EF4-FFF2-40B4-BE49-F238E27FC236}">
                <a16:creationId xmlns:a16="http://schemas.microsoft.com/office/drawing/2014/main" id="{F464DF92-91EF-4D11-9303-4937F1F09B83}"/>
              </a:ext>
            </a:extLst>
          </p:cNvPr>
          <p:cNvSpPr/>
          <p:nvPr/>
        </p:nvSpPr>
        <p:spPr>
          <a:xfrm>
            <a:off x="11120563" y="483538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23-1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1" name="四角形: 角を丸くする 880">
            <a:extLst>
              <a:ext uri="{FF2B5EF4-FFF2-40B4-BE49-F238E27FC236}">
                <a16:creationId xmlns:a16="http://schemas.microsoft.com/office/drawing/2014/main" id="{10198069-E497-4F00-AFD2-C32E8E907A0C}"/>
              </a:ext>
            </a:extLst>
          </p:cNvPr>
          <p:cNvSpPr/>
          <p:nvPr/>
        </p:nvSpPr>
        <p:spPr>
          <a:xfrm>
            <a:off x="11349065" y="483538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25-1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2" name="四角形: 角を丸くする 881">
            <a:extLst>
              <a:ext uri="{FF2B5EF4-FFF2-40B4-BE49-F238E27FC236}">
                <a16:creationId xmlns:a16="http://schemas.microsoft.com/office/drawing/2014/main" id="{6013D69D-459B-4F5E-837C-5A51CCE319A6}"/>
              </a:ext>
            </a:extLst>
          </p:cNvPr>
          <p:cNvSpPr/>
          <p:nvPr/>
        </p:nvSpPr>
        <p:spPr>
          <a:xfrm>
            <a:off x="11577567" y="483538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27-1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3" name="四角形: 角を丸くする 882">
            <a:extLst>
              <a:ext uri="{FF2B5EF4-FFF2-40B4-BE49-F238E27FC236}">
                <a16:creationId xmlns:a16="http://schemas.microsoft.com/office/drawing/2014/main" id="{AE318B80-732A-4C8E-8A1E-A2183C509E30}"/>
              </a:ext>
            </a:extLst>
          </p:cNvPr>
          <p:cNvSpPr/>
          <p:nvPr/>
        </p:nvSpPr>
        <p:spPr>
          <a:xfrm>
            <a:off x="11806069" y="483538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27-2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4" name="四角形: 角を丸くする 883">
            <a:extLst>
              <a:ext uri="{FF2B5EF4-FFF2-40B4-BE49-F238E27FC236}">
                <a16:creationId xmlns:a16="http://schemas.microsoft.com/office/drawing/2014/main" id="{7752EDDF-2650-4F03-9C5B-FE5E833A205E}"/>
              </a:ext>
            </a:extLst>
          </p:cNvPr>
          <p:cNvSpPr/>
          <p:nvPr/>
        </p:nvSpPr>
        <p:spPr>
          <a:xfrm>
            <a:off x="9799155" y="511518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19-7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5" name="四角形: 角を丸くする 884">
            <a:extLst>
              <a:ext uri="{FF2B5EF4-FFF2-40B4-BE49-F238E27FC236}">
                <a16:creationId xmlns:a16="http://schemas.microsoft.com/office/drawing/2014/main" id="{8917B0C5-ABB0-4B75-8EFF-891E64C4E78E}"/>
              </a:ext>
            </a:extLst>
          </p:cNvPr>
          <p:cNvSpPr/>
          <p:nvPr/>
        </p:nvSpPr>
        <p:spPr>
          <a:xfrm>
            <a:off x="10027658" y="511518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20-3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6" name="四角形: 角を丸くする 885">
            <a:extLst>
              <a:ext uri="{FF2B5EF4-FFF2-40B4-BE49-F238E27FC236}">
                <a16:creationId xmlns:a16="http://schemas.microsoft.com/office/drawing/2014/main" id="{C8595B02-4FAA-4D78-8ACB-7D98775E6286}"/>
              </a:ext>
            </a:extLst>
          </p:cNvPr>
          <p:cNvSpPr/>
          <p:nvPr/>
        </p:nvSpPr>
        <p:spPr>
          <a:xfrm>
            <a:off x="10256162" y="511518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23-1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7" name="四角形: 角を丸くする 886">
            <a:extLst>
              <a:ext uri="{FF2B5EF4-FFF2-40B4-BE49-F238E27FC236}">
                <a16:creationId xmlns:a16="http://schemas.microsoft.com/office/drawing/2014/main" id="{1C02136D-FF72-4CD4-A966-ED723791C5D7}"/>
              </a:ext>
            </a:extLst>
          </p:cNvPr>
          <p:cNvSpPr/>
          <p:nvPr/>
        </p:nvSpPr>
        <p:spPr>
          <a:xfrm>
            <a:off x="11122544" y="511518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12-2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8" name="四角形: 角を丸くする 887">
            <a:extLst>
              <a:ext uri="{FF2B5EF4-FFF2-40B4-BE49-F238E27FC236}">
                <a16:creationId xmlns:a16="http://schemas.microsoft.com/office/drawing/2014/main" id="{1B04956D-95D4-40F0-B66C-B79670AE0652}"/>
              </a:ext>
            </a:extLst>
          </p:cNvPr>
          <p:cNvSpPr/>
          <p:nvPr/>
        </p:nvSpPr>
        <p:spPr>
          <a:xfrm>
            <a:off x="11351047" y="511518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18-3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9" name="四角形: 角を丸くする 888">
            <a:extLst>
              <a:ext uri="{FF2B5EF4-FFF2-40B4-BE49-F238E27FC236}">
                <a16:creationId xmlns:a16="http://schemas.microsoft.com/office/drawing/2014/main" id="{1F8B7D7A-5407-4ED5-81DE-B4D0DA34D0FD}"/>
              </a:ext>
            </a:extLst>
          </p:cNvPr>
          <p:cNvSpPr/>
          <p:nvPr/>
        </p:nvSpPr>
        <p:spPr>
          <a:xfrm>
            <a:off x="11579551" y="511518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18-4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0" name="四角形: 角を丸くする 889">
            <a:extLst>
              <a:ext uri="{FF2B5EF4-FFF2-40B4-BE49-F238E27FC236}">
                <a16:creationId xmlns:a16="http://schemas.microsoft.com/office/drawing/2014/main" id="{A9AA783E-DF52-44AC-BAA6-B904E9671777}"/>
              </a:ext>
            </a:extLst>
          </p:cNvPr>
          <p:cNvSpPr/>
          <p:nvPr/>
        </p:nvSpPr>
        <p:spPr>
          <a:xfrm>
            <a:off x="9799155" y="5749382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17-3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1" name="四角形: 角を丸くする 890">
            <a:extLst>
              <a:ext uri="{FF2B5EF4-FFF2-40B4-BE49-F238E27FC236}">
                <a16:creationId xmlns:a16="http://schemas.microsoft.com/office/drawing/2014/main" id="{EE0E2555-2991-44BA-AE2B-4000808632A9}"/>
              </a:ext>
            </a:extLst>
          </p:cNvPr>
          <p:cNvSpPr/>
          <p:nvPr/>
        </p:nvSpPr>
        <p:spPr>
          <a:xfrm>
            <a:off x="10027658" y="5749382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20-9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2" name="四角形: 角を丸くする 891">
            <a:extLst>
              <a:ext uri="{FF2B5EF4-FFF2-40B4-BE49-F238E27FC236}">
                <a16:creationId xmlns:a16="http://schemas.microsoft.com/office/drawing/2014/main" id="{876FB796-53DA-4B2C-833C-16C7A0153EFF}"/>
              </a:ext>
            </a:extLst>
          </p:cNvPr>
          <p:cNvSpPr/>
          <p:nvPr/>
        </p:nvSpPr>
        <p:spPr>
          <a:xfrm>
            <a:off x="10484664" y="5749382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23-1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3" name="四角形: 角を丸くする 892">
            <a:extLst>
              <a:ext uri="{FF2B5EF4-FFF2-40B4-BE49-F238E27FC236}">
                <a16:creationId xmlns:a16="http://schemas.microsoft.com/office/drawing/2014/main" id="{2C03E420-3077-4B4D-8E4F-65BF414FD464}"/>
              </a:ext>
            </a:extLst>
          </p:cNvPr>
          <p:cNvSpPr/>
          <p:nvPr/>
        </p:nvSpPr>
        <p:spPr>
          <a:xfrm>
            <a:off x="10256162" y="5749382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21-3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5" name="四角形: 角を丸くする 894">
            <a:extLst>
              <a:ext uri="{FF2B5EF4-FFF2-40B4-BE49-F238E27FC236}">
                <a16:creationId xmlns:a16="http://schemas.microsoft.com/office/drawing/2014/main" id="{A27CB79E-DF6A-4171-ADE3-EA036BD1175D}"/>
              </a:ext>
            </a:extLst>
          </p:cNvPr>
          <p:cNvSpPr/>
          <p:nvPr/>
        </p:nvSpPr>
        <p:spPr>
          <a:xfrm>
            <a:off x="10713166" y="5749382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26-1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6" name="四角形: 角を丸くする 895">
            <a:extLst>
              <a:ext uri="{FF2B5EF4-FFF2-40B4-BE49-F238E27FC236}">
                <a16:creationId xmlns:a16="http://schemas.microsoft.com/office/drawing/2014/main" id="{A68D7ADF-DE44-46E0-AFD7-AC3E0098D95E}"/>
              </a:ext>
            </a:extLst>
          </p:cNvPr>
          <p:cNvSpPr/>
          <p:nvPr/>
        </p:nvSpPr>
        <p:spPr>
          <a:xfrm>
            <a:off x="10256162" y="5605382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21-1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7" name="四角形: 角を丸くする 896">
            <a:extLst>
              <a:ext uri="{FF2B5EF4-FFF2-40B4-BE49-F238E27FC236}">
                <a16:creationId xmlns:a16="http://schemas.microsoft.com/office/drawing/2014/main" id="{F0CA07B1-B1E1-44E6-B3D2-61470040FCEB}"/>
              </a:ext>
            </a:extLst>
          </p:cNvPr>
          <p:cNvSpPr/>
          <p:nvPr/>
        </p:nvSpPr>
        <p:spPr>
          <a:xfrm>
            <a:off x="10256162" y="5677382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21-2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8" name="四角形: 角を丸くする 897">
            <a:extLst>
              <a:ext uri="{FF2B5EF4-FFF2-40B4-BE49-F238E27FC236}">
                <a16:creationId xmlns:a16="http://schemas.microsoft.com/office/drawing/2014/main" id="{B961F1CA-7A6F-4BF2-9B44-C223BB507CDF}"/>
              </a:ext>
            </a:extLst>
          </p:cNvPr>
          <p:cNvSpPr/>
          <p:nvPr/>
        </p:nvSpPr>
        <p:spPr>
          <a:xfrm>
            <a:off x="9799155" y="7569688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18-11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9" name="四角形: 角を丸くする 898">
            <a:extLst>
              <a:ext uri="{FF2B5EF4-FFF2-40B4-BE49-F238E27FC236}">
                <a16:creationId xmlns:a16="http://schemas.microsoft.com/office/drawing/2014/main" id="{560BAE49-2A92-4930-BA9B-6BEAFAA82EAD}"/>
              </a:ext>
            </a:extLst>
          </p:cNvPr>
          <p:cNvSpPr/>
          <p:nvPr/>
        </p:nvSpPr>
        <p:spPr>
          <a:xfrm>
            <a:off x="10027658" y="7569688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23-1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0" name="四角形: 角を丸くする 899">
            <a:extLst>
              <a:ext uri="{FF2B5EF4-FFF2-40B4-BE49-F238E27FC236}">
                <a16:creationId xmlns:a16="http://schemas.microsoft.com/office/drawing/2014/main" id="{63D056EB-1D96-43BC-96EF-C6424B96BE17}"/>
              </a:ext>
            </a:extLst>
          </p:cNvPr>
          <p:cNvSpPr/>
          <p:nvPr/>
        </p:nvSpPr>
        <p:spPr>
          <a:xfrm>
            <a:off x="9799155" y="8157059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18-12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1" name="四角形: 角を丸くする 900">
            <a:extLst>
              <a:ext uri="{FF2B5EF4-FFF2-40B4-BE49-F238E27FC236}">
                <a16:creationId xmlns:a16="http://schemas.microsoft.com/office/drawing/2014/main" id="{448BE8F1-004F-4D89-AFAF-250F60AB0771}"/>
              </a:ext>
            </a:extLst>
          </p:cNvPr>
          <p:cNvSpPr/>
          <p:nvPr/>
        </p:nvSpPr>
        <p:spPr>
          <a:xfrm>
            <a:off x="10027658" y="8157059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23-1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2" name="四角形: 角を丸くする 901">
            <a:extLst>
              <a:ext uri="{FF2B5EF4-FFF2-40B4-BE49-F238E27FC236}">
                <a16:creationId xmlns:a16="http://schemas.microsoft.com/office/drawing/2014/main" id="{4275BDB9-FC5A-42A8-BE76-063D5D45C6DA}"/>
              </a:ext>
            </a:extLst>
          </p:cNvPr>
          <p:cNvSpPr/>
          <p:nvPr/>
        </p:nvSpPr>
        <p:spPr>
          <a:xfrm>
            <a:off x="11112839" y="7569688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18-16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3" name="四角形: 角を丸くする 902">
            <a:extLst>
              <a:ext uri="{FF2B5EF4-FFF2-40B4-BE49-F238E27FC236}">
                <a16:creationId xmlns:a16="http://schemas.microsoft.com/office/drawing/2014/main" id="{750831CF-7632-44B8-8ADF-51BC1065D645}"/>
              </a:ext>
            </a:extLst>
          </p:cNvPr>
          <p:cNvSpPr/>
          <p:nvPr/>
        </p:nvSpPr>
        <p:spPr>
          <a:xfrm>
            <a:off x="11341342" y="7569688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20-4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4" name="四角形: 角を丸くする 903">
            <a:extLst>
              <a:ext uri="{FF2B5EF4-FFF2-40B4-BE49-F238E27FC236}">
                <a16:creationId xmlns:a16="http://schemas.microsoft.com/office/drawing/2014/main" id="{83A2D702-BCA0-4265-8E4B-B270383622D8}"/>
              </a:ext>
            </a:extLst>
          </p:cNvPr>
          <p:cNvSpPr/>
          <p:nvPr/>
        </p:nvSpPr>
        <p:spPr>
          <a:xfrm>
            <a:off x="11112839" y="735368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18-13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5" name="四角形: 角を丸くする 904">
            <a:extLst>
              <a:ext uri="{FF2B5EF4-FFF2-40B4-BE49-F238E27FC236}">
                <a16:creationId xmlns:a16="http://schemas.microsoft.com/office/drawing/2014/main" id="{DE78C2CD-74CD-418A-B638-679C50E05D9E}"/>
              </a:ext>
            </a:extLst>
          </p:cNvPr>
          <p:cNvSpPr/>
          <p:nvPr/>
        </p:nvSpPr>
        <p:spPr>
          <a:xfrm>
            <a:off x="11112839" y="742568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18-14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6" name="四角形: 角を丸くする 905">
            <a:extLst>
              <a:ext uri="{FF2B5EF4-FFF2-40B4-BE49-F238E27FC236}">
                <a16:creationId xmlns:a16="http://schemas.microsoft.com/office/drawing/2014/main" id="{C5F77A24-DFBC-43B5-9B18-A9B38C3B9B14}"/>
              </a:ext>
            </a:extLst>
          </p:cNvPr>
          <p:cNvSpPr/>
          <p:nvPr/>
        </p:nvSpPr>
        <p:spPr>
          <a:xfrm>
            <a:off x="11112839" y="749768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18-15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7" name="四角形: 角を丸くする 906">
            <a:extLst>
              <a:ext uri="{FF2B5EF4-FFF2-40B4-BE49-F238E27FC236}">
                <a16:creationId xmlns:a16="http://schemas.microsoft.com/office/drawing/2014/main" id="{4730BAE6-F0D9-478D-ACC8-FAD84D122C15}"/>
              </a:ext>
            </a:extLst>
          </p:cNvPr>
          <p:cNvSpPr/>
          <p:nvPr/>
        </p:nvSpPr>
        <p:spPr>
          <a:xfrm>
            <a:off x="11570092" y="7569688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22-3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8" name="四角形: 角を丸くする 907">
            <a:extLst>
              <a:ext uri="{FF2B5EF4-FFF2-40B4-BE49-F238E27FC236}">
                <a16:creationId xmlns:a16="http://schemas.microsoft.com/office/drawing/2014/main" id="{B2E39898-C658-47BF-BF15-68594FBB2AD0}"/>
              </a:ext>
            </a:extLst>
          </p:cNvPr>
          <p:cNvSpPr/>
          <p:nvPr/>
        </p:nvSpPr>
        <p:spPr>
          <a:xfrm>
            <a:off x="11570092" y="742568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22-1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9" name="四角形: 角を丸くする 908">
            <a:extLst>
              <a:ext uri="{FF2B5EF4-FFF2-40B4-BE49-F238E27FC236}">
                <a16:creationId xmlns:a16="http://schemas.microsoft.com/office/drawing/2014/main" id="{50C4CBB0-84B0-4A42-B954-73A2FF3C493A}"/>
              </a:ext>
            </a:extLst>
          </p:cNvPr>
          <p:cNvSpPr/>
          <p:nvPr/>
        </p:nvSpPr>
        <p:spPr>
          <a:xfrm>
            <a:off x="11570092" y="749768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22-2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10" name="四角形: 角を丸くする 909">
            <a:extLst>
              <a:ext uri="{FF2B5EF4-FFF2-40B4-BE49-F238E27FC236}">
                <a16:creationId xmlns:a16="http://schemas.microsoft.com/office/drawing/2014/main" id="{5926E457-F677-4264-9B03-0F790EFA644F}"/>
              </a:ext>
            </a:extLst>
          </p:cNvPr>
          <p:cNvSpPr/>
          <p:nvPr/>
        </p:nvSpPr>
        <p:spPr>
          <a:xfrm>
            <a:off x="9799155" y="875867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18-10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11" name="四角形: 角を丸くする 910">
            <a:extLst>
              <a:ext uri="{FF2B5EF4-FFF2-40B4-BE49-F238E27FC236}">
                <a16:creationId xmlns:a16="http://schemas.microsoft.com/office/drawing/2014/main" id="{B182367A-D74D-45BB-895F-B7FE544D82C6}"/>
              </a:ext>
            </a:extLst>
          </p:cNvPr>
          <p:cNvSpPr/>
          <p:nvPr/>
        </p:nvSpPr>
        <p:spPr>
          <a:xfrm>
            <a:off x="10027658" y="8758670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23-1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7" name="四角形: 角を丸くする 446">
            <a:extLst>
              <a:ext uri="{FF2B5EF4-FFF2-40B4-BE49-F238E27FC236}">
                <a16:creationId xmlns:a16="http://schemas.microsoft.com/office/drawing/2014/main" id="{65E32414-67DD-4A1B-993D-CBF41A32D610}"/>
              </a:ext>
            </a:extLst>
          </p:cNvPr>
          <p:cNvSpPr/>
          <p:nvPr/>
        </p:nvSpPr>
        <p:spPr>
          <a:xfrm>
            <a:off x="1902708" y="361481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32-1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8" name="四角形: 角を丸くする 447">
            <a:extLst>
              <a:ext uri="{FF2B5EF4-FFF2-40B4-BE49-F238E27FC236}">
                <a16:creationId xmlns:a16="http://schemas.microsoft.com/office/drawing/2014/main" id="{2A106781-38A6-4A64-96E6-70EBA05D9DA3}"/>
              </a:ext>
            </a:extLst>
          </p:cNvPr>
          <p:cNvSpPr/>
          <p:nvPr/>
        </p:nvSpPr>
        <p:spPr>
          <a:xfrm>
            <a:off x="1902708" y="368681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32-3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49" name="四角形: 角を丸くする 448">
            <a:extLst>
              <a:ext uri="{FF2B5EF4-FFF2-40B4-BE49-F238E27FC236}">
                <a16:creationId xmlns:a16="http://schemas.microsoft.com/office/drawing/2014/main" id="{BCB54F4C-88E4-46E3-8093-28A184F1511D}"/>
              </a:ext>
            </a:extLst>
          </p:cNvPr>
          <p:cNvSpPr/>
          <p:nvPr/>
        </p:nvSpPr>
        <p:spPr>
          <a:xfrm>
            <a:off x="1902708" y="3776802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33-1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0" name="四角形: 角を丸くする 449">
            <a:extLst>
              <a:ext uri="{FF2B5EF4-FFF2-40B4-BE49-F238E27FC236}">
                <a16:creationId xmlns:a16="http://schemas.microsoft.com/office/drawing/2014/main" id="{1C45971E-F04F-43DA-B311-912DA8E95D04}"/>
              </a:ext>
            </a:extLst>
          </p:cNvPr>
          <p:cNvSpPr/>
          <p:nvPr/>
        </p:nvSpPr>
        <p:spPr>
          <a:xfrm>
            <a:off x="1902708" y="3848802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33-2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8" name="正方形/長方形 457">
            <a:extLst>
              <a:ext uri="{FF2B5EF4-FFF2-40B4-BE49-F238E27FC236}">
                <a16:creationId xmlns:a16="http://schemas.microsoft.com/office/drawing/2014/main" id="{18E15458-FE93-45B9-ADBD-48FFC3C335A2}"/>
              </a:ext>
            </a:extLst>
          </p:cNvPr>
          <p:cNvSpPr/>
          <p:nvPr/>
        </p:nvSpPr>
        <p:spPr>
          <a:xfrm>
            <a:off x="953640" y="4655425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受注確定</a:t>
            </a:r>
          </a:p>
        </p:txBody>
      </p:sp>
      <p:sp>
        <p:nvSpPr>
          <p:cNvPr id="459" name="四角形: 角を丸くする 458">
            <a:extLst>
              <a:ext uri="{FF2B5EF4-FFF2-40B4-BE49-F238E27FC236}">
                <a16:creationId xmlns:a16="http://schemas.microsoft.com/office/drawing/2014/main" id="{B028DDE3-CB9A-4138-8734-B96E1C550DE4}"/>
              </a:ext>
            </a:extLst>
          </p:cNvPr>
          <p:cNvSpPr/>
          <p:nvPr/>
        </p:nvSpPr>
        <p:spPr>
          <a:xfrm>
            <a:off x="784800" y="456476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5-1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0" name="四角形: 角を丸くする 459">
            <a:extLst>
              <a:ext uri="{FF2B5EF4-FFF2-40B4-BE49-F238E27FC236}">
                <a16:creationId xmlns:a16="http://schemas.microsoft.com/office/drawing/2014/main" id="{CE301F67-FB7A-49B1-BCB5-2696CBDA2E9C}"/>
              </a:ext>
            </a:extLst>
          </p:cNvPr>
          <p:cNvSpPr/>
          <p:nvPr/>
        </p:nvSpPr>
        <p:spPr>
          <a:xfrm>
            <a:off x="1015278" y="456476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31-1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1" name="四角形: 角を丸くする 460">
            <a:extLst>
              <a:ext uri="{FF2B5EF4-FFF2-40B4-BE49-F238E27FC236}">
                <a16:creationId xmlns:a16="http://schemas.microsoft.com/office/drawing/2014/main" id="{13709F8B-AF31-44AC-9150-CFF5CD3E8A70}"/>
              </a:ext>
            </a:extLst>
          </p:cNvPr>
          <p:cNvSpPr/>
          <p:nvPr/>
        </p:nvSpPr>
        <p:spPr>
          <a:xfrm>
            <a:off x="1243780" y="456476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32-3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2" name="四角形: 角を丸くする 461">
            <a:extLst>
              <a:ext uri="{FF2B5EF4-FFF2-40B4-BE49-F238E27FC236}">
                <a16:creationId xmlns:a16="http://schemas.microsoft.com/office/drawing/2014/main" id="{069DC97D-B6E5-4CB9-BEA9-DB8511166D31}"/>
              </a:ext>
            </a:extLst>
          </p:cNvPr>
          <p:cNvSpPr/>
          <p:nvPr/>
        </p:nvSpPr>
        <p:spPr>
          <a:xfrm>
            <a:off x="1472282" y="456476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33-3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4" name="四角形: 角を丸くする 463">
            <a:extLst>
              <a:ext uri="{FF2B5EF4-FFF2-40B4-BE49-F238E27FC236}">
                <a16:creationId xmlns:a16="http://schemas.microsoft.com/office/drawing/2014/main" id="{761C56B1-CAE5-48B1-8AD2-89F62879F288}"/>
              </a:ext>
            </a:extLst>
          </p:cNvPr>
          <p:cNvSpPr/>
          <p:nvPr/>
        </p:nvSpPr>
        <p:spPr>
          <a:xfrm>
            <a:off x="784800" y="4636766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5-2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78" name="正方形/長方形 477">
            <a:extLst>
              <a:ext uri="{FF2B5EF4-FFF2-40B4-BE49-F238E27FC236}">
                <a16:creationId xmlns:a16="http://schemas.microsoft.com/office/drawing/2014/main" id="{A2FDFAF4-2845-4465-AF79-B0A0E1EB41CF}"/>
              </a:ext>
            </a:extLst>
          </p:cNvPr>
          <p:cNvSpPr/>
          <p:nvPr/>
        </p:nvSpPr>
        <p:spPr>
          <a:xfrm>
            <a:off x="929982" y="5614657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契約締結</a:t>
            </a:r>
          </a:p>
        </p:txBody>
      </p:sp>
      <p:sp>
        <p:nvSpPr>
          <p:cNvPr id="480" name="四角形: 角を丸くする 479">
            <a:extLst>
              <a:ext uri="{FF2B5EF4-FFF2-40B4-BE49-F238E27FC236}">
                <a16:creationId xmlns:a16="http://schemas.microsoft.com/office/drawing/2014/main" id="{114FD25B-BFBA-458C-9ED1-1A27135B8DD8}"/>
              </a:ext>
            </a:extLst>
          </p:cNvPr>
          <p:cNvSpPr/>
          <p:nvPr/>
        </p:nvSpPr>
        <p:spPr>
          <a:xfrm>
            <a:off x="761142" y="552373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29-3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81" name="四角形: 角を丸くする 480">
            <a:extLst>
              <a:ext uri="{FF2B5EF4-FFF2-40B4-BE49-F238E27FC236}">
                <a16:creationId xmlns:a16="http://schemas.microsoft.com/office/drawing/2014/main" id="{8884D0E2-C083-41AA-BC60-B5C348D9B77E}"/>
              </a:ext>
            </a:extLst>
          </p:cNvPr>
          <p:cNvSpPr/>
          <p:nvPr/>
        </p:nvSpPr>
        <p:spPr>
          <a:xfrm>
            <a:off x="991620" y="552373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32-1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82" name="四角形: 角を丸くする 481">
            <a:extLst>
              <a:ext uri="{FF2B5EF4-FFF2-40B4-BE49-F238E27FC236}">
                <a16:creationId xmlns:a16="http://schemas.microsoft.com/office/drawing/2014/main" id="{2DD31A98-4DFF-4F2D-B4FA-DB2779B911D1}"/>
              </a:ext>
            </a:extLst>
          </p:cNvPr>
          <p:cNvSpPr/>
          <p:nvPr/>
        </p:nvSpPr>
        <p:spPr>
          <a:xfrm>
            <a:off x="1220122" y="552373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33-3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84" name="四角形: 角を丸くする 483">
            <a:extLst>
              <a:ext uri="{FF2B5EF4-FFF2-40B4-BE49-F238E27FC236}">
                <a16:creationId xmlns:a16="http://schemas.microsoft.com/office/drawing/2014/main" id="{2DCA558F-A40E-4499-9B51-0AD478EB9096}"/>
              </a:ext>
            </a:extLst>
          </p:cNvPr>
          <p:cNvSpPr/>
          <p:nvPr/>
        </p:nvSpPr>
        <p:spPr>
          <a:xfrm>
            <a:off x="991620" y="559573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32-3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86" name="正方形/長方形 485">
            <a:extLst>
              <a:ext uri="{FF2B5EF4-FFF2-40B4-BE49-F238E27FC236}">
                <a16:creationId xmlns:a16="http://schemas.microsoft.com/office/drawing/2014/main" id="{E7A317FA-071E-4AE3-A3F8-D64AAC21C79C}"/>
              </a:ext>
            </a:extLst>
          </p:cNvPr>
          <p:cNvSpPr/>
          <p:nvPr/>
        </p:nvSpPr>
        <p:spPr>
          <a:xfrm>
            <a:off x="929982" y="5153329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契約書作成</a:t>
            </a:r>
          </a:p>
        </p:txBody>
      </p:sp>
      <p:sp>
        <p:nvSpPr>
          <p:cNvPr id="487" name="四角形: 角を丸くする 486">
            <a:extLst>
              <a:ext uri="{FF2B5EF4-FFF2-40B4-BE49-F238E27FC236}">
                <a16:creationId xmlns:a16="http://schemas.microsoft.com/office/drawing/2014/main" id="{9104D950-33D3-4381-82A3-D0B1E320933F}"/>
              </a:ext>
            </a:extLst>
          </p:cNvPr>
          <p:cNvSpPr/>
          <p:nvPr/>
        </p:nvSpPr>
        <p:spPr>
          <a:xfrm>
            <a:off x="761142" y="506862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5-1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7" name="四角形: 角を丸くする 496">
            <a:extLst>
              <a:ext uri="{FF2B5EF4-FFF2-40B4-BE49-F238E27FC236}">
                <a16:creationId xmlns:a16="http://schemas.microsoft.com/office/drawing/2014/main" id="{D6E663B4-FE91-444C-949E-C1DD58559EFD}"/>
              </a:ext>
            </a:extLst>
          </p:cNvPr>
          <p:cNvSpPr/>
          <p:nvPr/>
        </p:nvSpPr>
        <p:spPr>
          <a:xfrm>
            <a:off x="991620" y="506862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29-3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98" name="四角形: 角を丸くする 497">
            <a:extLst>
              <a:ext uri="{FF2B5EF4-FFF2-40B4-BE49-F238E27FC236}">
                <a16:creationId xmlns:a16="http://schemas.microsoft.com/office/drawing/2014/main" id="{E8C42DC9-7E89-4D95-A35D-7F104E8C36D5}"/>
              </a:ext>
            </a:extLst>
          </p:cNvPr>
          <p:cNvSpPr/>
          <p:nvPr/>
        </p:nvSpPr>
        <p:spPr>
          <a:xfrm>
            <a:off x="1220122" y="506862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31-1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0" name="四角形: 角を丸くする 499">
            <a:extLst>
              <a:ext uri="{FF2B5EF4-FFF2-40B4-BE49-F238E27FC236}">
                <a16:creationId xmlns:a16="http://schemas.microsoft.com/office/drawing/2014/main" id="{1E96FC21-934A-474A-A0E7-8692DBC05BF6}"/>
              </a:ext>
            </a:extLst>
          </p:cNvPr>
          <p:cNvSpPr/>
          <p:nvPr/>
        </p:nvSpPr>
        <p:spPr>
          <a:xfrm>
            <a:off x="1448624" y="506862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32-1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1" name="四角形: 角を丸くする 500">
            <a:extLst>
              <a:ext uri="{FF2B5EF4-FFF2-40B4-BE49-F238E27FC236}">
                <a16:creationId xmlns:a16="http://schemas.microsoft.com/office/drawing/2014/main" id="{6CA4CD4E-A2EB-4967-B277-8C85CEDDAF51}"/>
              </a:ext>
            </a:extLst>
          </p:cNvPr>
          <p:cNvSpPr/>
          <p:nvPr/>
        </p:nvSpPr>
        <p:spPr>
          <a:xfrm>
            <a:off x="1902708" y="506862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3" name="四角形: 角を丸くする 502">
            <a:extLst>
              <a:ext uri="{FF2B5EF4-FFF2-40B4-BE49-F238E27FC236}">
                <a16:creationId xmlns:a16="http://schemas.microsoft.com/office/drawing/2014/main" id="{4DE996A1-D448-4FB1-83E0-EDB649438376}"/>
              </a:ext>
            </a:extLst>
          </p:cNvPr>
          <p:cNvSpPr/>
          <p:nvPr/>
        </p:nvSpPr>
        <p:spPr>
          <a:xfrm>
            <a:off x="761142" y="514062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5-2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16" name="四角形: 角を丸くする 515">
            <a:extLst>
              <a:ext uri="{FF2B5EF4-FFF2-40B4-BE49-F238E27FC236}">
                <a16:creationId xmlns:a16="http://schemas.microsoft.com/office/drawing/2014/main" id="{4BA9F2A9-B25A-42AD-9C4F-6726005A79D5}"/>
              </a:ext>
            </a:extLst>
          </p:cNvPr>
          <p:cNvSpPr/>
          <p:nvPr/>
        </p:nvSpPr>
        <p:spPr>
          <a:xfrm>
            <a:off x="761142" y="521262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5-5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17" name="四角形: 角を丸くする 516">
            <a:extLst>
              <a:ext uri="{FF2B5EF4-FFF2-40B4-BE49-F238E27FC236}">
                <a16:creationId xmlns:a16="http://schemas.microsoft.com/office/drawing/2014/main" id="{3B850223-A54F-46D3-87BD-697DF3842B64}"/>
              </a:ext>
            </a:extLst>
          </p:cNvPr>
          <p:cNvSpPr/>
          <p:nvPr/>
        </p:nvSpPr>
        <p:spPr>
          <a:xfrm>
            <a:off x="1448624" y="514062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32-3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18" name="四角形: 角を丸くする 517">
            <a:extLst>
              <a:ext uri="{FF2B5EF4-FFF2-40B4-BE49-F238E27FC236}">
                <a16:creationId xmlns:a16="http://schemas.microsoft.com/office/drawing/2014/main" id="{145C435A-09F5-4306-B683-6059DF22F0A4}"/>
              </a:ext>
            </a:extLst>
          </p:cNvPr>
          <p:cNvSpPr/>
          <p:nvPr/>
        </p:nvSpPr>
        <p:spPr>
          <a:xfrm>
            <a:off x="1902708" y="514062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34-6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19" name="四角形: 角を丸くする 518">
            <a:extLst>
              <a:ext uri="{FF2B5EF4-FFF2-40B4-BE49-F238E27FC236}">
                <a16:creationId xmlns:a16="http://schemas.microsoft.com/office/drawing/2014/main" id="{0989593B-9D94-41ED-94CB-BF28B8D41BF5}"/>
              </a:ext>
            </a:extLst>
          </p:cNvPr>
          <p:cNvSpPr/>
          <p:nvPr/>
        </p:nvSpPr>
        <p:spPr>
          <a:xfrm>
            <a:off x="1902708" y="521262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34-10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20" name="四角形: 角を丸くする 519">
            <a:extLst>
              <a:ext uri="{FF2B5EF4-FFF2-40B4-BE49-F238E27FC236}">
                <a16:creationId xmlns:a16="http://schemas.microsoft.com/office/drawing/2014/main" id="{36727006-900B-43AF-B5D7-5C2F62ED5B75}"/>
              </a:ext>
            </a:extLst>
          </p:cNvPr>
          <p:cNvSpPr/>
          <p:nvPr/>
        </p:nvSpPr>
        <p:spPr>
          <a:xfrm>
            <a:off x="1674204" y="5071197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33-3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21" name="四角形: 角を丸くする 520">
            <a:extLst>
              <a:ext uri="{FF2B5EF4-FFF2-40B4-BE49-F238E27FC236}">
                <a16:creationId xmlns:a16="http://schemas.microsoft.com/office/drawing/2014/main" id="{84C04E50-7120-48F9-9422-3BD6F7D759F7}"/>
              </a:ext>
            </a:extLst>
          </p:cNvPr>
          <p:cNvSpPr/>
          <p:nvPr/>
        </p:nvSpPr>
        <p:spPr>
          <a:xfrm>
            <a:off x="485775" y="624600"/>
            <a:ext cx="10163026" cy="504000"/>
          </a:xfrm>
          <a:prstGeom prst="roundRect">
            <a:avLst>
              <a:gd name="adj" fmla="val 11365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変革要件</a:t>
            </a:r>
            <a:r>
              <a:rPr kumimoji="1" lang="en-US" altLang="ja-JP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変革詳細要件</a:t>
            </a:r>
            <a:r>
              <a:rPr kumimoji="1" lang="en-US" altLang="ja-JP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150</a:t>
            </a: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件</a:t>
            </a:r>
            <a:r>
              <a:rPr kumimoji="1" lang="en-US" altLang="ja-JP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をバリューチェーンに　  でマッピング</a:t>
            </a:r>
            <a:endParaRPr kumimoji="1" lang="en-US" altLang="ja-JP" sz="14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が付いていないプロセスについても、基幹システムは</a:t>
            </a:r>
            <a:r>
              <a:rPr kumimoji="1" lang="en-US" altLang="ja-JP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D365</a:t>
            </a: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の標準機能を最大限活用した業務へシンプル化を志向</a:t>
            </a:r>
          </a:p>
        </p:txBody>
      </p:sp>
      <p:sp>
        <p:nvSpPr>
          <p:cNvPr id="522" name="楕円 521">
            <a:extLst>
              <a:ext uri="{FF2B5EF4-FFF2-40B4-BE49-F238E27FC236}">
                <a16:creationId xmlns:a16="http://schemas.microsoft.com/office/drawing/2014/main" id="{75175A44-92D6-401C-AECF-76970753F717}"/>
              </a:ext>
            </a:extLst>
          </p:cNvPr>
          <p:cNvSpPr/>
          <p:nvPr/>
        </p:nvSpPr>
        <p:spPr>
          <a:xfrm>
            <a:off x="5063280" y="68498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23" name="楕円 522">
            <a:extLst>
              <a:ext uri="{FF2B5EF4-FFF2-40B4-BE49-F238E27FC236}">
                <a16:creationId xmlns:a16="http://schemas.microsoft.com/office/drawing/2014/main" id="{55B1E093-F77B-4327-9229-BA3DA534A0D8}"/>
              </a:ext>
            </a:extLst>
          </p:cNvPr>
          <p:cNvSpPr/>
          <p:nvPr/>
        </p:nvSpPr>
        <p:spPr>
          <a:xfrm>
            <a:off x="731460" y="899460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7" name="正方形/長方形 456">
            <a:extLst>
              <a:ext uri="{FF2B5EF4-FFF2-40B4-BE49-F238E27FC236}">
                <a16:creationId xmlns:a16="http://schemas.microsoft.com/office/drawing/2014/main" id="{1EB25186-3241-4411-969A-FC52F4FEAE86}"/>
              </a:ext>
            </a:extLst>
          </p:cNvPr>
          <p:cNvSpPr/>
          <p:nvPr/>
        </p:nvSpPr>
        <p:spPr>
          <a:xfrm>
            <a:off x="8741936" y="48600"/>
            <a:ext cx="1675636" cy="492285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800" b="1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150</a:t>
            </a:r>
            <a:r>
              <a:rPr kumimoji="1" lang="ja-JP" altLang="en-US" sz="1800" b="1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件札付き</a:t>
            </a:r>
            <a:endParaRPr kumimoji="1" lang="ja-JP" altLang="en-US" sz="12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3" name="四角形: 角を丸くする 462">
            <a:extLst>
              <a:ext uri="{FF2B5EF4-FFF2-40B4-BE49-F238E27FC236}">
                <a16:creationId xmlns:a16="http://schemas.microsoft.com/office/drawing/2014/main" id="{2DCEB041-CAC5-4784-8839-333CDB05215E}"/>
              </a:ext>
            </a:extLst>
          </p:cNvPr>
          <p:cNvSpPr/>
          <p:nvPr/>
        </p:nvSpPr>
        <p:spPr>
          <a:xfrm>
            <a:off x="5570275" y="716298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3-6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6" name="四角形: 角を丸くする 465">
            <a:extLst>
              <a:ext uri="{FF2B5EF4-FFF2-40B4-BE49-F238E27FC236}">
                <a16:creationId xmlns:a16="http://schemas.microsoft.com/office/drawing/2014/main" id="{5E6657E5-7298-451A-88D2-89A90E525A07}"/>
              </a:ext>
            </a:extLst>
          </p:cNvPr>
          <p:cNvSpPr/>
          <p:nvPr/>
        </p:nvSpPr>
        <p:spPr>
          <a:xfrm>
            <a:off x="5570275" y="7090985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3-4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67" name="四角形: 角を丸くする 466">
            <a:extLst>
              <a:ext uri="{FF2B5EF4-FFF2-40B4-BE49-F238E27FC236}">
                <a16:creationId xmlns:a16="http://schemas.microsoft.com/office/drawing/2014/main" id="{F7D1A6E8-9215-4C65-A557-37541A827FA4}"/>
              </a:ext>
            </a:extLst>
          </p:cNvPr>
          <p:cNvSpPr/>
          <p:nvPr/>
        </p:nvSpPr>
        <p:spPr>
          <a:xfrm>
            <a:off x="4265457" y="7018984"/>
            <a:ext cx="228502" cy="72000"/>
          </a:xfrm>
          <a:prstGeom prst="roundRect">
            <a:avLst>
              <a:gd name="adj" fmla="val 4202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500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2-2</a:t>
            </a:r>
            <a:endParaRPr kumimoji="1" lang="ja-JP" altLang="en-US" sz="5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06538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正方形/長方形 484">
            <a:extLst>
              <a:ext uri="{FF2B5EF4-FFF2-40B4-BE49-F238E27FC236}">
                <a16:creationId xmlns:a16="http://schemas.microsoft.com/office/drawing/2014/main" id="{FB55D401-76D1-4F18-9BF4-656D8D52B1B9}"/>
              </a:ext>
            </a:extLst>
          </p:cNvPr>
          <p:cNvSpPr/>
          <p:nvPr/>
        </p:nvSpPr>
        <p:spPr>
          <a:xfrm>
            <a:off x="9744701" y="6959618"/>
            <a:ext cx="2638771" cy="2592982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76" name="正方形/長方形 475">
            <a:extLst>
              <a:ext uri="{FF2B5EF4-FFF2-40B4-BE49-F238E27FC236}">
                <a16:creationId xmlns:a16="http://schemas.microsoft.com/office/drawing/2014/main" id="{69638EF8-3618-47F7-ABDA-7116F71F55D6}"/>
              </a:ext>
            </a:extLst>
          </p:cNvPr>
          <p:cNvSpPr/>
          <p:nvPr/>
        </p:nvSpPr>
        <p:spPr>
          <a:xfrm>
            <a:off x="2978043" y="6941806"/>
            <a:ext cx="6580771" cy="1313955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5" name="正方形/長方形 454">
            <a:extLst>
              <a:ext uri="{FF2B5EF4-FFF2-40B4-BE49-F238E27FC236}">
                <a16:creationId xmlns:a16="http://schemas.microsoft.com/office/drawing/2014/main" id="{A94B9980-DF48-475D-A6F3-91C8DE7C4387}"/>
              </a:ext>
            </a:extLst>
          </p:cNvPr>
          <p:cNvSpPr/>
          <p:nvPr/>
        </p:nvSpPr>
        <p:spPr>
          <a:xfrm>
            <a:off x="2978287" y="4192515"/>
            <a:ext cx="6580771" cy="887850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4" name="正方形/長方形 413">
            <a:extLst>
              <a:ext uri="{FF2B5EF4-FFF2-40B4-BE49-F238E27FC236}">
                <a16:creationId xmlns:a16="http://schemas.microsoft.com/office/drawing/2014/main" id="{BF5C6DB8-8249-44D3-8EBD-D97B40B7B575}"/>
              </a:ext>
            </a:extLst>
          </p:cNvPr>
          <p:cNvSpPr/>
          <p:nvPr/>
        </p:nvSpPr>
        <p:spPr>
          <a:xfrm>
            <a:off x="2978561" y="1350352"/>
            <a:ext cx="6580771" cy="1000753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0" name="正方形/長方形 409">
            <a:extLst>
              <a:ext uri="{FF2B5EF4-FFF2-40B4-BE49-F238E27FC236}">
                <a16:creationId xmlns:a16="http://schemas.microsoft.com/office/drawing/2014/main" id="{7708F5A8-D6B2-403C-A9B9-03CF4D21F7DA}"/>
              </a:ext>
            </a:extLst>
          </p:cNvPr>
          <p:cNvSpPr/>
          <p:nvPr/>
        </p:nvSpPr>
        <p:spPr>
          <a:xfrm>
            <a:off x="9748649" y="1343638"/>
            <a:ext cx="2630874" cy="5327947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08" name="正方形/長方形 407">
            <a:extLst>
              <a:ext uri="{FF2B5EF4-FFF2-40B4-BE49-F238E27FC236}">
                <a16:creationId xmlns:a16="http://schemas.microsoft.com/office/drawing/2014/main" id="{3794B18E-FD8F-4602-A795-C5727CEBB33C}"/>
              </a:ext>
            </a:extLst>
          </p:cNvPr>
          <p:cNvSpPr/>
          <p:nvPr/>
        </p:nvSpPr>
        <p:spPr>
          <a:xfrm>
            <a:off x="2978287" y="2636457"/>
            <a:ext cx="6580771" cy="1298824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61" name="正方形/長方形 360">
            <a:extLst>
              <a:ext uri="{FF2B5EF4-FFF2-40B4-BE49-F238E27FC236}">
                <a16:creationId xmlns:a16="http://schemas.microsoft.com/office/drawing/2014/main" id="{D99CC8B1-D9C1-4E79-95B6-6C60A79996B3}"/>
              </a:ext>
            </a:extLst>
          </p:cNvPr>
          <p:cNvSpPr/>
          <p:nvPr/>
        </p:nvSpPr>
        <p:spPr>
          <a:xfrm>
            <a:off x="424136" y="2949746"/>
            <a:ext cx="2304000" cy="6602853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622C50E-91BA-465E-86A1-FD1A992CBEDD}"/>
              </a:ext>
            </a:extLst>
          </p:cNvPr>
          <p:cNvSpPr/>
          <p:nvPr/>
        </p:nvSpPr>
        <p:spPr>
          <a:xfrm>
            <a:off x="424136" y="1322369"/>
            <a:ext cx="2304000" cy="1236417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5E318B0-6DCD-4311-AC09-E0D652C0EAEB}"/>
              </a:ext>
            </a:extLst>
          </p:cNvPr>
          <p:cNvSpPr/>
          <p:nvPr/>
        </p:nvSpPr>
        <p:spPr>
          <a:xfrm>
            <a:off x="911074" y="1555491"/>
            <a:ext cx="1117175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マーケティング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78EE78C4-D73B-4DAB-9C1E-D9B47CBD0D16}"/>
              </a:ext>
            </a:extLst>
          </p:cNvPr>
          <p:cNvSpPr/>
          <p:nvPr/>
        </p:nvSpPr>
        <p:spPr>
          <a:xfrm>
            <a:off x="911074" y="2086928"/>
            <a:ext cx="1117175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マーケティング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活動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A80E418-23F1-42DC-81ED-54B3A84FD98B}"/>
              </a:ext>
            </a:extLst>
          </p:cNvPr>
          <p:cNvSpPr/>
          <p:nvPr/>
        </p:nvSpPr>
        <p:spPr>
          <a:xfrm>
            <a:off x="496144" y="1198977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マーケティング</a:t>
            </a:r>
          </a:p>
        </p:txBody>
      </p:sp>
      <p:sp>
        <p:nvSpPr>
          <p:cNvPr id="255" name="正方形/長方形 254">
            <a:extLst>
              <a:ext uri="{FF2B5EF4-FFF2-40B4-BE49-F238E27FC236}">
                <a16:creationId xmlns:a16="http://schemas.microsoft.com/office/drawing/2014/main" id="{9B8B5346-137B-4EC9-BA60-2DDF93C1247D}"/>
              </a:ext>
            </a:extLst>
          </p:cNvPr>
          <p:cNvSpPr/>
          <p:nvPr/>
        </p:nvSpPr>
        <p:spPr>
          <a:xfrm>
            <a:off x="2193775" y="4182497"/>
            <a:ext cx="353336" cy="17690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納期確認</a:t>
            </a: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43036-3349-41ED-945C-5988C3CB58B0}"/>
              </a:ext>
            </a:extLst>
          </p:cNvPr>
          <p:cNvSpPr/>
          <p:nvPr/>
        </p:nvSpPr>
        <p:spPr>
          <a:xfrm>
            <a:off x="2193775" y="6095522"/>
            <a:ext cx="353336" cy="12961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検収取得</a:t>
            </a:r>
          </a:p>
        </p:txBody>
      </p:sp>
      <p:sp>
        <p:nvSpPr>
          <p:cNvPr id="270" name="正方形/長方形 269">
            <a:extLst>
              <a:ext uri="{FF2B5EF4-FFF2-40B4-BE49-F238E27FC236}">
                <a16:creationId xmlns:a16="http://schemas.microsoft.com/office/drawing/2014/main" id="{7914E20C-8775-43EA-AB92-9A5EECE3289C}"/>
              </a:ext>
            </a:extLst>
          </p:cNvPr>
          <p:cNvSpPr/>
          <p:nvPr/>
        </p:nvSpPr>
        <p:spPr>
          <a:xfrm>
            <a:off x="3093311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</a:p>
        </p:txBody>
      </p:sp>
      <p:sp>
        <p:nvSpPr>
          <p:cNvPr id="271" name="正方形/長方形 270">
            <a:extLst>
              <a:ext uri="{FF2B5EF4-FFF2-40B4-BE49-F238E27FC236}">
                <a16:creationId xmlns:a16="http://schemas.microsoft.com/office/drawing/2014/main" id="{6775AFC5-4561-4BFF-AB8D-25705F91ED96}"/>
              </a:ext>
            </a:extLst>
          </p:cNvPr>
          <p:cNvSpPr/>
          <p:nvPr/>
        </p:nvSpPr>
        <p:spPr>
          <a:xfrm>
            <a:off x="4391064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検討</a:t>
            </a:r>
          </a:p>
        </p:txBody>
      </p:sp>
      <p:sp>
        <p:nvSpPr>
          <p:cNvPr id="272" name="正方形/長方形 271">
            <a:extLst>
              <a:ext uri="{FF2B5EF4-FFF2-40B4-BE49-F238E27FC236}">
                <a16:creationId xmlns:a16="http://schemas.microsoft.com/office/drawing/2014/main" id="{A3409514-589A-43BF-9895-6DE27C4B5F6C}"/>
              </a:ext>
            </a:extLst>
          </p:cNvPr>
          <p:cNvSpPr/>
          <p:nvPr/>
        </p:nvSpPr>
        <p:spPr>
          <a:xfrm>
            <a:off x="5688817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提案→提供</a:t>
            </a:r>
          </a:p>
        </p:txBody>
      </p: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C8B91C6C-2888-4EBF-BFE1-2B53694E5B75}"/>
              </a:ext>
            </a:extLst>
          </p:cNvPr>
          <p:cNvSpPr/>
          <p:nvPr/>
        </p:nvSpPr>
        <p:spPr>
          <a:xfrm>
            <a:off x="4391064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料金計算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サービス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8E01FFCE-7328-47C9-B02E-1EBA26992F6F}"/>
              </a:ext>
            </a:extLst>
          </p:cNvPr>
          <p:cNvSpPr/>
          <p:nvPr/>
        </p:nvSpPr>
        <p:spPr>
          <a:xfrm>
            <a:off x="6986570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品質管理</a:t>
            </a: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22AEF766-2477-4A7D-8EE6-6EDE42DD54CC}"/>
              </a:ext>
            </a:extLst>
          </p:cNvPr>
          <p:cNvSpPr/>
          <p:nvPr/>
        </p:nvSpPr>
        <p:spPr>
          <a:xfrm>
            <a:off x="5688817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案件管理</a:t>
            </a: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AA720D15-ACCA-48C4-BBA3-A49FC85A0158}"/>
              </a:ext>
            </a:extLst>
          </p:cNvPr>
          <p:cNvSpPr/>
          <p:nvPr/>
        </p:nvSpPr>
        <p:spPr>
          <a:xfrm>
            <a:off x="6986570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アサイン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計画策定</a:t>
            </a: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6AD8AEBB-A6CE-4FC4-9EEB-7247437DAE34}"/>
              </a:ext>
            </a:extLst>
          </p:cNvPr>
          <p:cNvSpPr/>
          <p:nvPr/>
        </p:nvSpPr>
        <p:spPr>
          <a:xfrm>
            <a:off x="3093311" y="7734771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業務委託料計算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サービス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1C3EBBC6-830E-4CAC-BA82-F8CAAA214A89}"/>
              </a:ext>
            </a:extLst>
          </p:cNvPr>
          <p:cNvSpPr/>
          <p:nvPr/>
        </p:nvSpPr>
        <p:spPr>
          <a:xfrm>
            <a:off x="8284324" y="7214589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スキル情報管理</a:t>
            </a:r>
          </a:p>
        </p:txBody>
      </p:sp>
      <p:sp>
        <p:nvSpPr>
          <p:cNvPr id="293" name="正方形/長方形 292">
            <a:extLst>
              <a:ext uri="{FF2B5EF4-FFF2-40B4-BE49-F238E27FC236}">
                <a16:creationId xmlns:a16="http://schemas.microsoft.com/office/drawing/2014/main" id="{7E292C32-B7A9-4627-A618-50331EF7E4B8}"/>
              </a:ext>
            </a:extLst>
          </p:cNvPr>
          <p:cNvSpPr/>
          <p:nvPr/>
        </p:nvSpPr>
        <p:spPr>
          <a:xfrm>
            <a:off x="3097437" y="283524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物流計画策定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4" name="正方形/長方形 293">
            <a:extLst>
              <a:ext uri="{FF2B5EF4-FFF2-40B4-BE49-F238E27FC236}">
                <a16:creationId xmlns:a16="http://schemas.microsoft.com/office/drawing/2014/main" id="{6C4616A4-045D-4D9C-BBD4-AA9E181AE19B}"/>
              </a:ext>
            </a:extLst>
          </p:cNvPr>
          <p:cNvSpPr/>
          <p:nvPr/>
        </p:nvSpPr>
        <p:spPr>
          <a:xfrm>
            <a:off x="4395190" y="3583977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物流作業実績管理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5" name="正方形/長方形 294">
            <a:extLst>
              <a:ext uri="{FF2B5EF4-FFF2-40B4-BE49-F238E27FC236}">
                <a16:creationId xmlns:a16="http://schemas.microsoft.com/office/drawing/2014/main" id="{7B6FAB41-F459-4B8A-A291-E41339AE9519}"/>
              </a:ext>
            </a:extLst>
          </p:cNvPr>
          <p:cNvSpPr/>
          <p:nvPr/>
        </p:nvSpPr>
        <p:spPr>
          <a:xfrm>
            <a:off x="4395190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在庫受払</a:t>
            </a:r>
          </a:p>
        </p:txBody>
      </p:sp>
      <p:sp>
        <p:nvSpPr>
          <p:cNvPr id="296" name="正方形/長方形 295">
            <a:extLst>
              <a:ext uri="{FF2B5EF4-FFF2-40B4-BE49-F238E27FC236}">
                <a16:creationId xmlns:a16="http://schemas.microsoft.com/office/drawing/2014/main" id="{1D1E8474-571D-4BAB-85F3-4A26BB53F210}"/>
              </a:ext>
            </a:extLst>
          </p:cNvPr>
          <p:cNvSpPr/>
          <p:nvPr/>
        </p:nvSpPr>
        <p:spPr>
          <a:xfrm>
            <a:off x="3097437" y="3583977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自社品納期確認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7" name="正方形/長方形 296">
            <a:extLst>
              <a:ext uri="{FF2B5EF4-FFF2-40B4-BE49-F238E27FC236}">
                <a16:creationId xmlns:a16="http://schemas.microsoft.com/office/drawing/2014/main" id="{7CAC2172-5411-452B-AD4A-4A641D01FF59}"/>
              </a:ext>
            </a:extLst>
          </p:cNvPr>
          <p:cNvSpPr/>
          <p:nvPr/>
        </p:nvSpPr>
        <p:spPr>
          <a:xfrm>
            <a:off x="3097437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在庫引当</a:t>
            </a:r>
          </a:p>
        </p:txBody>
      </p:sp>
      <p:sp>
        <p:nvSpPr>
          <p:cNvPr id="298" name="正方形/長方形 297">
            <a:extLst>
              <a:ext uri="{FF2B5EF4-FFF2-40B4-BE49-F238E27FC236}">
                <a16:creationId xmlns:a16="http://schemas.microsoft.com/office/drawing/2014/main" id="{4F019EBC-BE8B-4DEF-9797-EEA18585FF8D}"/>
              </a:ext>
            </a:extLst>
          </p:cNvPr>
          <p:cNvSpPr/>
          <p:nvPr/>
        </p:nvSpPr>
        <p:spPr>
          <a:xfrm>
            <a:off x="5692943" y="2835245"/>
            <a:ext cx="1117175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需要・供給計画管理</a:t>
            </a:r>
          </a:p>
        </p:txBody>
      </p:sp>
      <p:sp>
        <p:nvSpPr>
          <p:cNvPr id="299" name="正方形/長方形 298">
            <a:extLst>
              <a:ext uri="{FF2B5EF4-FFF2-40B4-BE49-F238E27FC236}">
                <a16:creationId xmlns:a16="http://schemas.microsoft.com/office/drawing/2014/main" id="{5F3017E7-C6F5-4CE8-B5FB-D3983029FD1D}"/>
              </a:ext>
            </a:extLst>
          </p:cNvPr>
          <p:cNvSpPr/>
          <p:nvPr/>
        </p:nvSpPr>
        <p:spPr>
          <a:xfrm>
            <a:off x="5692943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棚卸</a:t>
            </a:r>
          </a:p>
        </p:txBody>
      </p:sp>
      <p:sp>
        <p:nvSpPr>
          <p:cNvPr id="300" name="正方形/長方形 299">
            <a:extLst>
              <a:ext uri="{FF2B5EF4-FFF2-40B4-BE49-F238E27FC236}">
                <a16:creationId xmlns:a16="http://schemas.microsoft.com/office/drawing/2014/main" id="{9B208576-6756-43CB-A740-5069C41D4EC8}"/>
              </a:ext>
            </a:extLst>
          </p:cNvPr>
          <p:cNvSpPr/>
          <p:nvPr/>
        </p:nvSpPr>
        <p:spPr>
          <a:xfrm>
            <a:off x="8306546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通関</a:t>
            </a:r>
          </a:p>
        </p:txBody>
      </p:sp>
      <p:sp>
        <p:nvSpPr>
          <p:cNvPr id="302" name="正方形/長方形 301">
            <a:extLst>
              <a:ext uri="{FF2B5EF4-FFF2-40B4-BE49-F238E27FC236}">
                <a16:creationId xmlns:a16="http://schemas.microsoft.com/office/drawing/2014/main" id="{36E1CF24-CE35-41E0-94AD-9C5577FBDD69}"/>
              </a:ext>
            </a:extLst>
          </p:cNvPr>
          <p:cNvSpPr/>
          <p:nvPr/>
        </p:nvSpPr>
        <p:spPr>
          <a:xfrm>
            <a:off x="6990696" y="283524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需要予測</a:t>
            </a:r>
          </a:p>
        </p:txBody>
      </p:sp>
      <p:sp>
        <p:nvSpPr>
          <p:cNvPr id="303" name="正方形/長方形 302">
            <a:extLst>
              <a:ext uri="{FF2B5EF4-FFF2-40B4-BE49-F238E27FC236}">
                <a16:creationId xmlns:a16="http://schemas.microsoft.com/office/drawing/2014/main" id="{92164146-CC72-46C7-9E67-283188FC2DA9}"/>
              </a:ext>
            </a:extLst>
          </p:cNvPr>
          <p:cNvSpPr/>
          <p:nvPr/>
        </p:nvSpPr>
        <p:spPr>
          <a:xfrm>
            <a:off x="6990696" y="320961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流通加工</a:t>
            </a:r>
          </a:p>
        </p:txBody>
      </p:sp>
      <p:sp>
        <p:nvSpPr>
          <p:cNvPr id="304" name="正方形/長方形 303">
            <a:extLst>
              <a:ext uri="{FF2B5EF4-FFF2-40B4-BE49-F238E27FC236}">
                <a16:creationId xmlns:a16="http://schemas.microsoft.com/office/drawing/2014/main" id="{A8CCDF32-074C-49EE-AF21-38D19EB3D319}"/>
              </a:ext>
            </a:extLst>
          </p:cNvPr>
          <p:cNvSpPr/>
          <p:nvPr/>
        </p:nvSpPr>
        <p:spPr>
          <a:xfrm>
            <a:off x="8313222" y="3583977"/>
            <a:ext cx="1110499" cy="3039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販売終了・供給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サポート終了管理</a:t>
            </a:r>
          </a:p>
        </p:txBody>
      </p:sp>
      <p:sp>
        <p:nvSpPr>
          <p:cNvPr id="305" name="正方形/長方形 304">
            <a:extLst>
              <a:ext uri="{FF2B5EF4-FFF2-40B4-BE49-F238E27FC236}">
                <a16:creationId xmlns:a16="http://schemas.microsoft.com/office/drawing/2014/main" id="{6F942BAF-D299-42F6-8F5F-E1505A8E8EC5}"/>
              </a:ext>
            </a:extLst>
          </p:cNvPr>
          <p:cNvSpPr/>
          <p:nvPr/>
        </p:nvSpPr>
        <p:spPr>
          <a:xfrm>
            <a:off x="4408021" y="283524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輸配送計画策定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06" name="正方形/長方形 305">
            <a:extLst>
              <a:ext uri="{FF2B5EF4-FFF2-40B4-BE49-F238E27FC236}">
                <a16:creationId xmlns:a16="http://schemas.microsoft.com/office/drawing/2014/main" id="{BF482CC3-2D17-4373-B087-F0C2FEB5A6FA}"/>
              </a:ext>
            </a:extLst>
          </p:cNvPr>
          <p:cNvSpPr/>
          <p:nvPr/>
        </p:nvSpPr>
        <p:spPr>
          <a:xfrm>
            <a:off x="5692943" y="3583977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余剰在庫管理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08" name="正方形/長方形 307">
            <a:extLst>
              <a:ext uri="{FF2B5EF4-FFF2-40B4-BE49-F238E27FC236}">
                <a16:creationId xmlns:a16="http://schemas.microsoft.com/office/drawing/2014/main" id="{72B45CC0-D649-4A23-A422-DDE5DFC760F3}"/>
              </a:ext>
            </a:extLst>
          </p:cNvPr>
          <p:cNvSpPr/>
          <p:nvPr/>
        </p:nvSpPr>
        <p:spPr>
          <a:xfrm>
            <a:off x="6990696" y="3587353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業務委託管理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物流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09" name="正方形/長方形 308">
            <a:extLst>
              <a:ext uri="{FF2B5EF4-FFF2-40B4-BE49-F238E27FC236}">
                <a16:creationId xmlns:a16="http://schemas.microsoft.com/office/drawing/2014/main" id="{0D621126-43D5-4BDA-8785-D822FCE937EA}"/>
              </a:ext>
            </a:extLst>
          </p:cNvPr>
          <p:cNvSpPr/>
          <p:nvPr/>
        </p:nvSpPr>
        <p:spPr>
          <a:xfrm>
            <a:off x="3097437" y="158012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生産戦略策定</a:t>
            </a:r>
          </a:p>
        </p:txBody>
      </p:sp>
      <p:sp>
        <p:nvSpPr>
          <p:cNvPr id="310" name="正方形/長方形 309">
            <a:extLst>
              <a:ext uri="{FF2B5EF4-FFF2-40B4-BE49-F238E27FC236}">
                <a16:creationId xmlns:a16="http://schemas.microsoft.com/office/drawing/2014/main" id="{C7A77A55-B687-40EC-8425-CBE2C2CFB4CF}"/>
              </a:ext>
            </a:extLst>
          </p:cNvPr>
          <p:cNvSpPr/>
          <p:nvPr/>
        </p:nvSpPr>
        <p:spPr>
          <a:xfrm>
            <a:off x="4395190" y="158012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生産量計画策定</a:t>
            </a:r>
          </a:p>
        </p:txBody>
      </p:sp>
      <p:sp>
        <p:nvSpPr>
          <p:cNvPr id="311" name="正方形/長方形 310">
            <a:extLst>
              <a:ext uri="{FF2B5EF4-FFF2-40B4-BE49-F238E27FC236}">
                <a16:creationId xmlns:a16="http://schemas.microsoft.com/office/drawing/2014/main" id="{2C28333E-5F37-45A0-863B-2BBB9763F35B}"/>
              </a:ext>
            </a:extLst>
          </p:cNvPr>
          <p:cNvSpPr/>
          <p:nvPr/>
        </p:nvSpPr>
        <p:spPr>
          <a:xfrm>
            <a:off x="8300368" y="158012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工場出荷</a:t>
            </a:r>
          </a:p>
        </p:txBody>
      </p:sp>
      <p:sp>
        <p:nvSpPr>
          <p:cNvPr id="312" name="正方形/長方形 311">
            <a:extLst>
              <a:ext uri="{FF2B5EF4-FFF2-40B4-BE49-F238E27FC236}">
                <a16:creationId xmlns:a16="http://schemas.microsoft.com/office/drawing/2014/main" id="{90A42073-F544-4290-BB44-A1EFAE1D3EC4}"/>
              </a:ext>
            </a:extLst>
          </p:cNvPr>
          <p:cNvSpPr/>
          <p:nvPr/>
        </p:nvSpPr>
        <p:spPr>
          <a:xfrm>
            <a:off x="6990696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在庫受払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・棚卸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部材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13" name="正方形/長方形 312">
            <a:extLst>
              <a:ext uri="{FF2B5EF4-FFF2-40B4-BE49-F238E27FC236}">
                <a16:creationId xmlns:a16="http://schemas.microsoft.com/office/drawing/2014/main" id="{C3B69469-D881-429D-906E-9F4BFECFDE5B}"/>
              </a:ext>
            </a:extLst>
          </p:cNvPr>
          <p:cNvSpPr/>
          <p:nvPr/>
        </p:nvSpPr>
        <p:spPr>
          <a:xfrm>
            <a:off x="5692943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部材発注受入</a:t>
            </a:r>
          </a:p>
        </p:txBody>
      </p:sp>
      <p:sp>
        <p:nvSpPr>
          <p:cNvPr id="314" name="正方形/長方形 313">
            <a:extLst>
              <a:ext uri="{FF2B5EF4-FFF2-40B4-BE49-F238E27FC236}">
                <a16:creationId xmlns:a16="http://schemas.microsoft.com/office/drawing/2014/main" id="{AE176925-80A7-4FBB-A7FC-292B37B8CCBA}"/>
              </a:ext>
            </a:extLst>
          </p:cNvPr>
          <p:cNvSpPr/>
          <p:nvPr/>
        </p:nvSpPr>
        <p:spPr>
          <a:xfrm>
            <a:off x="7002615" y="158012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製造</a:t>
            </a:r>
          </a:p>
        </p:txBody>
      </p:sp>
      <p:sp>
        <p:nvSpPr>
          <p:cNvPr id="315" name="正方形/長方形 314">
            <a:extLst>
              <a:ext uri="{FF2B5EF4-FFF2-40B4-BE49-F238E27FC236}">
                <a16:creationId xmlns:a16="http://schemas.microsoft.com/office/drawing/2014/main" id="{C5AD231E-D66B-4DDE-8B6E-7E45DD112B33}"/>
              </a:ext>
            </a:extLst>
          </p:cNvPr>
          <p:cNvSpPr/>
          <p:nvPr/>
        </p:nvSpPr>
        <p:spPr>
          <a:xfrm>
            <a:off x="5664396" y="1575885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生産依頼受付</a:t>
            </a:r>
          </a:p>
        </p:txBody>
      </p:sp>
      <p:sp>
        <p:nvSpPr>
          <p:cNvPr id="317" name="正方形/長方形 316">
            <a:extLst>
              <a:ext uri="{FF2B5EF4-FFF2-40B4-BE49-F238E27FC236}">
                <a16:creationId xmlns:a16="http://schemas.microsoft.com/office/drawing/2014/main" id="{7408933C-9C3B-4F9B-B28D-EE524535384B}"/>
              </a:ext>
            </a:extLst>
          </p:cNvPr>
          <p:cNvSpPr/>
          <p:nvPr/>
        </p:nvSpPr>
        <p:spPr>
          <a:xfrm>
            <a:off x="3097437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所要量計算</a:t>
            </a:r>
          </a:p>
        </p:txBody>
      </p:sp>
      <p:sp>
        <p:nvSpPr>
          <p:cNvPr id="318" name="正方形/長方形 317">
            <a:extLst>
              <a:ext uri="{FF2B5EF4-FFF2-40B4-BE49-F238E27FC236}">
                <a16:creationId xmlns:a16="http://schemas.microsoft.com/office/drawing/2014/main" id="{FD6A7C3B-F653-453C-9C26-09A327F67DE4}"/>
              </a:ext>
            </a:extLst>
          </p:cNvPr>
          <p:cNvSpPr/>
          <p:nvPr/>
        </p:nvSpPr>
        <p:spPr>
          <a:xfrm>
            <a:off x="4395190" y="1943981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部材発注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0" name="正方形/長方形 319">
            <a:extLst>
              <a:ext uri="{FF2B5EF4-FFF2-40B4-BE49-F238E27FC236}">
                <a16:creationId xmlns:a16="http://schemas.microsoft.com/office/drawing/2014/main" id="{4F8B2C3F-274A-4431-B315-EEB1D32046D3}"/>
              </a:ext>
            </a:extLst>
          </p:cNvPr>
          <p:cNvSpPr/>
          <p:nvPr/>
        </p:nvSpPr>
        <p:spPr>
          <a:xfrm>
            <a:off x="8313222" y="1923732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リサイクル判定</a:t>
            </a:r>
          </a:p>
        </p:txBody>
      </p:sp>
      <p:sp>
        <p:nvSpPr>
          <p:cNvPr id="322" name="正方形/長方形 321">
            <a:extLst>
              <a:ext uri="{FF2B5EF4-FFF2-40B4-BE49-F238E27FC236}">
                <a16:creationId xmlns:a16="http://schemas.microsoft.com/office/drawing/2014/main" id="{9F2189B4-474D-41B9-9C8D-01E795843CAD}"/>
              </a:ext>
            </a:extLst>
          </p:cNvPr>
          <p:cNvSpPr/>
          <p:nvPr/>
        </p:nvSpPr>
        <p:spPr>
          <a:xfrm>
            <a:off x="3097437" y="473807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他社仕入見積依頼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3" name="正方形/長方形 322">
            <a:extLst>
              <a:ext uri="{FF2B5EF4-FFF2-40B4-BE49-F238E27FC236}">
                <a16:creationId xmlns:a16="http://schemas.microsoft.com/office/drawing/2014/main" id="{B7513EF2-1249-411C-9C38-44B4F8C7801F}"/>
              </a:ext>
            </a:extLst>
          </p:cNvPr>
          <p:cNvSpPr/>
          <p:nvPr/>
        </p:nvSpPr>
        <p:spPr>
          <a:xfrm>
            <a:off x="4395190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発注</a:t>
            </a:r>
          </a:p>
        </p:txBody>
      </p:sp>
      <p:sp>
        <p:nvSpPr>
          <p:cNvPr id="324" name="正方形/長方形 323">
            <a:extLst>
              <a:ext uri="{FF2B5EF4-FFF2-40B4-BE49-F238E27FC236}">
                <a16:creationId xmlns:a16="http://schemas.microsoft.com/office/drawing/2014/main" id="{5DE23D31-F82E-4FA5-AE17-0D58D243AAF9}"/>
              </a:ext>
            </a:extLst>
          </p:cNvPr>
          <p:cNvSpPr/>
          <p:nvPr/>
        </p:nvSpPr>
        <p:spPr>
          <a:xfrm>
            <a:off x="8306546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仕入先情報登録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5" name="正方形/長方形 324">
            <a:extLst>
              <a:ext uri="{FF2B5EF4-FFF2-40B4-BE49-F238E27FC236}">
                <a16:creationId xmlns:a16="http://schemas.microsoft.com/office/drawing/2014/main" id="{1B018FE0-0F91-4FEB-A35C-2342A81CBE80}"/>
              </a:ext>
            </a:extLst>
          </p:cNvPr>
          <p:cNvSpPr/>
          <p:nvPr/>
        </p:nvSpPr>
        <p:spPr>
          <a:xfrm>
            <a:off x="5692943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発注受入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6" name="正方形/長方形 325">
            <a:extLst>
              <a:ext uri="{FF2B5EF4-FFF2-40B4-BE49-F238E27FC236}">
                <a16:creationId xmlns:a16="http://schemas.microsoft.com/office/drawing/2014/main" id="{78A9C4FB-31F0-42EB-9ED3-41980E1AB019}"/>
              </a:ext>
            </a:extLst>
          </p:cNvPr>
          <p:cNvSpPr/>
          <p:nvPr/>
        </p:nvSpPr>
        <p:spPr>
          <a:xfrm>
            <a:off x="3097437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購買戦略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7" name="正方形/長方形 326">
            <a:extLst>
              <a:ext uri="{FF2B5EF4-FFF2-40B4-BE49-F238E27FC236}">
                <a16:creationId xmlns:a16="http://schemas.microsoft.com/office/drawing/2014/main" id="{03ACFA73-21D7-4D7B-8E17-8536DD4070EF}"/>
              </a:ext>
            </a:extLst>
          </p:cNvPr>
          <p:cNvSpPr/>
          <p:nvPr/>
        </p:nvSpPr>
        <p:spPr>
          <a:xfrm>
            <a:off x="5692943" y="473807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他社仕入品</a:t>
            </a:r>
            <a:b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8" name="正方形/長方形 327">
            <a:extLst>
              <a:ext uri="{FF2B5EF4-FFF2-40B4-BE49-F238E27FC236}">
                <a16:creationId xmlns:a16="http://schemas.microsoft.com/office/drawing/2014/main" id="{E8117317-23A8-49C1-B244-AE69E805F7E9}"/>
              </a:ext>
            </a:extLst>
          </p:cNvPr>
          <p:cNvSpPr/>
          <p:nvPr/>
        </p:nvSpPr>
        <p:spPr>
          <a:xfrm>
            <a:off x="4395190" y="473807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他社仕入品</a:t>
            </a:r>
            <a:b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納期確認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29" name="正方形/長方形 328">
            <a:extLst>
              <a:ext uri="{FF2B5EF4-FFF2-40B4-BE49-F238E27FC236}">
                <a16:creationId xmlns:a16="http://schemas.microsoft.com/office/drawing/2014/main" id="{1D68951D-D9C2-4FE8-97E0-352D89765483}"/>
              </a:ext>
            </a:extLst>
          </p:cNvPr>
          <p:cNvSpPr/>
          <p:nvPr/>
        </p:nvSpPr>
        <p:spPr>
          <a:xfrm>
            <a:off x="6990696" y="4365650"/>
            <a:ext cx="1116532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仕入先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選定</a:t>
            </a:r>
          </a:p>
        </p:txBody>
      </p:sp>
      <p:sp>
        <p:nvSpPr>
          <p:cNvPr id="331" name="正方形/長方形 330">
            <a:extLst>
              <a:ext uri="{FF2B5EF4-FFF2-40B4-BE49-F238E27FC236}">
                <a16:creationId xmlns:a16="http://schemas.microsoft.com/office/drawing/2014/main" id="{4B73C979-BD43-4B15-B8B5-6F0BD685E3A5}"/>
              </a:ext>
            </a:extLst>
          </p:cNvPr>
          <p:cNvSpPr/>
          <p:nvPr/>
        </p:nvSpPr>
        <p:spPr>
          <a:xfrm>
            <a:off x="11188924" y="1978713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財務管理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32" name="正方形/長方形 331">
            <a:extLst>
              <a:ext uri="{FF2B5EF4-FFF2-40B4-BE49-F238E27FC236}">
                <a16:creationId xmlns:a16="http://schemas.microsoft.com/office/drawing/2014/main" id="{060A4B0C-4B52-4386-8F4A-AC09F52824F9}"/>
              </a:ext>
            </a:extLst>
          </p:cNvPr>
          <p:cNvSpPr/>
          <p:nvPr/>
        </p:nvSpPr>
        <p:spPr>
          <a:xfrm>
            <a:off x="9892780" y="1988018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支払・出金管理</a:t>
            </a:r>
          </a:p>
        </p:txBody>
      </p:sp>
      <p:sp>
        <p:nvSpPr>
          <p:cNvPr id="333" name="正方形/長方形 332">
            <a:extLst>
              <a:ext uri="{FF2B5EF4-FFF2-40B4-BE49-F238E27FC236}">
                <a16:creationId xmlns:a16="http://schemas.microsoft.com/office/drawing/2014/main" id="{FFA8352E-9F32-4536-9AFF-78E4743DE8D9}"/>
              </a:ext>
            </a:extLst>
          </p:cNvPr>
          <p:cNvSpPr/>
          <p:nvPr/>
        </p:nvSpPr>
        <p:spPr>
          <a:xfrm>
            <a:off x="9892780" y="262627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回収・入金管理</a:t>
            </a:r>
          </a:p>
        </p:txBody>
      </p:sp>
      <p:sp>
        <p:nvSpPr>
          <p:cNvPr id="334" name="正方形/長方形 333">
            <a:extLst>
              <a:ext uri="{FF2B5EF4-FFF2-40B4-BE49-F238E27FC236}">
                <a16:creationId xmlns:a16="http://schemas.microsoft.com/office/drawing/2014/main" id="{F39792FB-75F2-4C42-A60C-075F85B38DE2}"/>
              </a:ext>
            </a:extLst>
          </p:cNvPr>
          <p:cNvSpPr/>
          <p:nvPr/>
        </p:nvSpPr>
        <p:spPr>
          <a:xfrm>
            <a:off x="11188924" y="262678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財務資金管理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36" name="正方形/長方形 335">
            <a:extLst>
              <a:ext uri="{FF2B5EF4-FFF2-40B4-BE49-F238E27FC236}">
                <a16:creationId xmlns:a16="http://schemas.microsoft.com/office/drawing/2014/main" id="{8626BB40-B599-4447-A4B1-952C58AD9CE7}"/>
              </a:ext>
            </a:extLst>
          </p:cNvPr>
          <p:cNvSpPr/>
          <p:nvPr/>
        </p:nvSpPr>
        <p:spPr>
          <a:xfrm>
            <a:off x="11188924" y="323630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税務処理</a:t>
            </a:r>
          </a:p>
        </p:txBody>
      </p:sp>
      <p:sp>
        <p:nvSpPr>
          <p:cNvPr id="339" name="正方形/長方形 338">
            <a:extLst>
              <a:ext uri="{FF2B5EF4-FFF2-40B4-BE49-F238E27FC236}">
                <a16:creationId xmlns:a16="http://schemas.microsoft.com/office/drawing/2014/main" id="{1D2E89F6-BC50-4FD0-ACAA-DB978C6FAD47}"/>
              </a:ext>
            </a:extLst>
          </p:cNvPr>
          <p:cNvSpPr/>
          <p:nvPr/>
        </p:nvSpPr>
        <p:spPr>
          <a:xfrm>
            <a:off x="9892780" y="3880382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原価計算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プロジェクトを含む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1" name="正方形/長方形 340">
            <a:extLst>
              <a:ext uri="{FF2B5EF4-FFF2-40B4-BE49-F238E27FC236}">
                <a16:creationId xmlns:a16="http://schemas.microsoft.com/office/drawing/2014/main" id="{3B3E004F-AB21-499E-BFCB-32900D327FB1}"/>
              </a:ext>
            </a:extLst>
          </p:cNvPr>
          <p:cNvSpPr/>
          <p:nvPr/>
        </p:nvSpPr>
        <p:spPr>
          <a:xfrm>
            <a:off x="11175387" y="759120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情報システム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保守運用</a:t>
            </a:r>
          </a:p>
        </p:txBody>
      </p:sp>
      <p:sp>
        <p:nvSpPr>
          <p:cNvPr id="342" name="正方形/長方形 341">
            <a:extLst>
              <a:ext uri="{FF2B5EF4-FFF2-40B4-BE49-F238E27FC236}">
                <a16:creationId xmlns:a16="http://schemas.microsoft.com/office/drawing/2014/main" id="{3F36C2E4-A98C-447B-B21C-CA33C0A3F6EE}"/>
              </a:ext>
            </a:extLst>
          </p:cNvPr>
          <p:cNvSpPr/>
          <p:nvPr/>
        </p:nvSpPr>
        <p:spPr>
          <a:xfrm>
            <a:off x="9892780" y="5795137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固定資産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4" name="正方形/長方形 343">
            <a:extLst>
              <a:ext uri="{FF2B5EF4-FFF2-40B4-BE49-F238E27FC236}">
                <a16:creationId xmlns:a16="http://schemas.microsoft.com/office/drawing/2014/main" id="{99FB5FE6-EC71-4ACC-897F-46F2F2AEDBAB}"/>
              </a:ext>
            </a:extLst>
          </p:cNvPr>
          <p:cNvSpPr/>
          <p:nvPr/>
        </p:nvSpPr>
        <p:spPr>
          <a:xfrm>
            <a:off x="9933580" y="759120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品目情報登録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5" name="正方形/長方形 344">
            <a:extLst>
              <a:ext uri="{FF2B5EF4-FFF2-40B4-BE49-F238E27FC236}">
                <a16:creationId xmlns:a16="http://schemas.microsoft.com/office/drawing/2014/main" id="{9E55249D-61B3-4F95-AED3-FD8EE234082F}"/>
              </a:ext>
            </a:extLst>
          </p:cNvPr>
          <p:cNvSpPr/>
          <p:nvPr/>
        </p:nvSpPr>
        <p:spPr>
          <a:xfrm>
            <a:off x="9933580" y="8204400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価格情報登録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46" name="正方形/長方形 345">
            <a:extLst>
              <a:ext uri="{FF2B5EF4-FFF2-40B4-BE49-F238E27FC236}">
                <a16:creationId xmlns:a16="http://schemas.microsoft.com/office/drawing/2014/main" id="{00631EEA-1E71-4007-84AF-2707CB4043D8}"/>
              </a:ext>
            </a:extLst>
          </p:cNvPr>
          <p:cNvSpPr/>
          <p:nvPr/>
        </p:nvSpPr>
        <p:spPr>
          <a:xfrm>
            <a:off x="9933580" y="8817596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市場・取引先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情報登録</a:t>
            </a:r>
          </a:p>
        </p:txBody>
      </p:sp>
      <p:sp>
        <p:nvSpPr>
          <p:cNvPr id="347" name="正方形/長方形 346">
            <a:extLst>
              <a:ext uri="{FF2B5EF4-FFF2-40B4-BE49-F238E27FC236}">
                <a16:creationId xmlns:a16="http://schemas.microsoft.com/office/drawing/2014/main" id="{750DD6E8-D1CF-453F-98F5-66E23E03A0BC}"/>
              </a:ext>
            </a:extLst>
          </p:cNvPr>
          <p:cNvSpPr/>
          <p:nvPr/>
        </p:nvSpPr>
        <p:spPr>
          <a:xfrm>
            <a:off x="11188924" y="4498993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事業別・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案件別損益管理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0DD286E5-FC99-4C2D-8104-C2B0ED1D5FD7}"/>
              </a:ext>
            </a:extLst>
          </p:cNvPr>
          <p:cNvCxnSpPr>
            <a:stCxn id="2" idx="2"/>
            <a:endCxn id="233" idx="0"/>
          </p:cNvCxnSpPr>
          <p:nvPr/>
        </p:nvCxnSpPr>
        <p:spPr>
          <a:xfrm>
            <a:off x="1469662" y="1927883"/>
            <a:ext cx="0" cy="15904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四角形: 角を丸くする 363">
            <a:extLst>
              <a:ext uri="{FF2B5EF4-FFF2-40B4-BE49-F238E27FC236}">
                <a16:creationId xmlns:a16="http://schemas.microsoft.com/office/drawing/2014/main" id="{97D7DE0D-F8D7-4A76-9A07-97B37E24101B}"/>
              </a:ext>
            </a:extLst>
          </p:cNvPr>
          <p:cNvSpPr/>
          <p:nvPr/>
        </p:nvSpPr>
        <p:spPr>
          <a:xfrm>
            <a:off x="496144" y="2783153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営業・営業支援</a:t>
            </a:r>
          </a:p>
        </p:txBody>
      </p:sp>
      <p:sp>
        <p:nvSpPr>
          <p:cNvPr id="409" name="四角形: 角を丸くする 408">
            <a:extLst>
              <a:ext uri="{FF2B5EF4-FFF2-40B4-BE49-F238E27FC236}">
                <a16:creationId xmlns:a16="http://schemas.microsoft.com/office/drawing/2014/main" id="{47E4C974-4F94-4262-9878-E07940B45141}"/>
              </a:ext>
            </a:extLst>
          </p:cNvPr>
          <p:cNvSpPr/>
          <p:nvPr/>
        </p:nvSpPr>
        <p:spPr>
          <a:xfrm>
            <a:off x="3464588" y="2495121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需給・物流</a:t>
            </a:r>
          </a:p>
        </p:txBody>
      </p:sp>
      <p:sp>
        <p:nvSpPr>
          <p:cNvPr id="411" name="四角形: 角を丸くする 410">
            <a:extLst>
              <a:ext uri="{FF2B5EF4-FFF2-40B4-BE49-F238E27FC236}">
                <a16:creationId xmlns:a16="http://schemas.microsoft.com/office/drawing/2014/main" id="{2E194C17-7773-406B-BA38-F4DC4CD81418}"/>
              </a:ext>
            </a:extLst>
          </p:cNvPr>
          <p:cNvSpPr/>
          <p:nvPr/>
        </p:nvSpPr>
        <p:spPr>
          <a:xfrm>
            <a:off x="9984086" y="127098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財務管理・管理会計</a:t>
            </a:r>
          </a:p>
        </p:txBody>
      </p:sp>
      <p:sp>
        <p:nvSpPr>
          <p:cNvPr id="423" name="四角形: 角を丸くする 422">
            <a:extLst>
              <a:ext uri="{FF2B5EF4-FFF2-40B4-BE49-F238E27FC236}">
                <a16:creationId xmlns:a16="http://schemas.microsoft.com/office/drawing/2014/main" id="{22306C78-EE42-4081-B334-6282FBD52B5C}"/>
              </a:ext>
            </a:extLst>
          </p:cNvPr>
          <p:cNvSpPr/>
          <p:nvPr/>
        </p:nvSpPr>
        <p:spPr>
          <a:xfrm>
            <a:off x="3464588" y="1198977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製造</a:t>
            </a:r>
          </a:p>
        </p:txBody>
      </p:sp>
      <p:sp>
        <p:nvSpPr>
          <p:cNvPr id="474" name="四角形: 角を丸くする 473">
            <a:extLst>
              <a:ext uri="{FF2B5EF4-FFF2-40B4-BE49-F238E27FC236}">
                <a16:creationId xmlns:a16="http://schemas.microsoft.com/office/drawing/2014/main" id="{86C666E7-E8BE-476D-9A10-71529D4C0229}"/>
              </a:ext>
            </a:extLst>
          </p:cNvPr>
          <p:cNvSpPr/>
          <p:nvPr/>
        </p:nvSpPr>
        <p:spPr>
          <a:xfrm>
            <a:off x="3464588" y="4079297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購買</a:t>
            </a:r>
          </a:p>
        </p:txBody>
      </p:sp>
      <p:sp>
        <p:nvSpPr>
          <p:cNvPr id="477" name="四角形: 角を丸くする 476">
            <a:extLst>
              <a:ext uri="{FF2B5EF4-FFF2-40B4-BE49-F238E27FC236}">
                <a16:creationId xmlns:a16="http://schemas.microsoft.com/office/drawing/2014/main" id="{1293F002-CB1B-4718-8C97-21A491290768}"/>
              </a:ext>
            </a:extLst>
          </p:cNvPr>
          <p:cNvSpPr/>
          <p:nvPr/>
        </p:nvSpPr>
        <p:spPr>
          <a:xfrm>
            <a:off x="3464588" y="6815601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ソリューション・サービス</a:t>
            </a:r>
          </a:p>
        </p:txBody>
      </p:sp>
      <p:sp>
        <p:nvSpPr>
          <p:cNvPr id="488" name="四角形: 角を丸くする 487">
            <a:extLst>
              <a:ext uri="{FF2B5EF4-FFF2-40B4-BE49-F238E27FC236}">
                <a16:creationId xmlns:a16="http://schemas.microsoft.com/office/drawing/2014/main" id="{D2AE6AB6-116F-419A-870C-ABA1E79B827A}"/>
              </a:ext>
            </a:extLst>
          </p:cNvPr>
          <p:cNvSpPr/>
          <p:nvPr/>
        </p:nvSpPr>
        <p:spPr>
          <a:xfrm>
            <a:off x="9984086" y="6815601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ビジネス・サポート</a:t>
            </a:r>
          </a:p>
        </p:txBody>
      </p:sp>
      <p:cxnSp>
        <p:nvCxnSpPr>
          <p:cNvPr id="505" name="直線矢印コネクタ 504">
            <a:extLst>
              <a:ext uri="{FF2B5EF4-FFF2-40B4-BE49-F238E27FC236}">
                <a16:creationId xmlns:a16="http://schemas.microsoft.com/office/drawing/2014/main" id="{F83B5EE1-3245-4F52-8BA2-33ACE13EDDF6}"/>
              </a:ext>
            </a:extLst>
          </p:cNvPr>
          <p:cNvCxnSpPr>
            <a:cxnSpLocks/>
            <a:stCxn id="309" idx="3"/>
            <a:endCxn id="310" idx="1"/>
          </p:cNvCxnSpPr>
          <p:nvPr/>
        </p:nvCxnSpPr>
        <p:spPr>
          <a:xfrm>
            <a:off x="4213969" y="1724944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直線矢印コネクタ 511">
            <a:extLst>
              <a:ext uri="{FF2B5EF4-FFF2-40B4-BE49-F238E27FC236}">
                <a16:creationId xmlns:a16="http://schemas.microsoft.com/office/drawing/2014/main" id="{9D0E6B93-F6F9-4BF0-9D6D-65FE5CE41D0A}"/>
              </a:ext>
            </a:extLst>
          </p:cNvPr>
          <p:cNvCxnSpPr>
            <a:cxnSpLocks/>
            <a:stCxn id="310" idx="3"/>
            <a:endCxn id="315" idx="1"/>
          </p:cNvCxnSpPr>
          <p:nvPr/>
        </p:nvCxnSpPr>
        <p:spPr>
          <a:xfrm flipV="1">
            <a:off x="5511722" y="1720704"/>
            <a:ext cx="152674" cy="424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直線矢印コネクタ 512">
            <a:extLst>
              <a:ext uri="{FF2B5EF4-FFF2-40B4-BE49-F238E27FC236}">
                <a16:creationId xmlns:a16="http://schemas.microsoft.com/office/drawing/2014/main" id="{EAEF5535-7D80-4032-8ECD-8EB4D5A56763}"/>
              </a:ext>
            </a:extLst>
          </p:cNvPr>
          <p:cNvCxnSpPr>
            <a:cxnSpLocks/>
            <a:stCxn id="314" idx="3"/>
            <a:endCxn id="311" idx="1"/>
          </p:cNvCxnSpPr>
          <p:nvPr/>
        </p:nvCxnSpPr>
        <p:spPr>
          <a:xfrm>
            <a:off x="8119147" y="1724944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直線矢印コネクタ 513">
            <a:extLst>
              <a:ext uri="{FF2B5EF4-FFF2-40B4-BE49-F238E27FC236}">
                <a16:creationId xmlns:a16="http://schemas.microsoft.com/office/drawing/2014/main" id="{2959C29F-4386-45D2-B5D3-0142BD8602B2}"/>
              </a:ext>
            </a:extLst>
          </p:cNvPr>
          <p:cNvCxnSpPr>
            <a:cxnSpLocks/>
            <a:stCxn id="270" idx="3"/>
            <a:endCxn id="271" idx="1"/>
          </p:cNvCxnSpPr>
          <p:nvPr/>
        </p:nvCxnSpPr>
        <p:spPr>
          <a:xfrm>
            <a:off x="4209843" y="7400785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直線矢印コネクタ 514">
            <a:extLst>
              <a:ext uri="{FF2B5EF4-FFF2-40B4-BE49-F238E27FC236}">
                <a16:creationId xmlns:a16="http://schemas.microsoft.com/office/drawing/2014/main" id="{84DF0F1E-A30D-4430-B0A1-162D5347566A}"/>
              </a:ext>
            </a:extLst>
          </p:cNvPr>
          <p:cNvCxnSpPr>
            <a:cxnSpLocks/>
            <a:stCxn id="271" idx="3"/>
            <a:endCxn id="272" idx="1"/>
          </p:cNvCxnSpPr>
          <p:nvPr/>
        </p:nvCxnSpPr>
        <p:spPr>
          <a:xfrm>
            <a:off x="5507596" y="7400785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直線矢印コネクタ 564">
            <a:extLst>
              <a:ext uri="{FF2B5EF4-FFF2-40B4-BE49-F238E27FC236}">
                <a16:creationId xmlns:a16="http://schemas.microsoft.com/office/drawing/2014/main" id="{54A88606-A953-4A9E-A0FC-BF5EC7EB705C}"/>
              </a:ext>
            </a:extLst>
          </p:cNvPr>
          <p:cNvCxnSpPr>
            <a:cxnSpLocks/>
            <a:stCxn id="318" idx="3"/>
            <a:endCxn id="313" idx="1"/>
          </p:cNvCxnSpPr>
          <p:nvPr/>
        </p:nvCxnSpPr>
        <p:spPr>
          <a:xfrm>
            <a:off x="5511722" y="2088800"/>
            <a:ext cx="1812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7" name="四角形: 角を丸くする 706">
            <a:extLst>
              <a:ext uri="{FF2B5EF4-FFF2-40B4-BE49-F238E27FC236}">
                <a16:creationId xmlns:a16="http://schemas.microsoft.com/office/drawing/2014/main" id="{7DCDCE38-AD06-423B-B315-8F8EC4B7B3EE}"/>
              </a:ext>
            </a:extLst>
          </p:cNvPr>
          <p:cNvSpPr/>
          <p:nvPr/>
        </p:nvSpPr>
        <p:spPr>
          <a:xfrm>
            <a:off x="9984086" y="702248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情報システム</a:t>
            </a:r>
            <a:r>
              <a:rPr kumimoji="1" lang="en-US" altLang="ja-JP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/</a:t>
            </a:r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業務改革</a:t>
            </a:r>
            <a:endParaRPr kumimoji="1" lang="en-US" altLang="ja-JP" sz="1400" b="1" dirty="0">
              <a:solidFill>
                <a:schemeClr val="bg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6" name="正方形/長方形 505">
            <a:extLst>
              <a:ext uri="{FF2B5EF4-FFF2-40B4-BE49-F238E27FC236}">
                <a16:creationId xmlns:a16="http://schemas.microsoft.com/office/drawing/2014/main" id="{DF228DE6-C7F8-4C44-B045-30260486E886}"/>
              </a:ext>
            </a:extLst>
          </p:cNvPr>
          <p:cNvSpPr/>
          <p:nvPr/>
        </p:nvSpPr>
        <p:spPr>
          <a:xfrm>
            <a:off x="2978043" y="5357630"/>
            <a:ext cx="6580771" cy="1313955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7" name="四角形: 角を丸くする 506">
            <a:extLst>
              <a:ext uri="{FF2B5EF4-FFF2-40B4-BE49-F238E27FC236}">
                <a16:creationId xmlns:a16="http://schemas.microsoft.com/office/drawing/2014/main" id="{3A7A01D5-4460-48D5-B956-C9F2EC21A87F}"/>
              </a:ext>
            </a:extLst>
          </p:cNvPr>
          <p:cNvSpPr/>
          <p:nvPr/>
        </p:nvSpPr>
        <p:spPr>
          <a:xfrm>
            <a:off x="3464588" y="523142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</a:p>
        </p:txBody>
      </p:sp>
      <p:sp>
        <p:nvSpPr>
          <p:cNvPr id="508" name="正方形/長方形 507">
            <a:extLst>
              <a:ext uri="{FF2B5EF4-FFF2-40B4-BE49-F238E27FC236}">
                <a16:creationId xmlns:a16="http://schemas.microsoft.com/office/drawing/2014/main" id="{B973957C-DA83-4FC1-B9EA-394800645380}"/>
              </a:ext>
            </a:extLst>
          </p:cNvPr>
          <p:cNvSpPr/>
          <p:nvPr/>
        </p:nvSpPr>
        <p:spPr>
          <a:xfrm>
            <a:off x="2978043" y="8569917"/>
            <a:ext cx="6580771" cy="981988"/>
          </a:xfrm>
          <a:prstGeom prst="rect">
            <a:avLst/>
          </a:prstGeom>
          <a:solidFill>
            <a:schemeClr val="accent3">
              <a:lumMod val="50000"/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l"/>
            <a:endParaRPr kumimoji="1" lang="ja-JP" altLang="en-US" sz="10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9" name="四角形: 角を丸くする 508">
            <a:extLst>
              <a:ext uri="{FF2B5EF4-FFF2-40B4-BE49-F238E27FC236}">
                <a16:creationId xmlns:a16="http://schemas.microsoft.com/office/drawing/2014/main" id="{117F9CA5-9F4B-452C-817D-95085D3CC790}"/>
              </a:ext>
            </a:extLst>
          </p:cNvPr>
          <p:cNvSpPr/>
          <p:nvPr/>
        </p:nvSpPr>
        <p:spPr>
          <a:xfrm>
            <a:off x="3464588" y="8471785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顧客管理</a:t>
            </a: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1617B97C-4A1B-4383-A419-B9573C69AE66}"/>
              </a:ext>
            </a:extLst>
          </p:cNvPr>
          <p:cNvSpPr/>
          <p:nvPr/>
        </p:nvSpPr>
        <p:spPr>
          <a:xfrm>
            <a:off x="3097193" y="8796632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顧客情報登録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36" name="正方形/長方形 235">
            <a:extLst>
              <a:ext uri="{FF2B5EF4-FFF2-40B4-BE49-F238E27FC236}">
                <a16:creationId xmlns:a16="http://schemas.microsoft.com/office/drawing/2014/main" id="{62E5355E-6D4E-4FE7-AB37-3965D18880B8}"/>
              </a:ext>
            </a:extLst>
          </p:cNvPr>
          <p:cNvSpPr/>
          <p:nvPr/>
        </p:nvSpPr>
        <p:spPr>
          <a:xfrm>
            <a:off x="4394946" y="8799570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クレーム・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問合せ対応</a:t>
            </a:r>
          </a:p>
        </p:txBody>
      </p:sp>
      <p:sp>
        <p:nvSpPr>
          <p:cNvPr id="237" name="正方形/長方形 236">
            <a:extLst>
              <a:ext uri="{FF2B5EF4-FFF2-40B4-BE49-F238E27FC236}">
                <a16:creationId xmlns:a16="http://schemas.microsoft.com/office/drawing/2014/main" id="{E90CA838-03C6-440D-A557-BC4AFB0165E3}"/>
              </a:ext>
            </a:extLst>
          </p:cNvPr>
          <p:cNvSpPr/>
          <p:nvPr/>
        </p:nvSpPr>
        <p:spPr>
          <a:xfrm>
            <a:off x="5654411" y="8785213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お客様問合せ対応</a:t>
            </a:r>
          </a:p>
        </p:txBody>
      </p:sp>
      <p:sp>
        <p:nvSpPr>
          <p:cNvPr id="239" name="正方形/長方形 238">
            <a:extLst>
              <a:ext uri="{FF2B5EF4-FFF2-40B4-BE49-F238E27FC236}">
                <a16:creationId xmlns:a16="http://schemas.microsoft.com/office/drawing/2014/main" id="{D8B02DAB-8EAB-4FBF-A617-97B13F70064D}"/>
              </a:ext>
            </a:extLst>
          </p:cNvPr>
          <p:cNvSpPr/>
          <p:nvPr/>
        </p:nvSpPr>
        <p:spPr>
          <a:xfrm>
            <a:off x="3097193" y="9179185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信用状況管理</a:t>
            </a:r>
          </a:p>
        </p:txBody>
      </p:sp>
      <p:sp>
        <p:nvSpPr>
          <p:cNvPr id="240" name="正方形/長方形 239">
            <a:extLst>
              <a:ext uri="{FF2B5EF4-FFF2-40B4-BE49-F238E27FC236}">
                <a16:creationId xmlns:a16="http://schemas.microsoft.com/office/drawing/2014/main" id="{5075D01B-5E70-404A-9F64-C56BC07A880B}"/>
              </a:ext>
            </a:extLst>
          </p:cNvPr>
          <p:cNvSpPr/>
          <p:nvPr/>
        </p:nvSpPr>
        <p:spPr>
          <a:xfrm>
            <a:off x="6990452" y="8799570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お客様接点情報配信</a:t>
            </a:r>
          </a:p>
        </p:txBody>
      </p:sp>
      <p:sp>
        <p:nvSpPr>
          <p:cNvPr id="241" name="正方形/長方形 240">
            <a:extLst>
              <a:ext uri="{FF2B5EF4-FFF2-40B4-BE49-F238E27FC236}">
                <a16:creationId xmlns:a16="http://schemas.microsoft.com/office/drawing/2014/main" id="{0A251DE0-3B0B-4A58-96A8-6F5C51D17914}"/>
              </a:ext>
            </a:extLst>
          </p:cNvPr>
          <p:cNvSpPr/>
          <p:nvPr/>
        </p:nvSpPr>
        <p:spPr>
          <a:xfrm>
            <a:off x="8306302" y="8799570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お客様満足度分析</a:t>
            </a: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90F04673-3924-4063-8C98-A6ED993AEF45}"/>
              </a:ext>
            </a:extLst>
          </p:cNvPr>
          <p:cNvSpPr/>
          <p:nvPr/>
        </p:nvSpPr>
        <p:spPr>
          <a:xfrm>
            <a:off x="3097193" y="5554184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874D7244-14FB-4173-BB2C-D30D50B45ED7}"/>
              </a:ext>
            </a:extLst>
          </p:cNvPr>
          <p:cNvSpPr/>
          <p:nvPr/>
        </p:nvSpPr>
        <p:spPr>
          <a:xfrm>
            <a:off x="5692699" y="5554184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作業実施</a:t>
            </a: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850DD6DE-3A50-4E3E-96CA-A7F03AA12048}"/>
              </a:ext>
            </a:extLst>
          </p:cNvPr>
          <p:cNvSpPr/>
          <p:nvPr/>
        </p:nvSpPr>
        <p:spPr>
          <a:xfrm>
            <a:off x="4394946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料金計算</a:t>
            </a:r>
            <a:b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機械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01D28D58-BF1C-4E7E-ABFC-3AE1132ACA87}"/>
              </a:ext>
            </a:extLst>
          </p:cNvPr>
          <p:cNvSpPr/>
          <p:nvPr/>
        </p:nvSpPr>
        <p:spPr>
          <a:xfrm>
            <a:off x="4394946" y="63178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消耗品自動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配送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4" name="正方形/長方形 283">
            <a:extLst>
              <a:ext uri="{FF2B5EF4-FFF2-40B4-BE49-F238E27FC236}">
                <a16:creationId xmlns:a16="http://schemas.microsoft.com/office/drawing/2014/main" id="{73104199-C2B6-4549-83E5-BA8179114042}"/>
              </a:ext>
            </a:extLst>
          </p:cNvPr>
          <p:cNvSpPr/>
          <p:nvPr/>
        </p:nvSpPr>
        <p:spPr>
          <a:xfrm>
            <a:off x="5692699" y="63178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業務委託料計算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64EB003E-9CA0-4B12-A5B2-AA28483C8173}"/>
              </a:ext>
            </a:extLst>
          </p:cNvPr>
          <p:cNvSpPr/>
          <p:nvPr/>
        </p:nvSpPr>
        <p:spPr>
          <a:xfrm>
            <a:off x="3097193" y="63178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消耗品配送方式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策定</a:t>
            </a:r>
          </a:p>
        </p:txBody>
      </p:sp>
      <p:sp>
        <p:nvSpPr>
          <p:cNvPr id="286" name="正方形/長方形 285">
            <a:extLst>
              <a:ext uri="{FF2B5EF4-FFF2-40B4-BE49-F238E27FC236}">
                <a16:creationId xmlns:a16="http://schemas.microsoft.com/office/drawing/2014/main" id="{76E3EBF1-E8C4-4EFA-99A2-0BEF3969D231}"/>
              </a:ext>
            </a:extLst>
          </p:cNvPr>
          <p:cNvSpPr/>
          <p:nvPr/>
        </p:nvSpPr>
        <p:spPr>
          <a:xfrm>
            <a:off x="4394946" y="5554184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訪問計画策定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7" name="正方形/長方形 286">
            <a:extLst>
              <a:ext uri="{FF2B5EF4-FFF2-40B4-BE49-F238E27FC236}">
                <a16:creationId xmlns:a16="http://schemas.microsoft.com/office/drawing/2014/main" id="{291A8EC9-595C-416D-B48F-503EDA313BF0}"/>
              </a:ext>
            </a:extLst>
          </p:cNvPr>
          <p:cNvSpPr/>
          <p:nvPr/>
        </p:nvSpPr>
        <p:spPr>
          <a:xfrm>
            <a:off x="5692699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機械通知対応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88" name="正方形/長方形 287">
            <a:extLst>
              <a:ext uri="{FF2B5EF4-FFF2-40B4-BE49-F238E27FC236}">
                <a16:creationId xmlns:a16="http://schemas.microsoft.com/office/drawing/2014/main" id="{B9987344-817E-40EE-A234-EFD2DB38570E}"/>
              </a:ext>
            </a:extLst>
          </p:cNvPr>
          <p:cNvSpPr/>
          <p:nvPr/>
        </p:nvSpPr>
        <p:spPr>
          <a:xfrm>
            <a:off x="3097193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メーター情報収集</a:t>
            </a:r>
          </a:p>
        </p:txBody>
      </p:sp>
      <p:sp>
        <p:nvSpPr>
          <p:cNvPr id="289" name="正方形/長方形 288">
            <a:extLst>
              <a:ext uri="{FF2B5EF4-FFF2-40B4-BE49-F238E27FC236}">
                <a16:creationId xmlns:a16="http://schemas.microsoft.com/office/drawing/2014/main" id="{8C7383CE-FB5F-40A9-A454-6EF24C994AC6}"/>
              </a:ext>
            </a:extLst>
          </p:cNvPr>
          <p:cNvSpPr/>
          <p:nvPr/>
        </p:nvSpPr>
        <p:spPr>
          <a:xfrm>
            <a:off x="6990452" y="5936036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機械情報管理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90" name="正方形/長方形 289">
            <a:extLst>
              <a:ext uri="{FF2B5EF4-FFF2-40B4-BE49-F238E27FC236}">
                <a16:creationId xmlns:a16="http://schemas.microsoft.com/office/drawing/2014/main" id="{B32320EA-89B5-4903-88FC-4CA3CC3C035F}"/>
              </a:ext>
            </a:extLst>
          </p:cNvPr>
          <p:cNvSpPr/>
          <p:nvPr/>
        </p:nvSpPr>
        <p:spPr>
          <a:xfrm>
            <a:off x="8318707" y="5930488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品質管理</a:t>
            </a:r>
          </a:p>
        </p:txBody>
      </p:sp>
      <p:sp>
        <p:nvSpPr>
          <p:cNvPr id="291" name="正方形/長方形 290">
            <a:extLst>
              <a:ext uri="{FF2B5EF4-FFF2-40B4-BE49-F238E27FC236}">
                <a16:creationId xmlns:a16="http://schemas.microsoft.com/office/drawing/2014/main" id="{BE2F99A5-8D86-482A-B9BB-CEF04E850154}"/>
              </a:ext>
            </a:extLst>
          </p:cNvPr>
          <p:cNvSpPr/>
          <p:nvPr/>
        </p:nvSpPr>
        <p:spPr>
          <a:xfrm>
            <a:off x="6990452" y="5554184"/>
            <a:ext cx="1034421" cy="289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ナレッジ対応</a:t>
            </a:r>
          </a:p>
        </p:txBody>
      </p:sp>
      <p:sp>
        <p:nvSpPr>
          <p:cNvPr id="406" name="正方形/長方形 405">
            <a:extLst>
              <a:ext uri="{FF2B5EF4-FFF2-40B4-BE49-F238E27FC236}">
                <a16:creationId xmlns:a16="http://schemas.microsoft.com/office/drawing/2014/main" id="{53C0132C-6F1B-48E5-A283-B4D2CA6B1F33}"/>
              </a:ext>
            </a:extLst>
          </p:cNvPr>
          <p:cNvSpPr/>
          <p:nvPr/>
        </p:nvSpPr>
        <p:spPr>
          <a:xfrm>
            <a:off x="9892780" y="4539108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一般会計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単体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2" name="正方形/長方形 411">
            <a:extLst>
              <a:ext uri="{FF2B5EF4-FFF2-40B4-BE49-F238E27FC236}">
                <a16:creationId xmlns:a16="http://schemas.microsoft.com/office/drawing/2014/main" id="{87B6C99D-71B0-4CBB-92BF-F8BA2B5F2559}"/>
              </a:ext>
            </a:extLst>
          </p:cNvPr>
          <p:cNvSpPr/>
          <p:nvPr/>
        </p:nvSpPr>
        <p:spPr>
          <a:xfrm>
            <a:off x="9892780" y="514706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一般会計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連結</a:t>
            </a:r>
            <a:r>
              <a:rPr kumimoji="1" lang="en-US" altLang="zh-TW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13" name="正方形/長方形 412">
            <a:extLst>
              <a:ext uri="{FF2B5EF4-FFF2-40B4-BE49-F238E27FC236}">
                <a16:creationId xmlns:a16="http://schemas.microsoft.com/office/drawing/2014/main" id="{B46AE3FC-D764-4946-9CC3-2C16C1AECB5A}"/>
              </a:ext>
            </a:extLst>
          </p:cNvPr>
          <p:cNvSpPr/>
          <p:nvPr/>
        </p:nvSpPr>
        <p:spPr>
          <a:xfrm>
            <a:off x="9892780" y="3249443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売上・棚卸資産</a:t>
            </a:r>
          </a:p>
        </p:txBody>
      </p:sp>
      <p:sp>
        <p:nvSpPr>
          <p:cNvPr id="465" name="正方形/長方形 464">
            <a:extLst>
              <a:ext uri="{FF2B5EF4-FFF2-40B4-BE49-F238E27FC236}">
                <a16:creationId xmlns:a16="http://schemas.microsoft.com/office/drawing/2014/main" id="{E5D57477-5161-4CF8-80E6-EBB648795ABA}"/>
              </a:ext>
            </a:extLst>
          </p:cNvPr>
          <p:cNvSpPr/>
          <p:nvPr/>
        </p:nvSpPr>
        <p:spPr>
          <a:xfrm>
            <a:off x="11188924" y="3875933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計画・立案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管理会計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4" name="正方形/長方形 503">
            <a:extLst>
              <a:ext uri="{FF2B5EF4-FFF2-40B4-BE49-F238E27FC236}">
                <a16:creationId xmlns:a16="http://schemas.microsoft.com/office/drawing/2014/main" id="{7B82E3B4-2D90-425E-9882-865894D07837}"/>
              </a:ext>
            </a:extLst>
          </p:cNvPr>
          <p:cNvSpPr/>
          <p:nvPr/>
        </p:nvSpPr>
        <p:spPr>
          <a:xfrm>
            <a:off x="11188924" y="5135715"/>
            <a:ext cx="1116532" cy="372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連結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PSI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cxnSp>
        <p:nvCxnSpPr>
          <p:cNvPr id="552" name="直線矢印コネクタ 551">
            <a:extLst>
              <a:ext uri="{FF2B5EF4-FFF2-40B4-BE49-F238E27FC236}">
                <a16:creationId xmlns:a16="http://schemas.microsoft.com/office/drawing/2014/main" id="{315F52CE-00D5-4D51-A698-4079B178F4D1}"/>
              </a:ext>
            </a:extLst>
          </p:cNvPr>
          <p:cNvCxnSpPr>
            <a:cxnSpLocks/>
            <a:stCxn id="315" idx="3"/>
            <a:endCxn id="314" idx="1"/>
          </p:cNvCxnSpPr>
          <p:nvPr/>
        </p:nvCxnSpPr>
        <p:spPr>
          <a:xfrm>
            <a:off x="6780928" y="1720704"/>
            <a:ext cx="221687" cy="424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3" name="正方形/長方形 742">
            <a:extLst>
              <a:ext uri="{FF2B5EF4-FFF2-40B4-BE49-F238E27FC236}">
                <a16:creationId xmlns:a16="http://schemas.microsoft.com/office/drawing/2014/main" id="{DCC34A0F-0640-4B20-A761-BC81228C2AED}"/>
              </a:ext>
            </a:extLst>
          </p:cNvPr>
          <p:cNvSpPr/>
          <p:nvPr/>
        </p:nvSpPr>
        <p:spPr>
          <a:xfrm>
            <a:off x="-3392288" y="3864664"/>
            <a:ext cx="3240000" cy="936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タイムリーな情報提供による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向上：⑨⑪⑫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情報共有・集約による需要予測の精度向上・業務の迅速化：③⑫</a:t>
            </a: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標準化・自動化による業務削減・業務品質向上：㉞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04" name="正方形/長方形 403">
            <a:extLst>
              <a:ext uri="{FF2B5EF4-FFF2-40B4-BE49-F238E27FC236}">
                <a16:creationId xmlns:a16="http://schemas.microsoft.com/office/drawing/2014/main" id="{D5444E08-DA5F-43FD-9588-F3688C5310DE}"/>
              </a:ext>
            </a:extLst>
          </p:cNvPr>
          <p:cNvSpPr/>
          <p:nvPr/>
        </p:nvSpPr>
        <p:spPr>
          <a:xfrm>
            <a:off x="-3392288" y="7105016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~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提供までは、ソリューションの強化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パートナーを活用したソリューションの販売強化：②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料金計算、アサインは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向上及び効率化</a:t>
            </a:r>
          </a:p>
        </p:txBody>
      </p:sp>
      <p:sp>
        <p:nvSpPr>
          <p:cNvPr id="420" name="正方形/長方形 419">
            <a:extLst>
              <a:ext uri="{FF2B5EF4-FFF2-40B4-BE49-F238E27FC236}">
                <a16:creationId xmlns:a16="http://schemas.microsoft.com/office/drawing/2014/main" id="{7E0385DC-395A-40B7-BC23-59DA1458DFC4}"/>
              </a:ext>
            </a:extLst>
          </p:cNvPr>
          <p:cNvSpPr/>
          <p:nvPr/>
        </p:nvSpPr>
        <p:spPr>
          <a:xfrm>
            <a:off x="-3392288" y="8113048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情報共有による問い合わせ対応の効率化、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1" name="正方形/長方形 420">
            <a:extLst>
              <a:ext uri="{FF2B5EF4-FFF2-40B4-BE49-F238E27FC236}">
                <a16:creationId xmlns:a16="http://schemas.microsoft.com/office/drawing/2014/main" id="{30D6393C-430C-4C17-A8BB-BACD010E217D}"/>
              </a:ext>
            </a:extLst>
          </p:cNvPr>
          <p:cNvSpPr/>
          <p:nvPr/>
        </p:nvSpPr>
        <p:spPr>
          <a:xfrm>
            <a:off x="-3392288" y="6096824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CE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作業の効率化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消耗品などの需給管理の高度化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情報共有による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の向上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特約店作業の品質担保：①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1" name="正方形/長方形 750">
            <a:extLst>
              <a:ext uri="{FF2B5EF4-FFF2-40B4-BE49-F238E27FC236}">
                <a16:creationId xmlns:a16="http://schemas.microsoft.com/office/drawing/2014/main" id="{870EE602-8734-43DD-8122-664CCE764A07}"/>
              </a:ext>
            </a:extLst>
          </p:cNvPr>
          <p:cNvSpPr/>
          <p:nvPr/>
        </p:nvSpPr>
        <p:spPr>
          <a:xfrm>
            <a:off x="-3391928" y="1488288"/>
            <a:ext cx="3240000" cy="1133393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【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戦略策定～セリング・納期確認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】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（営業活動系）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代販チャネルへの情報共有・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AI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による販売促進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タイムリーな情報提供による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CS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向上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【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契約書作成～</a:t>
            </a:r>
            <a: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】</a:t>
            </a: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（販売事務系）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自動化・情報共有・ルールの見直しによる業務効率化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25" name="正方形/長方形 424">
            <a:extLst>
              <a:ext uri="{FF2B5EF4-FFF2-40B4-BE49-F238E27FC236}">
                <a16:creationId xmlns:a16="http://schemas.microsoft.com/office/drawing/2014/main" id="{3F444CE7-0375-44A6-9DF6-6931620233B2}"/>
              </a:ext>
            </a:extLst>
          </p:cNvPr>
          <p:cNvSpPr/>
          <p:nvPr/>
        </p:nvSpPr>
        <p:spPr>
          <a:xfrm>
            <a:off x="-3392288" y="5088688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自動化による業務効率化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2" name="正方形/長方形 751">
            <a:extLst>
              <a:ext uri="{FF2B5EF4-FFF2-40B4-BE49-F238E27FC236}">
                <a16:creationId xmlns:a16="http://schemas.microsoft.com/office/drawing/2014/main" id="{D6C12468-4506-4786-8D7E-944C140C0D55}"/>
              </a:ext>
            </a:extLst>
          </p:cNvPr>
          <p:cNvSpPr/>
          <p:nvPr/>
        </p:nvSpPr>
        <p:spPr>
          <a:xfrm>
            <a:off x="-3392288" y="2856520"/>
            <a:ext cx="3240000" cy="720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需要情報共有による生産計画の向上：⑫</a:t>
            </a:r>
          </a:p>
          <a:p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戦略的在庫保有により需給機能を生産側へ統合：⑬</a:t>
            </a:r>
            <a:endParaRPr kumimoji="1" lang="en-US" altLang="ja-JP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56" name="タイトル 7">
            <a:extLst>
              <a:ext uri="{FF2B5EF4-FFF2-40B4-BE49-F238E27FC236}">
                <a16:creationId xmlns:a16="http://schemas.microsoft.com/office/drawing/2014/main" id="{6D304BF6-0A04-4972-A428-753B70EA285B}"/>
              </a:ext>
            </a:extLst>
          </p:cNvPr>
          <p:cNvSpPr txBox="1">
            <a:spLocks/>
          </p:cNvSpPr>
          <p:nvPr/>
        </p:nvSpPr>
        <p:spPr>
          <a:xfrm>
            <a:off x="628467" y="135475"/>
            <a:ext cx="8938159" cy="562000"/>
          </a:xfrm>
          <a:prstGeom prst="rect">
            <a:avLst/>
          </a:prstGeom>
        </p:spPr>
        <p:txBody>
          <a:bodyPr vert="horz" lIns="0" tIns="0" rIns="0" bIns="14400" rtlCol="0" anchor="ctr" anchorCtr="0">
            <a:noAutofit/>
          </a:bodyPr>
          <a:lstStyle>
            <a:lvl1pPr algn="l" defTabSz="6649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1" sz="3103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中地図</a:t>
            </a:r>
            <a:endParaRPr lang="ja-JP" altLang="en-US" sz="2400" b="1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371" name="正方形/長方形 370">
            <a:extLst>
              <a:ext uri="{FF2B5EF4-FFF2-40B4-BE49-F238E27FC236}">
                <a16:creationId xmlns:a16="http://schemas.microsoft.com/office/drawing/2014/main" id="{2FBC5647-F20A-417E-8A8B-D62CDD726908}"/>
              </a:ext>
            </a:extLst>
          </p:cNvPr>
          <p:cNvSpPr/>
          <p:nvPr/>
        </p:nvSpPr>
        <p:spPr>
          <a:xfrm>
            <a:off x="8741936" y="48600"/>
            <a:ext cx="1675636" cy="492285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800" b="1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DRAFT</a:t>
            </a:r>
            <a:endParaRPr kumimoji="1" lang="ja-JP" altLang="en-US" sz="1200" dirty="0">
              <a:solidFill>
                <a:srgbClr val="FFFFFF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31" name="四角形: 角を丸くする 430">
            <a:extLst>
              <a:ext uri="{FF2B5EF4-FFF2-40B4-BE49-F238E27FC236}">
                <a16:creationId xmlns:a16="http://schemas.microsoft.com/office/drawing/2014/main" id="{459551E5-905B-4C59-9EC3-5E2C963FB782}"/>
              </a:ext>
            </a:extLst>
          </p:cNvPr>
          <p:cNvSpPr/>
          <p:nvPr/>
        </p:nvSpPr>
        <p:spPr>
          <a:xfrm>
            <a:off x="-3320280" y="1344296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営業・営業支援</a:t>
            </a:r>
          </a:p>
        </p:txBody>
      </p:sp>
      <p:sp>
        <p:nvSpPr>
          <p:cNvPr id="432" name="四角形: 角を丸くする 431">
            <a:extLst>
              <a:ext uri="{FF2B5EF4-FFF2-40B4-BE49-F238E27FC236}">
                <a16:creationId xmlns:a16="http://schemas.microsoft.com/office/drawing/2014/main" id="{47A561C6-56D9-4C56-B86C-DC17388AA98C}"/>
              </a:ext>
            </a:extLst>
          </p:cNvPr>
          <p:cNvSpPr/>
          <p:nvPr/>
        </p:nvSpPr>
        <p:spPr>
          <a:xfrm>
            <a:off x="-3320280" y="2712528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製造</a:t>
            </a:r>
          </a:p>
        </p:txBody>
      </p:sp>
      <p:sp>
        <p:nvSpPr>
          <p:cNvPr id="434" name="四角形: 角を丸くする 433">
            <a:extLst>
              <a:ext uri="{FF2B5EF4-FFF2-40B4-BE49-F238E27FC236}">
                <a16:creationId xmlns:a16="http://schemas.microsoft.com/office/drawing/2014/main" id="{C5B5E240-18E5-44E5-BE51-4FE579FADE87}"/>
              </a:ext>
            </a:extLst>
          </p:cNvPr>
          <p:cNvSpPr/>
          <p:nvPr/>
        </p:nvSpPr>
        <p:spPr>
          <a:xfrm>
            <a:off x="-3320280" y="3720560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需給・物流</a:t>
            </a:r>
          </a:p>
        </p:txBody>
      </p:sp>
      <p:sp>
        <p:nvSpPr>
          <p:cNvPr id="435" name="四角形: 角を丸くする 434">
            <a:extLst>
              <a:ext uri="{FF2B5EF4-FFF2-40B4-BE49-F238E27FC236}">
                <a16:creationId xmlns:a16="http://schemas.microsoft.com/office/drawing/2014/main" id="{0A84015A-B747-4D6E-AD37-AD0DE5FA7B1C}"/>
              </a:ext>
            </a:extLst>
          </p:cNvPr>
          <p:cNvSpPr/>
          <p:nvPr/>
        </p:nvSpPr>
        <p:spPr>
          <a:xfrm>
            <a:off x="-3320280" y="4944672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購買</a:t>
            </a:r>
          </a:p>
        </p:txBody>
      </p:sp>
      <p:sp>
        <p:nvSpPr>
          <p:cNvPr id="437" name="四角形: 角を丸くする 436">
            <a:extLst>
              <a:ext uri="{FF2B5EF4-FFF2-40B4-BE49-F238E27FC236}">
                <a16:creationId xmlns:a16="http://schemas.microsoft.com/office/drawing/2014/main" id="{F1D9CDF0-B179-4C88-AD59-0ED5FA9452C5}"/>
              </a:ext>
            </a:extLst>
          </p:cNvPr>
          <p:cNvSpPr/>
          <p:nvPr/>
        </p:nvSpPr>
        <p:spPr>
          <a:xfrm>
            <a:off x="-3320280" y="5952808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アフターサービス</a:t>
            </a:r>
          </a:p>
        </p:txBody>
      </p:sp>
      <p:sp>
        <p:nvSpPr>
          <p:cNvPr id="438" name="四角形: 角を丸くする 437">
            <a:extLst>
              <a:ext uri="{FF2B5EF4-FFF2-40B4-BE49-F238E27FC236}">
                <a16:creationId xmlns:a16="http://schemas.microsoft.com/office/drawing/2014/main" id="{FC136869-BC14-4051-B5E7-9A654505CBE1}"/>
              </a:ext>
            </a:extLst>
          </p:cNvPr>
          <p:cNvSpPr/>
          <p:nvPr/>
        </p:nvSpPr>
        <p:spPr>
          <a:xfrm>
            <a:off x="-3320280" y="6960920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ソリューション・サービス</a:t>
            </a:r>
          </a:p>
        </p:txBody>
      </p:sp>
      <p:sp>
        <p:nvSpPr>
          <p:cNvPr id="440" name="四角形: 角を丸くする 439">
            <a:extLst>
              <a:ext uri="{FF2B5EF4-FFF2-40B4-BE49-F238E27FC236}">
                <a16:creationId xmlns:a16="http://schemas.microsoft.com/office/drawing/2014/main" id="{A800A681-F3A9-4526-B8FB-6FE4039BE7A6}"/>
              </a:ext>
            </a:extLst>
          </p:cNvPr>
          <p:cNvSpPr/>
          <p:nvPr/>
        </p:nvSpPr>
        <p:spPr>
          <a:xfrm>
            <a:off x="-3320280" y="7969032"/>
            <a:ext cx="2160000" cy="2160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顧客管理</a:t>
            </a:r>
          </a:p>
        </p:txBody>
      </p:sp>
      <p:sp>
        <p:nvSpPr>
          <p:cNvPr id="588" name="四角形: 角を丸くする 587">
            <a:extLst>
              <a:ext uri="{FF2B5EF4-FFF2-40B4-BE49-F238E27FC236}">
                <a16:creationId xmlns:a16="http://schemas.microsoft.com/office/drawing/2014/main" id="{709FF482-C3CE-47E6-B8A7-3A20A95902FB}"/>
              </a:ext>
            </a:extLst>
          </p:cNvPr>
          <p:cNvSpPr/>
          <p:nvPr/>
        </p:nvSpPr>
        <p:spPr>
          <a:xfrm>
            <a:off x="2376536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9" name="四角形: 角を丸くする 588">
            <a:extLst>
              <a:ext uri="{FF2B5EF4-FFF2-40B4-BE49-F238E27FC236}">
                <a16:creationId xmlns:a16="http://schemas.microsoft.com/office/drawing/2014/main" id="{B927303E-8A20-4436-BB86-6FF9243DEE25}"/>
              </a:ext>
            </a:extLst>
          </p:cNvPr>
          <p:cNvSpPr/>
          <p:nvPr/>
        </p:nvSpPr>
        <p:spPr>
          <a:xfrm>
            <a:off x="2196536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2" name="四角形: 角を丸くする 591">
            <a:extLst>
              <a:ext uri="{FF2B5EF4-FFF2-40B4-BE49-F238E27FC236}">
                <a16:creationId xmlns:a16="http://schemas.microsoft.com/office/drawing/2014/main" id="{8E1753E8-0776-4AE7-8341-F80C7CD66C43}"/>
              </a:ext>
            </a:extLst>
          </p:cNvPr>
          <p:cNvSpPr/>
          <p:nvPr/>
        </p:nvSpPr>
        <p:spPr>
          <a:xfrm>
            <a:off x="2196536" y="60738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3" name="四角形: 角を丸くする 592">
            <a:extLst>
              <a:ext uri="{FF2B5EF4-FFF2-40B4-BE49-F238E27FC236}">
                <a16:creationId xmlns:a16="http://schemas.microsoft.com/office/drawing/2014/main" id="{FDE074A4-7331-4202-BAF2-F4546594D5EB}"/>
              </a:ext>
            </a:extLst>
          </p:cNvPr>
          <p:cNvSpPr/>
          <p:nvPr/>
        </p:nvSpPr>
        <p:spPr>
          <a:xfrm>
            <a:off x="2376536" y="60738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8" name="楕円 597">
            <a:extLst>
              <a:ext uri="{FF2B5EF4-FFF2-40B4-BE49-F238E27FC236}">
                <a16:creationId xmlns:a16="http://schemas.microsoft.com/office/drawing/2014/main" id="{BA8F47DD-73C9-40AC-BCAA-30EE89683C5C}"/>
              </a:ext>
            </a:extLst>
          </p:cNvPr>
          <p:cNvSpPr/>
          <p:nvPr/>
        </p:nvSpPr>
        <p:spPr>
          <a:xfrm>
            <a:off x="1102694" y="205577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2" name="楕円 601">
            <a:extLst>
              <a:ext uri="{FF2B5EF4-FFF2-40B4-BE49-F238E27FC236}">
                <a16:creationId xmlns:a16="http://schemas.microsoft.com/office/drawing/2014/main" id="{023F0F23-8B62-4A6C-92FC-D470917238AF}"/>
              </a:ext>
            </a:extLst>
          </p:cNvPr>
          <p:cNvSpPr/>
          <p:nvPr/>
        </p:nvSpPr>
        <p:spPr>
          <a:xfrm>
            <a:off x="922694" y="2055776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6" name="四角形: 角を丸くする 605">
            <a:extLst>
              <a:ext uri="{FF2B5EF4-FFF2-40B4-BE49-F238E27FC236}">
                <a16:creationId xmlns:a16="http://schemas.microsoft.com/office/drawing/2014/main" id="{69C8E429-45FA-4881-AAEF-A135FD3EE324}"/>
              </a:ext>
            </a:extLst>
          </p:cNvPr>
          <p:cNvSpPr/>
          <p:nvPr/>
        </p:nvSpPr>
        <p:spPr>
          <a:xfrm>
            <a:off x="3101494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9" name="四角形: 角を丸くする 608">
            <a:extLst>
              <a:ext uri="{FF2B5EF4-FFF2-40B4-BE49-F238E27FC236}">
                <a16:creationId xmlns:a16="http://schemas.microsoft.com/office/drawing/2014/main" id="{749F85F0-B17A-46DC-AC88-0E1FC19BC795}"/>
              </a:ext>
            </a:extLst>
          </p:cNvPr>
          <p:cNvSpPr/>
          <p:nvPr/>
        </p:nvSpPr>
        <p:spPr>
          <a:xfrm>
            <a:off x="3281494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3" name="四角形: 角を丸くする 612">
            <a:extLst>
              <a:ext uri="{FF2B5EF4-FFF2-40B4-BE49-F238E27FC236}">
                <a16:creationId xmlns:a16="http://schemas.microsoft.com/office/drawing/2014/main" id="{E1CD782A-1FC6-45B4-AA92-D3608BC42180}"/>
              </a:ext>
            </a:extLst>
          </p:cNvPr>
          <p:cNvSpPr/>
          <p:nvPr/>
        </p:nvSpPr>
        <p:spPr>
          <a:xfrm>
            <a:off x="566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6" name="四角形: 角を丸くする 615">
            <a:extLst>
              <a:ext uri="{FF2B5EF4-FFF2-40B4-BE49-F238E27FC236}">
                <a16:creationId xmlns:a16="http://schemas.microsoft.com/office/drawing/2014/main" id="{FF243754-B91E-4942-84C4-34AEEE7C018F}"/>
              </a:ext>
            </a:extLst>
          </p:cNvPr>
          <p:cNvSpPr/>
          <p:nvPr/>
        </p:nvSpPr>
        <p:spPr>
          <a:xfrm>
            <a:off x="584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8" name="四角形: 角を丸くする 617">
            <a:extLst>
              <a:ext uri="{FF2B5EF4-FFF2-40B4-BE49-F238E27FC236}">
                <a16:creationId xmlns:a16="http://schemas.microsoft.com/office/drawing/2014/main" id="{AF801EF8-BB93-4700-8F66-E8E03D5F186B}"/>
              </a:ext>
            </a:extLst>
          </p:cNvPr>
          <p:cNvSpPr/>
          <p:nvPr/>
        </p:nvSpPr>
        <p:spPr>
          <a:xfrm>
            <a:off x="638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9" name="四角形: 角を丸くする 618">
            <a:extLst>
              <a:ext uri="{FF2B5EF4-FFF2-40B4-BE49-F238E27FC236}">
                <a16:creationId xmlns:a16="http://schemas.microsoft.com/office/drawing/2014/main" id="{9CA71E2A-B03E-448B-A240-70A5157C5CD7}"/>
              </a:ext>
            </a:extLst>
          </p:cNvPr>
          <p:cNvSpPr/>
          <p:nvPr/>
        </p:nvSpPr>
        <p:spPr>
          <a:xfrm>
            <a:off x="656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0" name="四角形: 角を丸くする 619">
            <a:extLst>
              <a:ext uri="{FF2B5EF4-FFF2-40B4-BE49-F238E27FC236}">
                <a16:creationId xmlns:a16="http://schemas.microsoft.com/office/drawing/2014/main" id="{CE7F99FA-BEEA-47B8-AFCC-A96D4DE8E988}"/>
              </a:ext>
            </a:extLst>
          </p:cNvPr>
          <p:cNvSpPr/>
          <p:nvPr/>
        </p:nvSpPr>
        <p:spPr>
          <a:xfrm>
            <a:off x="5846059" y="897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1" name="四角形: 角を丸くする 620">
            <a:extLst>
              <a:ext uri="{FF2B5EF4-FFF2-40B4-BE49-F238E27FC236}">
                <a16:creationId xmlns:a16="http://schemas.microsoft.com/office/drawing/2014/main" id="{BEA2E957-70AE-4471-952D-C90DBABBF373}"/>
              </a:ext>
            </a:extLst>
          </p:cNvPr>
          <p:cNvSpPr/>
          <p:nvPr/>
        </p:nvSpPr>
        <p:spPr>
          <a:xfrm>
            <a:off x="602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4" name="四角形: 角を丸くする 623">
            <a:extLst>
              <a:ext uri="{FF2B5EF4-FFF2-40B4-BE49-F238E27FC236}">
                <a16:creationId xmlns:a16="http://schemas.microsoft.com/office/drawing/2014/main" id="{010D5252-AB8F-48DE-B967-ECB8D597B489}"/>
              </a:ext>
            </a:extLst>
          </p:cNvPr>
          <p:cNvSpPr/>
          <p:nvPr/>
        </p:nvSpPr>
        <p:spPr>
          <a:xfrm>
            <a:off x="6206059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6" name="四角形: 角を丸くする 625">
            <a:extLst>
              <a:ext uri="{FF2B5EF4-FFF2-40B4-BE49-F238E27FC236}">
                <a16:creationId xmlns:a16="http://schemas.microsoft.com/office/drawing/2014/main" id="{402932A6-1EE7-420C-A761-42A5EDBC0975}"/>
              </a:ext>
            </a:extLst>
          </p:cNvPr>
          <p:cNvSpPr/>
          <p:nvPr/>
        </p:nvSpPr>
        <p:spPr>
          <a:xfrm>
            <a:off x="5666059" y="897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9" name="四角形: 角を丸くする 628">
            <a:extLst>
              <a:ext uri="{FF2B5EF4-FFF2-40B4-BE49-F238E27FC236}">
                <a16:creationId xmlns:a16="http://schemas.microsoft.com/office/drawing/2014/main" id="{22E0A24A-1845-454A-B7BD-EE5F819F6C60}"/>
              </a:ext>
            </a:extLst>
          </p:cNvPr>
          <p:cNvSpPr/>
          <p:nvPr/>
        </p:nvSpPr>
        <p:spPr>
          <a:xfrm>
            <a:off x="3101494" y="91850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5" name="四角形: 角を丸くする 634">
            <a:extLst>
              <a:ext uri="{FF2B5EF4-FFF2-40B4-BE49-F238E27FC236}">
                <a16:creationId xmlns:a16="http://schemas.microsoft.com/office/drawing/2014/main" id="{39E5A1FB-15F8-4ED6-A0DE-CCFC5E6B4D1E}"/>
              </a:ext>
            </a:extLst>
          </p:cNvPr>
          <p:cNvSpPr/>
          <p:nvPr/>
        </p:nvSpPr>
        <p:spPr>
          <a:xfrm>
            <a:off x="7002401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9" name="四角形: 角を丸くする 638">
            <a:extLst>
              <a:ext uri="{FF2B5EF4-FFF2-40B4-BE49-F238E27FC236}">
                <a16:creationId xmlns:a16="http://schemas.microsoft.com/office/drawing/2014/main" id="{039246EA-8C22-40C0-A201-C001EF317D2C}"/>
              </a:ext>
            </a:extLst>
          </p:cNvPr>
          <p:cNvSpPr/>
          <p:nvPr/>
        </p:nvSpPr>
        <p:spPr>
          <a:xfrm>
            <a:off x="7362401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0" name="四角形: 角を丸くする 639">
            <a:extLst>
              <a:ext uri="{FF2B5EF4-FFF2-40B4-BE49-F238E27FC236}">
                <a16:creationId xmlns:a16="http://schemas.microsoft.com/office/drawing/2014/main" id="{31E366D9-A6E8-4655-9C45-D96BD3460DEE}"/>
              </a:ext>
            </a:extLst>
          </p:cNvPr>
          <p:cNvSpPr/>
          <p:nvPr/>
        </p:nvSpPr>
        <p:spPr>
          <a:xfrm>
            <a:off x="7182401" y="8793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1" name="四角形: 角を丸くする 640">
            <a:extLst>
              <a:ext uri="{FF2B5EF4-FFF2-40B4-BE49-F238E27FC236}">
                <a16:creationId xmlns:a16="http://schemas.microsoft.com/office/drawing/2014/main" id="{D2FF7ECF-ED88-434B-90A0-F6D0071206A1}"/>
              </a:ext>
            </a:extLst>
          </p:cNvPr>
          <p:cNvSpPr/>
          <p:nvPr/>
        </p:nvSpPr>
        <p:spPr>
          <a:xfrm>
            <a:off x="310406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2" name="四角形: 角を丸くする 641">
            <a:extLst>
              <a:ext uri="{FF2B5EF4-FFF2-40B4-BE49-F238E27FC236}">
                <a16:creationId xmlns:a16="http://schemas.microsoft.com/office/drawing/2014/main" id="{B3138A74-F3F1-4937-BCAB-206B1FDD3692}"/>
              </a:ext>
            </a:extLst>
          </p:cNvPr>
          <p:cNvSpPr/>
          <p:nvPr/>
        </p:nvSpPr>
        <p:spPr>
          <a:xfrm>
            <a:off x="3101000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3" name="四角形: 角を丸くする 642">
            <a:extLst>
              <a:ext uri="{FF2B5EF4-FFF2-40B4-BE49-F238E27FC236}">
                <a16:creationId xmlns:a16="http://schemas.microsoft.com/office/drawing/2014/main" id="{041EF94E-66E5-4C27-8408-B23CE7A0BA6E}"/>
              </a:ext>
            </a:extLst>
          </p:cNvPr>
          <p:cNvSpPr/>
          <p:nvPr/>
        </p:nvSpPr>
        <p:spPr>
          <a:xfrm>
            <a:off x="440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4" name="四角形: 角を丸くする 643">
            <a:extLst>
              <a:ext uri="{FF2B5EF4-FFF2-40B4-BE49-F238E27FC236}">
                <a16:creationId xmlns:a16="http://schemas.microsoft.com/office/drawing/2014/main" id="{45FDE5D5-ED15-475E-AF2D-83C5F7EDB681}"/>
              </a:ext>
            </a:extLst>
          </p:cNvPr>
          <p:cNvSpPr/>
          <p:nvPr/>
        </p:nvSpPr>
        <p:spPr>
          <a:xfrm>
            <a:off x="458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5" name="四角形: 角を丸くする 644">
            <a:extLst>
              <a:ext uri="{FF2B5EF4-FFF2-40B4-BE49-F238E27FC236}">
                <a16:creationId xmlns:a16="http://schemas.microsoft.com/office/drawing/2014/main" id="{AC9DB1F9-421F-4375-A5D3-189A1F5A9FC3}"/>
              </a:ext>
            </a:extLst>
          </p:cNvPr>
          <p:cNvSpPr/>
          <p:nvPr/>
        </p:nvSpPr>
        <p:spPr>
          <a:xfrm>
            <a:off x="494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6" name="四角形: 角を丸くする 645">
            <a:extLst>
              <a:ext uri="{FF2B5EF4-FFF2-40B4-BE49-F238E27FC236}">
                <a16:creationId xmlns:a16="http://schemas.microsoft.com/office/drawing/2014/main" id="{4FCB8EEC-ED80-43A8-8CFD-7C43582B1C61}"/>
              </a:ext>
            </a:extLst>
          </p:cNvPr>
          <p:cNvSpPr/>
          <p:nvPr/>
        </p:nvSpPr>
        <p:spPr>
          <a:xfrm>
            <a:off x="4408021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7" name="四角形: 角を丸くする 646">
            <a:extLst>
              <a:ext uri="{FF2B5EF4-FFF2-40B4-BE49-F238E27FC236}">
                <a16:creationId xmlns:a16="http://schemas.microsoft.com/office/drawing/2014/main" id="{E0D7E2C9-3B8C-4FDB-8A72-D3460214500E}"/>
              </a:ext>
            </a:extLst>
          </p:cNvPr>
          <p:cNvSpPr/>
          <p:nvPr/>
        </p:nvSpPr>
        <p:spPr>
          <a:xfrm>
            <a:off x="476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48" name="四角形: 角を丸くする 647">
            <a:extLst>
              <a:ext uri="{FF2B5EF4-FFF2-40B4-BE49-F238E27FC236}">
                <a16:creationId xmlns:a16="http://schemas.microsoft.com/office/drawing/2014/main" id="{C1F77053-6A90-497E-8D63-EF900690F9A1}"/>
              </a:ext>
            </a:extLst>
          </p:cNvPr>
          <p:cNvSpPr/>
          <p:nvPr/>
        </p:nvSpPr>
        <p:spPr>
          <a:xfrm>
            <a:off x="512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0" name="四角形: 角を丸くする 649">
            <a:extLst>
              <a:ext uri="{FF2B5EF4-FFF2-40B4-BE49-F238E27FC236}">
                <a16:creationId xmlns:a16="http://schemas.microsoft.com/office/drawing/2014/main" id="{E17347DE-783A-4D10-96E5-366B7C786549}"/>
              </a:ext>
            </a:extLst>
          </p:cNvPr>
          <p:cNvSpPr/>
          <p:nvPr/>
        </p:nvSpPr>
        <p:spPr>
          <a:xfrm>
            <a:off x="5306627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9" name="四角形: 角を丸くする 658">
            <a:extLst>
              <a:ext uri="{FF2B5EF4-FFF2-40B4-BE49-F238E27FC236}">
                <a16:creationId xmlns:a16="http://schemas.microsoft.com/office/drawing/2014/main" id="{AF654516-9B7E-491F-8AD5-03F403D5390E}"/>
              </a:ext>
            </a:extLst>
          </p:cNvPr>
          <p:cNvSpPr/>
          <p:nvPr/>
        </p:nvSpPr>
        <p:spPr>
          <a:xfrm>
            <a:off x="569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75" name="四角形: 角を丸くする 674">
            <a:extLst>
              <a:ext uri="{FF2B5EF4-FFF2-40B4-BE49-F238E27FC236}">
                <a16:creationId xmlns:a16="http://schemas.microsoft.com/office/drawing/2014/main" id="{934919C3-16F8-44EE-9F48-859501E2C513}"/>
              </a:ext>
            </a:extLst>
          </p:cNvPr>
          <p:cNvSpPr/>
          <p:nvPr/>
        </p:nvSpPr>
        <p:spPr>
          <a:xfrm>
            <a:off x="587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78" name="四角形: 角を丸くする 677">
            <a:extLst>
              <a:ext uri="{FF2B5EF4-FFF2-40B4-BE49-F238E27FC236}">
                <a16:creationId xmlns:a16="http://schemas.microsoft.com/office/drawing/2014/main" id="{40C310A4-DA85-4BA2-A013-7BDFC77F2A3A}"/>
              </a:ext>
            </a:extLst>
          </p:cNvPr>
          <p:cNvSpPr/>
          <p:nvPr/>
        </p:nvSpPr>
        <p:spPr>
          <a:xfrm>
            <a:off x="605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79" name="四角形: 角を丸くする 678">
            <a:extLst>
              <a:ext uri="{FF2B5EF4-FFF2-40B4-BE49-F238E27FC236}">
                <a16:creationId xmlns:a16="http://schemas.microsoft.com/office/drawing/2014/main" id="{29C54B0E-5DF5-4DE3-A6C8-9E43AF6B9CCB}"/>
              </a:ext>
            </a:extLst>
          </p:cNvPr>
          <p:cNvSpPr/>
          <p:nvPr/>
        </p:nvSpPr>
        <p:spPr>
          <a:xfrm>
            <a:off x="623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0" name="四角形: 角を丸くする 679">
            <a:extLst>
              <a:ext uri="{FF2B5EF4-FFF2-40B4-BE49-F238E27FC236}">
                <a16:creationId xmlns:a16="http://schemas.microsoft.com/office/drawing/2014/main" id="{A6A993A2-BEEF-4F81-B299-AB26669EB4F3}"/>
              </a:ext>
            </a:extLst>
          </p:cNvPr>
          <p:cNvSpPr/>
          <p:nvPr/>
        </p:nvSpPr>
        <p:spPr>
          <a:xfrm>
            <a:off x="5696460" y="739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1" name="四角形: 角を丸くする 680">
            <a:extLst>
              <a:ext uri="{FF2B5EF4-FFF2-40B4-BE49-F238E27FC236}">
                <a16:creationId xmlns:a16="http://schemas.microsoft.com/office/drawing/2014/main" id="{EECF9461-1C48-4399-8FA3-4C3C8F0AAB2F}"/>
              </a:ext>
            </a:extLst>
          </p:cNvPr>
          <p:cNvSpPr/>
          <p:nvPr/>
        </p:nvSpPr>
        <p:spPr>
          <a:xfrm>
            <a:off x="641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2" name="四角形: 角を丸くする 681">
            <a:extLst>
              <a:ext uri="{FF2B5EF4-FFF2-40B4-BE49-F238E27FC236}">
                <a16:creationId xmlns:a16="http://schemas.microsoft.com/office/drawing/2014/main" id="{860119BB-2A7D-426C-99C0-A6D7A001D741}"/>
              </a:ext>
            </a:extLst>
          </p:cNvPr>
          <p:cNvSpPr/>
          <p:nvPr/>
        </p:nvSpPr>
        <p:spPr>
          <a:xfrm>
            <a:off x="6599521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3" name="四角形: 角を丸くする 682">
            <a:extLst>
              <a:ext uri="{FF2B5EF4-FFF2-40B4-BE49-F238E27FC236}">
                <a16:creationId xmlns:a16="http://schemas.microsoft.com/office/drawing/2014/main" id="{7182BE98-9867-45E7-B35A-508A39F5E561}"/>
              </a:ext>
            </a:extLst>
          </p:cNvPr>
          <p:cNvSpPr/>
          <p:nvPr/>
        </p:nvSpPr>
        <p:spPr>
          <a:xfrm>
            <a:off x="4403566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4" name="四角形: 角を丸くする 683">
            <a:extLst>
              <a:ext uri="{FF2B5EF4-FFF2-40B4-BE49-F238E27FC236}">
                <a16:creationId xmlns:a16="http://schemas.microsoft.com/office/drawing/2014/main" id="{A0115CD1-25A8-437E-9D19-A6E7F1BDC0FA}"/>
              </a:ext>
            </a:extLst>
          </p:cNvPr>
          <p:cNvSpPr/>
          <p:nvPr/>
        </p:nvSpPr>
        <p:spPr>
          <a:xfrm>
            <a:off x="7005462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5" name="四角形: 角を丸くする 684">
            <a:extLst>
              <a:ext uri="{FF2B5EF4-FFF2-40B4-BE49-F238E27FC236}">
                <a16:creationId xmlns:a16="http://schemas.microsoft.com/office/drawing/2014/main" id="{CB5F4424-F627-44CE-974C-0740FE16ED21}"/>
              </a:ext>
            </a:extLst>
          </p:cNvPr>
          <p:cNvSpPr/>
          <p:nvPr/>
        </p:nvSpPr>
        <p:spPr>
          <a:xfrm>
            <a:off x="8300298" y="721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6" name="四角形: 角を丸くする 685">
            <a:extLst>
              <a:ext uri="{FF2B5EF4-FFF2-40B4-BE49-F238E27FC236}">
                <a16:creationId xmlns:a16="http://schemas.microsoft.com/office/drawing/2014/main" id="{52355DBE-5981-4B06-97D9-CE25F149650E}"/>
              </a:ext>
            </a:extLst>
          </p:cNvPr>
          <p:cNvSpPr/>
          <p:nvPr/>
        </p:nvSpPr>
        <p:spPr>
          <a:xfrm>
            <a:off x="569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87" name="四角形: 角を丸くする 686">
            <a:extLst>
              <a:ext uri="{FF2B5EF4-FFF2-40B4-BE49-F238E27FC236}">
                <a16:creationId xmlns:a16="http://schemas.microsoft.com/office/drawing/2014/main" id="{1FFC8AF8-659B-417F-BE9E-9B30E28D2841}"/>
              </a:ext>
            </a:extLst>
          </p:cNvPr>
          <p:cNvSpPr/>
          <p:nvPr/>
        </p:nvSpPr>
        <p:spPr>
          <a:xfrm>
            <a:off x="587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92" name="四角形: 角を丸くする 691">
            <a:extLst>
              <a:ext uri="{FF2B5EF4-FFF2-40B4-BE49-F238E27FC236}">
                <a16:creationId xmlns:a16="http://schemas.microsoft.com/office/drawing/2014/main" id="{CBF3685E-130D-4A78-9722-B84B7EF0DCAE}"/>
              </a:ext>
            </a:extLst>
          </p:cNvPr>
          <p:cNvSpPr/>
          <p:nvPr/>
        </p:nvSpPr>
        <p:spPr>
          <a:xfrm>
            <a:off x="623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97" name="四角形: 角を丸くする 696">
            <a:extLst>
              <a:ext uri="{FF2B5EF4-FFF2-40B4-BE49-F238E27FC236}">
                <a16:creationId xmlns:a16="http://schemas.microsoft.com/office/drawing/2014/main" id="{C75CF8CF-1B79-4207-AAE2-166C9E9093F6}"/>
              </a:ext>
            </a:extLst>
          </p:cNvPr>
          <p:cNvSpPr/>
          <p:nvPr/>
        </p:nvSpPr>
        <p:spPr>
          <a:xfrm>
            <a:off x="605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98" name="四角形: 角を丸くする 697">
            <a:extLst>
              <a:ext uri="{FF2B5EF4-FFF2-40B4-BE49-F238E27FC236}">
                <a16:creationId xmlns:a16="http://schemas.microsoft.com/office/drawing/2014/main" id="{227CEEFF-5DF8-44CB-B33C-F78AD7E74A69}"/>
              </a:ext>
            </a:extLst>
          </p:cNvPr>
          <p:cNvSpPr/>
          <p:nvPr/>
        </p:nvSpPr>
        <p:spPr>
          <a:xfrm>
            <a:off x="641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03" name="四角形: 角を丸くする 702">
            <a:extLst>
              <a:ext uri="{FF2B5EF4-FFF2-40B4-BE49-F238E27FC236}">
                <a16:creationId xmlns:a16="http://schemas.microsoft.com/office/drawing/2014/main" id="{4B3FA22E-1F5F-44F5-9027-2AA2546293AD}"/>
              </a:ext>
            </a:extLst>
          </p:cNvPr>
          <p:cNvSpPr/>
          <p:nvPr/>
        </p:nvSpPr>
        <p:spPr>
          <a:xfrm>
            <a:off x="6596460" y="77211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08" name="四角形: 角を丸くする 707">
            <a:extLst>
              <a:ext uri="{FF2B5EF4-FFF2-40B4-BE49-F238E27FC236}">
                <a16:creationId xmlns:a16="http://schemas.microsoft.com/office/drawing/2014/main" id="{EADB90DC-2251-48A9-BC96-1F2147840D0E}"/>
              </a:ext>
            </a:extLst>
          </p:cNvPr>
          <p:cNvSpPr/>
          <p:nvPr/>
        </p:nvSpPr>
        <p:spPr>
          <a:xfrm>
            <a:off x="570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09" name="四角形: 角を丸くする 708">
            <a:extLst>
              <a:ext uri="{FF2B5EF4-FFF2-40B4-BE49-F238E27FC236}">
                <a16:creationId xmlns:a16="http://schemas.microsoft.com/office/drawing/2014/main" id="{51AD2998-C809-4C87-AC10-9ED266068FC8}"/>
              </a:ext>
            </a:extLst>
          </p:cNvPr>
          <p:cNvSpPr/>
          <p:nvPr/>
        </p:nvSpPr>
        <p:spPr>
          <a:xfrm>
            <a:off x="588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0" name="四角形: 角を丸くする 709">
            <a:extLst>
              <a:ext uri="{FF2B5EF4-FFF2-40B4-BE49-F238E27FC236}">
                <a16:creationId xmlns:a16="http://schemas.microsoft.com/office/drawing/2014/main" id="{F01A277F-939F-4806-944D-1C9CEC5E2B0C}"/>
              </a:ext>
            </a:extLst>
          </p:cNvPr>
          <p:cNvSpPr/>
          <p:nvPr/>
        </p:nvSpPr>
        <p:spPr>
          <a:xfrm>
            <a:off x="606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1" name="四角形: 角を丸くする 710">
            <a:extLst>
              <a:ext uri="{FF2B5EF4-FFF2-40B4-BE49-F238E27FC236}">
                <a16:creationId xmlns:a16="http://schemas.microsoft.com/office/drawing/2014/main" id="{B2F5DAC0-77BA-4CC7-AF55-2CC6EE1BD00C}"/>
              </a:ext>
            </a:extLst>
          </p:cNvPr>
          <p:cNvSpPr/>
          <p:nvPr/>
        </p:nvSpPr>
        <p:spPr>
          <a:xfrm>
            <a:off x="6249059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3" name="四角形: 角を丸くする 712">
            <a:extLst>
              <a:ext uri="{FF2B5EF4-FFF2-40B4-BE49-F238E27FC236}">
                <a16:creationId xmlns:a16="http://schemas.microsoft.com/office/drawing/2014/main" id="{C7BE84B8-A5AE-436F-909B-094E096AB436}"/>
              </a:ext>
            </a:extLst>
          </p:cNvPr>
          <p:cNvSpPr/>
          <p:nvPr/>
        </p:nvSpPr>
        <p:spPr>
          <a:xfrm>
            <a:off x="476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4" name="四角形: 角を丸くする 713">
            <a:extLst>
              <a:ext uri="{FF2B5EF4-FFF2-40B4-BE49-F238E27FC236}">
                <a16:creationId xmlns:a16="http://schemas.microsoft.com/office/drawing/2014/main" id="{78D6EE80-491B-4023-A439-EBE9C0B0A5A9}"/>
              </a:ext>
            </a:extLst>
          </p:cNvPr>
          <p:cNvSpPr/>
          <p:nvPr/>
        </p:nvSpPr>
        <p:spPr>
          <a:xfrm>
            <a:off x="512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5" name="四角形: 角を丸くする 714">
            <a:extLst>
              <a:ext uri="{FF2B5EF4-FFF2-40B4-BE49-F238E27FC236}">
                <a16:creationId xmlns:a16="http://schemas.microsoft.com/office/drawing/2014/main" id="{35E1A8AB-0112-4D4F-9108-A6F58BFE98F2}"/>
              </a:ext>
            </a:extLst>
          </p:cNvPr>
          <p:cNvSpPr/>
          <p:nvPr/>
        </p:nvSpPr>
        <p:spPr>
          <a:xfrm>
            <a:off x="530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6" name="四角形: 角を丸くする 715">
            <a:extLst>
              <a:ext uri="{FF2B5EF4-FFF2-40B4-BE49-F238E27FC236}">
                <a16:creationId xmlns:a16="http://schemas.microsoft.com/office/drawing/2014/main" id="{EBB38C1B-BA61-4600-9481-DA75B53FE151}"/>
              </a:ext>
            </a:extLst>
          </p:cNvPr>
          <p:cNvSpPr/>
          <p:nvPr/>
        </p:nvSpPr>
        <p:spPr>
          <a:xfrm>
            <a:off x="440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7" name="四角形: 角を丸くする 716">
            <a:extLst>
              <a:ext uri="{FF2B5EF4-FFF2-40B4-BE49-F238E27FC236}">
                <a16:creationId xmlns:a16="http://schemas.microsoft.com/office/drawing/2014/main" id="{5823EB68-2700-4BB9-AAB9-B62A71C2632C}"/>
              </a:ext>
            </a:extLst>
          </p:cNvPr>
          <p:cNvSpPr/>
          <p:nvPr/>
        </p:nvSpPr>
        <p:spPr>
          <a:xfrm>
            <a:off x="458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8" name="四角形: 角を丸くする 717">
            <a:extLst>
              <a:ext uri="{FF2B5EF4-FFF2-40B4-BE49-F238E27FC236}">
                <a16:creationId xmlns:a16="http://schemas.microsoft.com/office/drawing/2014/main" id="{CE419A2E-4DD8-49B4-8D0B-E831D2DD9C30}"/>
              </a:ext>
            </a:extLst>
          </p:cNvPr>
          <p:cNvSpPr/>
          <p:nvPr/>
        </p:nvSpPr>
        <p:spPr>
          <a:xfrm>
            <a:off x="4948021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19" name="四角形: 角を丸くする 718">
            <a:extLst>
              <a:ext uri="{FF2B5EF4-FFF2-40B4-BE49-F238E27FC236}">
                <a16:creationId xmlns:a16="http://schemas.microsoft.com/office/drawing/2014/main" id="{915C58AE-25D5-44DA-AD6D-187BB6012B84}"/>
              </a:ext>
            </a:extLst>
          </p:cNvPr>
          <p:cNvSpPr/>
          <p:nvPr/>
        </p:nvSpPr>
        <p:spPr>
          <a:xfrm>
            <a:off x="773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0" name="四角形: 角を丸くする 719">
            <a:extLst>
              <a:ext uri="{FF2B5EF4-FFF2-40B4-BE49-F238E27FC236}">
                <a16:creationId xmlns:a16="http://schemas.microsoft.com/office/drawing/2014/main" id="{2DF9FB57-7300-4B49-B2AD-6C7C94514387}"/>
              </a:ext>
            </a:extLst>
          </p:cNvPr>
          <p:cNvSpPr/>
          <p:nvPr/>
        </p:nvSpPr>
        <p:spPr>
          <a:xfrm>
            <a:off x="701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1" name="四角形: 角を丸くする 720">
            <a:extLst>
              <a:ext uri="{FF2B5EF4-FFF2-40B4-BE49-F238E27FC236}">
                <a16:creationId xmlns:a16="http://schemas.microsoft.com/office/drawing/2014/main" id="{0CA153CB-114C-4F9B-A6A6-1767AD9DB66B}"/>
              </a:ext>
            </a:extLst>
          </p:cNvPr>
          <p:cNvSpPr/>
          <p:nvPr/>
        </p:nvSpPr>
        <p:spPr>
          <a:xfrm>
            <a:off x="719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2" name="四角形: 角を丸くする 721">
            <a:extLst>
              <a:ext uri="{FF2B5EF4-FFF2-40B4-BE49-F238E27FC236}">
                <a16:creationId xmlns:a16="http://schemas.microsoft.com/office/drawing/2014/main" id="{0246A82C-BFBA-4EBF-A214-C98AEAEB9961}"/>
              </a:ext>
            </a:extLst>
          </p:cNvPr>
          <p:cNvSpPr/>
          <p:nvPr/>
        </p:nvSpPr>
        <p:spPr>
          <a:xfrm>
            <a:off x="737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3" name="四角形: 角を丸くする 722">
            <a:extLst>
              <a:ext uri="{FF2B5EF4-FFF2-40B4-BE49-F238E27FC236}">
                <a16:creationId xmlns:a16="http://schemas.microsoft.com/office/drawing/2014/main" id="{8E45580C-11AC-48BD-A606-D175741CF4C3}"/>
              </a:ext>
            </a:extLst>
          </p:cNvPr>
          <p:cNvSpPr/>
          <p:nvPr/>
        </p:nvSpPr>
        <p:spPr>
          <a:xfrm>
            <a:off x="7551058" y="554239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4" name="四角形: 角を丸くする 723">
            <a:extLst>
              <a:ext uri="{FF2B5EF4-FFF2-40B4-BE49-F238E27FC236}">
                <a16:creationId xmlns:a16="http://schemas.microsoft.com/office/drawing/2014/main" id="{9B0D30C0-04AF-4027-A3F9-D1AC46D78E0A}"/>
              </a:ext>
            </a:extLst>
          </p:cNvPr>
          <p:cNvSpPr/>
          <p:nvPr/>
        </p:nvSpPr>
        <p:spPr>
          <a:xfrm>
            <a:off x="3101000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5" name="四角形: 角を丸くする 724">
            <a:extLst>
              <a:ext uri="{FF2B5EF4-FFF2-40B4-BE49-F238E27FC236}">
                <a16:creationId xmlns:a16="http://schemas.microsoft.com/office/drawing/2014/main" id="{C9A1BD6F-0758-40AD-B4FC-6451E4AEEF3B}"/>
              </a:ext>
            </a:extLst>
          </p:cNvPr>
          <p:cNvSpPr/>
          <p:nvPr/>
        </p:nvSpPr>
        <p:spPr>
          <a:xfrm>
            <a:off x="3101000" y="63165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6" name="四角形: 角を丸くする 725">
            <a:extLst>
              <a:ext uri="{FF2B5EF4-FFF2-40B4-BE49-F238E27FC236}">
                <a16:creationId xmlns:a16="http://schemas.microsoft.com/office/drawing/2014/main" id="{D9333730-F788-4D84-81D4-0D567F3C8CAD}"/>
              </a:ext>
            </a:extLst>
          </p:cNvPr>
          <p:cNvSpPr/>
          <p:nvPr/>
        </p:nvSpPr>
        <p:spPr>
          <a:xfrm>
            <a:off x="4408021" y="63165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7" name="四角形: 角を丸くする 726">
            <a:extLst>
              <a:ext uri="{FF2B5EF4-FFF2-40B4-BE49-F238E27FC236}">
                <a16:creationId xmlns:a16="http://schemas.microsoft.com/office/drawing/2014/main" id="{7080504D-C637-4C62-85B2-10EA28EB83F2}"/>
              </a:ext>
            </a:extLst>
          </p:cNvPr>
          <p:cNvSpPr/>
          <p:nvPr/>
        </p:nvSpPr>
        <p:spPr>
          <a:xfrm>
            <a:off x="4588021" y="63165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8" name="四角形: 角を丸くする 727">
            <a:extLst>
              <a:ext uri="{FF2B5EF4-FFF2-40B4-BE49-F238E27FC236}">
                <a16:creationId xmlns:a16="http://schemas.microsoft.com/office/drawing/2014/main" id="{DC7AA1DF-1230-48DA-9D7D-B0CCDC070F60}"/>
              </a:ext>
            </a:extLst>
          </p:cNvPr>
          <p:cNvSpPr/>
          <p:nvPr/>
        </p:nvSpPr>
        <p:spPr>
          <a:xfrm>
            <a:off x="5708984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29" name="四角形: 角を丸くする 728">
            <a:extLst>
              <a:ext uri="{FF2B5EF4-FFF2-40B4-BE49-F238E27FC236}">
                <a16:creationId xmlns:a16="http://schemas.microsoft.com/office/drawing/2014/main" id="{297CACA2-501D-457B-802A-1F69245E8267}"/>
              </a:ext>
            </a:extLst>
          </p:cNvPr>
          <p:cNvSpPr/>
          <p:nvPr/>
        </p:nvSpPr>
        <p:spPr>
          <a:xfrm>
            <a:off x="5888984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0" name="四角形: 角を丸くする 729">
            <a:extLst>
              <a:ext uri="{FF2B5EF4-FFF2-40B4-BE49-F238E27FC236}">
                <a16:creationId xmlns:a16="http://schemas.microsoft.com/office/drawing/2014/main" id="{11515A9E-2F8C-46B2-9644-6F572743A834}"/>
              </a:ext>
            </a:extLst>
          </p:cNvPr>
          <p:cNvSpPr/>
          <p:nvPr/>
        </p:nvSpPr>
        <p:spPr>
          <a:xfrm>
            <a:off x="736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1" name="四角形: 角を丸くする 730">
            <a:extLst>
              <a:ext uri="{FF2B5EF4-FFF2-40B4-BE49-F238E27FC236}">
                <a16:creationId xmlns:a16="http://schemas.microsoft.com/office/drawing/2014/main" id="{052459B8-C377-4824-98EE-422DD5BC749C}"/>
              </a:ext>
            </a:extLst>
          </p:cNvPr>
          <p:cNvSpPr/>
          <p:nvPr/>
        </p:nvSpPr>
        <p:spPr>
          <a:xfrm>
            <a:off x="7182058" y="610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2" name="四角形: 角を丸くする 731">
            <a:extLst>
              <a:ext uri="{FF2B5EF4-FFF2-40B4-BE49-F238E27FC236}">
                <a16:creationId xmlns:a16="http://schemas.microsoft.com/office/drawing/2014/main" id="{0EFF3696-E97B-4C98-B7C2-C6A42356C34D}"/>
              </a:ext>
            </a:extLst>
          </p:cNvPr>
          <p:cNvSpPr/>
          <p:nvPr/>
        </p:nvSpPr>
        <p:spPr>
          <a:xfrm>
            <a:off x="754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3" name="四角形: 角を丸くする 732">
            <a:extLst>
              <a:ext uri="{FF2B5EF4-FFF2-40B4-BE49-F238E27FC236}">
                <a16:creationId xmlns:a16="http://schemas.microsoft.com/office/drawing/2014/main" id="{6CCE6696-0E81-46D9-8145-254BD10B41F3}"/>
              </a:ext>
            </a:extLst>
          </p:cNvPr>
          <p:cNvSpPr/>
          <p:nvPr/>
        </p:nvSpPr>
        <p:spPr>
          <a:xfrm>
            <a:off x="718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4" name="四角形: 角を丸くする 733">
            <a:extLst>
              <a:ext uri="{FF2B5EF4-FFF2-40B4-BE49-F238E27FC236}">
                <a16:creationId xmlns:a16="http://schemas.microsoft.com/office/drawing/2014/main" id="{2E8D5C6F-7F5E-4CE2-A142-5796867ABC58}"/>
              </a:ext>
            </a:extLst>
          </p:cNvPr>
          <p:cNvSpPr/>
          <p:nvPr/>
        </p:nvSpPr>
        <p:spPr>
          <a:xfrm>
            <a:off x="700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5" name="四角形: 角を丸くする 734">
            <a:extLst>
              <a:ext uri="{FF2B5EF4-FFF2-40B4-BE49-F238E27FC236}">
                <a16:creationId xmlns:a16="http://schemas.microsoft.com/office/drawing/2014/main" id="{7B4F6D05-6534-4E7B-9950-A35FF70273A6}"/>
              </a:ext>
            </a:extLst>
          </p:cNvPr>
          <p:cNvSpPr/>
          <p:nvPr/>
        </p:nvSpPr>
        <p:spPr>
          <a:xfrm>
            <a:off x="772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6" name="四角形: 角を丸くする 735">
            <a:extLst>
              <a:ext uri="{FF2B5EF4-FFF2-40B4-BE49-F238E27FC236}">
                <a16:creationId xmlns:a16="http://schemas.microsoft.com/office/drawing/2014/main" id="{7AAC34CE-1437-42E2-8C26-83C4B74603CB}"/>
              </a:ext>
            </a:extLst>
          </p:cNvPr>
          <p:cNvSpPr/>
          <p:nvPr/>
        </p:nvSpPr>
        <p:spPr>
          <a:xfrm>
            <a:off x="7002058" y="610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7" name="四角形: 角を丸くする 736">
            <a:extLst>
              <a:ext uri="{FF2B5EF4-FFF2-40B4-BE49-F238E27FC236}">
                <a16:creationId xmlns:a16="http://schemas.microsoft.com/office/drawing/2014/main" id="{A9F39E85-469B-4D75-8F9A-B5329B251AF3}"/>
              </a:ext>
            </a:extLst>
          </p:cNvPr>
          <p:cNvSpPr/>
          <p:nvPr/>
        </p:nvSpPr>
        <p:spPr>
          <a:xfrm>
            <a:off x="7902058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8" name="四角形: 角を丸くする 737">
            <a:extLst>
              <a:ext uri="{FF2B5EF4-FFF2-40B4-BE49-F238E27FC236}">
                <a16:creationId xmlns:a16="http://schemas.microsoft.com/office/drawing/2014/main" id="{9AE5AF01-554D-4BB6-8362-063117BCD0DE}"/>
              </a:ext>
            </a:extLst>
          </p:cNvPr>
          <p:cNvSpPr/>
          <p:nvPr/>
        </p:nvSpPr>
        <p:spPr>
          <a:xfrm>
            <a:off x="7362058" y="610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39" name="四角形: 角を丸くする 738">
            <a:extLst>
              <a:ext uri="{FF2B5EF4-FFF2-40B4-BE49-F238E27FC236}">
                <a16:creationId xmlns:a16="http://schemas.microsoft.com/office/drawing/2014/main" id="{EDC09558-BFC3-41A3-827F-376A0484F671}"/>
              </a:ext>
            </a:extLst>
          </p:cNvPr>
          <p:cNvSpPr/>
          <p:nvPr/>
        </p:nvSpPr>
        <p:spPr>
          <a:xfrm>
            <a:off x="8325546" y="592583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0" name="四角形: 角を丸くする 739">
            <a:extLst>
              <a:ext uri="{FF2B5EF4-FFF2-40B4-BE49-F238E27FC236}">
                <a16:creationId xmlns:a16="http://schemas.microsoft.com/office/drawing/2014/main" id="{F94BD85D-351A-4526-BB4C-B9CCDB1CD07A}"/>
              </a:ext>
            </a:extLst>
          </p:cNvPr>
          <p:cNvSpPr/>
          <p:nvPr/>
        </p:nvSpPr>
        <p:spPr>
          <a:xfrm>
            <a:off x="4420978" y="285108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1" name="四角形: 角を丸くする 740">
            <a:extLst>
              <a:ext uri="{FF2B5EF4-FFF2-40B4-BE49-F238E27FC236}">
                <a16:creationId xmlns:a16="http://schemas.microsoft.com/office/drawing/2014/main" id="{A91933D1-BBD4-4DA9-9857-B143209EC2DE}"/>
              </a:ext>
            </a:extLst>
          </p:cNvPr>
          <p:cNvSpPr/>
          <p:nvPr/>
        </p:nvSpPr>
        <p:spPr>
          <a:xfrm>
            <a:off x="4780978" y="285108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2" name="四角形: 角を丸くする 741">
            <a:extLst>
              <a:ext uri="{FF2B5EF4-FFF2-40B4-BE49-F238E27FC236}">
                <a16:creationId xmlns:a16="http://schemas.microsoft.com/office/drawing/2014/main" id="{19C72D38-F0C3-49CE-9750-A1148E965F78}"/>
              </a:ext>
            </a:extLst>
          </p:cNvPr>
          <p:cNvSpPr/>
          <p:nvPr/>
        </p:nvSpPr>
        <p:spPr>
          <a:xfrm>
            <a:off x="4600978" y="285108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5" name="四角形: 角を丸くする 744">
            <a:extLst>
              <a:ext uri="{FF2B5EF4-FFF2-40B4-BE49-F238E27FC236}">
                <a16:creationId xmlns:a16="http://schemas.microsoft.com/office/drawing/2014/main" id="{E1F0FCAF-F681-4F24-984F-E2A6630019A8}"/>
              </a:ext>
            </a:extLst>
          </p:cNvPr>
          <p:cNvSpPr/>
          <p:nvPr/>
        </p:nvSpPr>
        <p:spPr>
          <a:xfrm>
            <a:off x="4960978" y="285108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7" name="四角形: 角を丸くする 746">
            <a:extLst>
              <a:ext uri="{FF2B5EF4-FFF2-40B4-BE49-F238E27FC236}">
                <a16:creationId xmlns:a16="http://schemas.microsoft.com/office/drawing/2014/main" id="{047140BC-5614-4542-B95E-73815C28ADEF}"/>
              </a:ext>
            </a:extLst>
          </p:cNvPr>
          <p:cNvSpPr/>
          <p:nvPr/>
        </p:nvSpPr>
        <p:spPr>
          <a:xfrm>
            <a:off x="7182058" y="285108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48" name="四角形: 角を丸くする 747">
            <a:extLst>
              <a:ext uri="{FF2B5EF4-FFF2-40B4-BE49-F238E27FC236}">
                <a16:creationId xmlns:a16="http://schemas.microsoft.com/office/drawing/2014/main" id="{857CF7BF-910F-4EDE-8066-3080D038AB67}"/>
              </a:ext>
            </a:extLst>
          </p:cNvPr>
          <p:cNvSpPr/>
          <p:nvPr/>
        </p:nvSpPr>
        <p:spPr>
          <a:xfrm>
            <a:off x="7002058" y="285108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0" name="四角形: 角を丸くする 749">
            <a:extLst>
              <a:ext uri="{FF2B5EF4-FFF2-40B4-BE49-F238E27FC236}">
                <a16:creationId xmlns:a16="http://schemas.microsoft.com/office/drawing/2014/main" id="{A559ED0E-5DAE-4483-BF26-72255E70203A}"/>
              </a:ext>
            </a:extLst>
          </p:cNvPr>
          <p:cNvSpPr/>
          <p:nvPr/>
        </p:nvSpPr>
        <p:spPr>
          <a:xfrm>
            <a:off x="3112208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3" name="四角形: 角を丸くする 752">
            <a:extLst>
              <a:ext uri="{FF2B5EF4-FFF2-40B4-BE49-F238E27FC236}">
                <a16:creationId xmlns:a16="http://schemas.microsoft.com/office/drawing/2014/main" id="{E02B11C5-42A4-4B29-88CB-C38990FDD9A5}"/>
              </a:ext>
            </a:extLst>
          </p:cNvPr>
          <p:cNvSpPr/>
          <p:nvPr/>
        </p:nvSpPr>
        <p:spPr>
          <a:xfrm>
            <a:off x="4403566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4" name="四角形: 角を丸くする 753">
            <a:extLst>
              <a:ext uri="{FF2B5EF4-FFF2-40B4-BE49-F238E27FC236}">
                <a16:creationId xmlns:a16="http://schemas.microsoft.com/office/drawing/2014/main" id="{EDB7774C-F40E-4F0B-AAB2-5A465837B0F3}"/>
              </a:ext>
            </a:extLst>
          </p:cNvPr>
          <p:cNvSpPr/>
          <p:nvPr/>
        </p:nvSpPr>
        <p:spPr>
          <a:xfrm>
            <a:off x="8314237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5" name="四角形: 角を丸くする 754">
            <a:extLst>
              <a:ext uri="{FF2B5EF4-FFF2-40B4-BE49-F238E27FC236}">
                <a16:creationId xmlns:a16="http://schemas.microsoft.com/office/drawing/2014/main" id="{AD14C832-899D-42F9-B5C4-EE4F0362ECDB}"/>
              </a:ext>
            </a:extLst>
          </p:cNvPr>
          <p:cNvSpPr/>
          <p:nvPr/>
        </p:nvSpPr>
        <p:spPr>
          <a:xfrm>
            <a:off x="8494237" y="323367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6" name="四角形: 角を丸くする 755">
            <a:extLst>
              <a:ext uri="{FF2B5EF4-FFF2-40B4-BE49-F238E27FC236}">
                <a16:creationId xmlns:a16="http://schemas.microsoft.com/office/drawing/2014/main" id="{E60C1B98-35D9-4C9A-86E0-2DC47EB4AEE4}"/>
              </a:ext>
            </a:extLst>
          </p:cNvPr>
          <p:cNvSpPr/>
          <p:nvPr/>
        </p:nvSpPr>
        <p:spPr>
          <a:xfrm>
            <a:off x="311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7" name="四角形: 角を丸くする 756">
            <a:extLst>
              <a:ext uri="{FF2B5EF4-FFF2-40B4-BE49-F238E27FC236}">
                <a16:creationId xmlns:a16="http://schemas.microsoft.com/office/drawing/2014/main" id="{C15BA473-4526-48F9-BE75-5EF8742A3275}"/>
              </a:ext>
            </a:extLst>
          </p:cNvPr>
          <p:cNvSpPr/>
          <p:nvPr/>
        </p:nvSpPr>
        <p:spPr>
          <a:xfrm>
            <a:off x="329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8" name="四角形: 角を丸くする 757">
            <a:extLst>
              <a:ext uri="{FF2B5EF4-FFF2-40B4-BE49-F238E27FC236}">
                <a16:creationId xmlns:a16="http://schemas.microsoft.com/office/drawing/2014/main" id="{BFD5B55F-5EB4-450C-B3F2-391A1F688BF2}"/>
              </a:ext>
            </a:extLst>
          </p:cNvPr>
          <p:cNvSpPr/>
          <p:nvPr/>
        </p:nvSpPr>
        <p:spPr>
          <a:xfrm>
            <a:off x="347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59" name="四角形: 角を丸くする 758">
            <a:extLst>
              <a:ext uri="{FF2B5EF4-FFF2-40B4-BE49-F238E27FC236}">
                <a16:creationId xmlns:a16="http://schemas.microsoft.com/office/drawing/2014/main" id="{4DFB3949-967D-40B0-B30E-7CFBE920565E}"/>
              </a:ext>
            </a:extLst>
          </p:cNvPr>
          <p:cNvSpPr/>
          <p:nvPr/>
        </p:nvSpPr>
        <p:spPr>
          <a:xfrm>
            <a:off x="365220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0" name="四角形: 角を丸くする 759">
            <a:extLst>
              <a:ext uri="{FF2B5EF4-FFF2-40B4-BE49-F238E27FC236}">
                <a16:creationId xmlns:a16="http://schemas.microsoft.com/office/drawing/2014/main" id="{A312DBDF-CF78-48E7-8662-CE52FCC8D3BD}"/>
              </a:ext>
            </a:extLst>
          </p:cNvPr>
          <p:cNvSpPr/>
          <p:nvPr/>
        </p:nvSpPr>
        <p:spPr>
          <a:xfrm>
            <a:off x="4403566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1" name="四角形: 角を丸くする 760">
            <a:extLst>
              <a:ext uri="{FF2B5EF4-FFF2-40B4-BE49-F238E27FC236}">
                <a16:creationId xmlns:a16="http://schemas.microsoft.com/office/drawing/2014/main" id="{5C4A17DE-14DE-414C-BE75-D6C2DD8ED644}"/>
              </a:ext>
            </a:extLst>
          </p:cNvPr>
          <p:cNvSpPr/>
          <p:nvPr/>
        </p:nvSpPr>
        <p:spPr>
          <a:xfrm>
            <a:off x="4583566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2" name="四角形: 角を丸くする 761">
            <a:extLst>
              <a:ext uri="{FF2B5EF4-FFF2-40B4-BE49-F238E27FC236}">
                <a16:creationId xmlns:a16="http://schemas.microsoft.com/office/drawing/2014/main" id="{EA2426F2-ACDA-4979-8594-E83BE06C05FE}"/>
              </a:ext>
            </a:extLst>
          </p:cNvPr>
          <p:cNvSpPr/>
          <p:nvPr/>
        </p:nvSpPr>
        <p:spPr>
          <a:xfrm>
            <a:off x="4763566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3" name="四角形: 角を丸くする 762">
            <a:extLst>
              <a:ext uri="{FF2B5EF4-FFF2-40B4-BE49-F238E27FC236}">
                <a16:creationId xmlns:a16="http://schemas.microsoft.com/office/drawing/2014/main" id="{D78C397C-55A6-4654-A5A5-D7E2BED44968}"/>
              </a:ext>
            </a:extLst>
          </p:cNvPr>
          <p:cNvSpPr/>
          <p:nvPr/>
        </p:nvSpPr>
        <p:spPr>
          <a:xfrm>
            <a:off x="5701242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4" name="四角形: 角を丸くする 763">
            <a:extLst>
              <a:ext uri="{FF2B5EF4-FFF2-40B4-BE49-F238E27FC236}">
                <a16:creationId xmlns:a16="http://schemas.microsoft.com/office/drawing/2014/main" id="{C42DA0F1-E25D-45E3-BD4F-0645EAF379F0}"/>
              </a:ext>
            </a:extLst>
          </p:cNvPr>
          <p:cNvSpPr/>
          <p:nvPr/>
        </p:nvSpPr>
        <p:spPr>
          <a:xfrm>
            <a:off x="5881242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5" name="四角形: 角を丸くする 764">
            <a:extLst>
              <a:ext uri="{FF2B5EF4-FFF2-40B4-BE49-F238E27FC236}">
                <a16:creationId xmlns:a16="http://schemas.microsoft.com/office/drawing/2014/main" id="{5340FEB0-7620-41CA-B8EA-F2B5AF3DE268}"/>
              </a:ext>
            </a:extLst>
          </p:cNvPr>
          <p:cNvSpPr/>
          <p:nvPr/>
        </p:nvSpPr>
        <p:spPr>
          <a:xfrm>
            <a:off x="7002058" y="360346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6" name="四角形: 角を丸くする 765">
            <a:extLst>
              <a:ext uri="{FF2B5EF4-FFF2-40B4-BE49-F238E27FC236}">
                <a16:creationId xmlns:a16="http://schemas.microsoft.com/office/drawing/2014/main" id="{E8CC2A67-9BD3-4D62-B5F4-69721EC6731C}"/>
              </a:ext>
            </a:extLst>
          </p:cNvPr>
          <p:cNvSpPr/>
          <p:nvPr/>
        </p:nvSpPr>
        <p:spPr>
          <a:xfrm>
            <a:off x="4409980" y="15947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7" name="四角形: 角を丸くする 766">
            <a:extLst>
              <a:ext uri="{FF2B5EF4-FFF2-40B4-BE49-F238E27FC236}">
                <a16:creationId xmlns:a16="http://schemas.microsoft.com/office/drawing/2014/main" id="{01E2E5D9-F7D2-422B-9E14-2200D051A718}"/>
              </a:ext>
            </a:extLst>
          </p:cNvPr>
          <p:cNvSpPr/>
          <p:nvPr/>
        </p:nvSpPr>
        <p:spPr>
          <a:xfrm>
            <a:off x="4589980" y="15947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8" name="四角形: 角を丸くする 767">
            <a:extLst>
              <a:ext uri="{FF2B5EF4-FFF2-40B4-BE49-F238E27FC236}">
                <a16:creationId xmlns:a16="http://schemas.microsoft.com/office/drawing/2014/main" id="{68FE8AC4-AEAA-4443-916C-EFD46D95C0E0}"/>
              </a:ext>
            </a:extLst>
          </p:cNvPr>
          <p:cNvSpPr/>
          <p:nvPr/>
        </p:nvSpPr>
        <p:spPr>
          <a:xfrm>
            <a:off x="4409980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69" name="四角形: 角を丸くする 768">
            <a:extLst>
              <a:ext uri="{FF2B5EF4-FFF2-40B4-BE49-F238E27FC236}">
                <a16:creationId xmlns:a16="http://schemas.microsoft.com/office/drawing/2014/main" id="{4FE1E952-C8E6-452B-B327-C7C207A2FF58}"/>
              </a:ext>
            </a:extLst>
          </p:cNvPr>
          <p:cNvSpPr/>
          <p:nvPr/>
        </p:nvSpPr>
        <p:spPr>
          <a:xfrm>
            <a:off x="4589980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0" name="四角形: 角を丸くする 769">
            <a:extLst>
              <a:ext uri="{FF2B5EF4-FFF2-40B4-BE49-F238E27FC236}">
                <a16:creationId xmlns:a16="http://schemas.microsoft.com/office/drawing/2014/main" id="{B30F6D9B-4414-4C44-865C-9A0A7C59B2E7}"/>
              </a:ext>
            </a:extLst>
          </p:cNvPr>
          <p:cNvSpPr/>
          <p:nvPr/>
        </p:nvSpPr>
        <p:spPr>
          <a:xfrm>
            <a:off x="570274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1" name="四角形: 角を丸くする 770">
            <a:extLst>
              <a:ext uri="{FF2B5EF4-FFF2-40B4-BE49-F238E27FC236}">
                <a16:creationId xmlns:a16="http://schemas.microsoft.com/office/drawing/2014/main" id="{6B6652B4-1CD5-4955-BE91-285841FDC4E9}"/>
              </a:ext>
            </a:extLst>
          </p:cNvPr>
          <p:cNvSpPr/>
          <p:nvPr/>
        </p:nvSpPr>
        <p:spPr>
          <a:xfrm>
            <a:off x="588274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2" name="四角形: 角を丸くする 771">
            <a:extLst>
              <a:ext uri="{FF2B5EF4-FFF2-40B4-BE49-F238E27FC236}">
                <a16:creationId xmlns:a16="http://schemas.microsoft.com/office/drawing/2014/main" id="{2B6F1AE9-24A7-4791-B771-260251113CDA}"/>
              </a:ext>
            </a:extLst>
          </p:cNvPr>
          <p:cNvSpPr/>
          <p:nvPr/>
        </p:nvSpPr>
        <p:spPr>
          <a:xfrm>
            <a:off x="8321379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3" name="四角形: 角を丸くする 772">
            <a:extLst>
              <a:ext uri="{FF2B5EF4-FFF2-40B4-BE49-F238E27FC236}">
                <a16:creationId xmlns:a16="http://schemas.microsoft.com/office/drawing/2014/main" id="{DAA71C5A-56A9-4742-8888-9B50356AF079}"/>
              </a:ext>
            </a:extLst>
          </p:cNvPr>
          <p:cNvSpPr/>
          <p:nvPr/>
        </p:nvSpPr>
        <p:spPr>
          <a:xfrm>
            <a:off x="700205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4" name="四角形: 角を丸くする 773">
            <a:extLst>
              <a:ext uri="{FF2B5EF4-FFF2-40B4-BE49-F238E27FC236}">
                <a16:creationId xmlns:a16="http://schemas.microsoft.com/office/drawing/2014/main" id="{EC2747E7-97D7-44AC-9768-B8D194E16952}"/>
              </a:ext>
            </a:extLst>
          </p:cNvPr>
          <p:cNvSpPr/>
          <p:nvPr/>
        </p:nvSpPr>
        <p:spPr>
          <a:xfrm>
            <a:off x="7182058" y="436564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5" name="四角形: 角を丸くする 774">
            <a:extLst>
              <a:ext uri="{FF2B5EF4-FFF2-40B4-BE49-F238E27FC236}">
                <a16:creationId xmlns:a16="http://schemas.microsoft.com/office/drawing/2014/main" id="{C4A7C47C-56A3-4CD8-95DD-E91AB266A349}"/>
              </a:ext>
            </a:extLst>
          </p:cNvPr>
          <p:cNvSpPr/>
          <p:nvPr/>
        </p:nvSpPr>
        <p:spPr>
          <a:xfrm>
            <a:off x="3112208" y="47384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6" name="四角形: 角を丸くする 775">
            <a:extLst>
              <a:ext uri="{FF2B5EF4-FFF2-40B4-BE49-F238E27FC236}">
                <a16:creationId xmlns:a16="http://schemas.microsoft.com/office/drawing/2014/main" id="{89B97484-DD13-48C9-8440-D3758F7B146B}"/>
              </a:ext>
            </a:extLst>
          </p:cNvPr>
          <p:cNvSpPr/>
          <p:nvPr/>
        </p:nvSpPr>
        <p:spPr>
          <a:xfrm>
            <a:off x="3292208" y="47384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7" name="四角形: 角を丸くする 776">
            <a:extLst>
              <a:ext uri="{FF2B5EF4-FFF2-40B4-BE49-F238E27FC236}">
                <a16:creationId xmlns:a16="http://schemas.microsoft.com/office/drawing/2014/main" id="{49ADA06E-64D0-4D18-AF87-CEF5E12E31B1}"/>
              </a:ext>
            </a:extLst>
          </p:cNvPr>
          <p:cNvSpPr/>
          <p:nvPr/>
        </p:nvSpPr>
        <p:spPr>
          <a:xfrm>
            <a:off x="5702748" y="473842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8" name="四角形: 角を丸くする 777">
            <a:extLst>
              <a:ext uri="{FF2B5EF4-FFF2-40B4-BE49-F238E27FC236}">
                <a16:creationId xmlns:a16="http://schemas.microsoft.com/office/drawing/2014/main" id="{6D9606B9-505B-4238-98B5-7A1B35D2F909}"/>
              </a:ext>
            </a:extLst>
          </p:cNvPr>
          <p:cNvSpPr/>
          <p:nvPr/>
        </p:nvSpPr>
        <p:spPr>
          <a:xfrm>
            <a:off x="9904191" y="192389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79" name="四角形: 角を丸くする 778">
            <a:extLst>
              <a:ext uri="{FF2B5EF4-FFF2-40B4-BE49-F238E27FC236}">
                <a16:creationId xmlns:a16="http://schemas.microsoft.com/office/drawing/2014/main" id="{98E063E9-1E12-4A43-AEBB-9FD782204CE9}"/>
              </a:ext>
            </a:extLst>
          </p:cNvPr>
          <p:cNvSpPr/>
          <p:nvPr/>
        </p:nvSpPr>
        <p:spPr>
          <a:xfrm>
            <a:off x="10444191" y="192389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1" name="四角形: 角を丸くする 780">
            <a:extLst>
              <a:ext uri="{FF2B5EF4-FFF2-40B4-BE49-F238E27FC236}">
                <a16:creationId xmlns:a16="http://schemas.microsoft.com/office/drawing/2014/main" id="{271F8800-023B-4822-8EC3-6A0050948F58}"/>
              </a:ext>
            </a:extLst>
          </p:cNvPr>
          <p:cNvSpPr/>
          <p:nvPr/>
        </p:nvSpPr>
        <p:spPr>
          <a:xfrm>
            <a:off x="10624191" y="222928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2" name="四角形: 角を丸くする 781">
            <a:extLst>
              <a:ext uri="{FF2B5EF4-FFF2-40B4-BE49-F238E27FC236}">
                <a16:creationId xmlns:a16="http://schemas.microsoft.com/office/drawing/2014/main" id="{9D477F13-802F-4E28-8DCF-A1B1A6440508}"/>
              </a:ext>
            </a:extLst>
          </p:cNvPr>
          <p:cNvSpPr/>
          <p:nvPr/>
        </p:nvSpPr>
        <p:spPr>
          <a:xfrm>
            <a:off x="10444191" y="222928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6" name="四角形: 角を丸くする 785">
            <a:extLst>
              <a:ext uri="{FF2B5EF4-FFF2-40B4-BE49-F238E27FC236}">
                <a16:creationId xmlns:a16="http://schemas.microsoft.com/office/drawing/2014/main" id="{F5030F43-BD2C-431B-8DD5-400D2144ECF8}"/>
              </a:ext>
            </a:extLst>
          </p:cNvPr>
          <p:cNvSpPr/>
          <p:nvPr/>
        </p:nvSpPr>
        <p:spPr>
          <a:xfrm>
            <a:off x="10084191" y="192389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89" name="四角形: 角を丸くする 788">
            <a:extLst>
              <a:ext uri="{FF2B5EF4-FFF2-40B4-BE49-F238E27FC236}">
                <a16:creationId xmlns:a16="http://schemas.microsoft.com/office/drawing/2014/main" id="{B91FE6FC-639D-4219-A631-0378CF66960F}"/>
              </a:ext>
            </a:extLst>
          </p:cNvPr>
          <p:cNvSpPr/>
          <p:nvPr/>
        </p:nvSpPr>
        <p:spPr>
          <a:xfrm>
            <a:off x="10624191" y="192389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0" name="四角形: 角を丸くする 789">
            <a:extLst>
              <a:ext uri="{FF2B5EF4-FFF2-40B4-BE49-F238E27FC236}">
                <a16:creationId xmlns:a16="http://schemas.microsoft.com/office/drawing/2014/main" id="{D7DFB69E-B6EF-488F-8A7C-528FC167110F}"/>
              </a:ext>
            </a:extLst>
          </p:cNvPr>
          <p:cNvSpPr/>
          <p:nvPr/>
        </p:nvSpPr>
        <p:spPr>
          <a:xfrm>
            <a:off x="10804191" y="192389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1" name="四角形: 角を丸くする 790">
            <a:extLst>
              <a:ext uri="{FF2B5EF4-FFF2-40B4-BE49-F238E27FC236}">
                <a16:creationId xmlns:a16="http://schemas.microsoft.com/office/drawing/2014/main" id="{9D368077-1D9A-4340-A398-CEEDF684E6B0}"/>
              </a:ext>
            </a:extLst>
          </p:cNvPr>
          <p:cNvSpPr/>
          <p:nvPr/>
        </p:nvSpPr>
        <p:spPr>
          <a:xfrm>
            <a:off x="10264191" y="192389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3" name="四角形: 角を丸くする 792">
            <a:extLst>
              <a:ext uri="{FF2B5EF4-FFF2-40B4-BE49-F238E27FC236}">
                <a16:creationId xmlns:a16="http://schemas.microsoft.com/office/drawing/2014/main" id="{F9996100-7718-47B2-88A4-BC6E9276BCBD}"/>
              </a:ext>
            </a:extLst>
          </p:cNvPr>
          <p:cNvSpPr/>
          <p:nvPr/>
        </p:nvSpPr>
        <p:spPr>
          <a:xfrm>
            <a:off x="10804191" y="222928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4" name="四角形: 角を丸くする 793">
            <a:extLst>
              <a:ext uri="{FF2B5EF4-FFF2-40B4-BE49-F238E27FC236}">
                <a16:creationId xmlns:a16="http://schemas.microsoft.com/office/drawing/2014/main" id="{9F4E79F8-7F28-44F5-96FC-89E7425FF64A}"/>
              </a:ext>
            </a:extLst>
          </p:cNvPr>
          <p:cNvSpPr/>
          <p:nvPr/>
        </p:nvSpPr>
        <p:spPr>
          <a:xfrm>
            <a:off x="10894426" y="208421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5" name="四角形: 角を丸くする 794">
            <a:extLst>
              <a:ext uri="{FF2B5EF4-FFF2-40B4-BE49-F238E27FC236}">
                <a16:creationId xmlns:a16="http://schemas.microsoft.com/office/drawing/2014/main" id="{ABABAFC0-26FB-42CA-AE0D-0BF44DE50AAF}"/>
              </a:ext>
            </a:extLst>
          </p:cNvPr>
          <p:cNvSpPr/>
          <p:nvPr/>
        </p:nvSpPr>
        <p:spPr>
          <a:xfrm>
            <a:off x="11198629" y="192389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6" name="四角形: 角を丸くする 795">
            <a:extLst>
              <a:ext uri="{FF2B5EF4-FFF2-40B4-BE49-F238E27FC236}">
                <a16:creationId xmlns:a16="http://schemas.microsoft.com/office/drawing/2014/main" id="{A4D3A221-F8C9-444B-8BCA-BBAC55EADCA4}"/>
              </a:ext>
            </a:extLst>
          </p:cNvPr>
          <p:cNvSpPr/>
          <p:nvPr/>
        </p:nvSpPr>
        <p:spPr>
          <a:xfrm>
            <a:off x="11738629" y="192389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7" name="四角形: 角を丸くする 796">
            <a:extLst>
              <a:ext uri="{FF2B5EF4-FFF2-40B4-BE49-F238E27FC236}">
                <a16:creationId xmlns:a16="http://schemas.microsoft.com/office/drawing/2014/main" id="{7BFB60F5-FD33-48DE-8D7A-6795BE5DC130}"/>
              </a:ext>
            </a:extLst>
          </p:cNvPr>
          <p:cNvSpPr/>
          <p:nvPr/>
        </p:nvSpPr>
        <p:spPr>
          <a:xfrm>
            <a:off x="12177735" y="208421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8" name="四角形: 角を丸くする 797">
            <a:extLst>
              <a:ext uri="{FF2B5EF4-FFF2-40B4-BE49-F238E27FC236}">
                <a16:creationId xmlns:a16="http://schemas.microsoft.com/office/drawing/2014/main" id="{1AC64997-CB28-48F7-97D1-87280F9C502D}"/>
              </a:ext>
            </a:extLst>
          </p:cNvPr>
          <p:cNvSpPr/>
          <p:nvPr/>
        </p:nvSpPr>
        <p:spPr>
          <a:xfrm>
            <a:off x="12098629" y="222928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799" name="四角形: 角を丸くする 798">
            <a:extLst>
              <a:ext uri="{FF2B5EF4-FFF2-40B4-BE49-F238E27FC236}">
                <a16:creationId xmlns:a16="http://schemas.microsoft.com/office/drawing/2014/main" id="{D65DDF42-93E0-4489-948B-9B6855683FFD}"/>
              </a:ext>
            </a:extLst>
          </p:cNvPr>
          <p:cNvSpPr/>
          <p:nvPr/>
        </p:nvSpPr>
        <p:spPr>
          <a:xfrm>
            <a:off x="11378629" y="192389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0" name="四角形: 角を丸くする 799">
            <a:extLst>
              <a:ext uri="{FF2B5EF4-FFF2-40B4-BE49-F238E27FC236}">
                <a16:creationId xmlns:a16="http://schemas.microsoft.com/office/drawing/2014/main" id="{E85D46EE-54FD-470A-8D6B-4700482E92EF}"/>
              </a:ext>
            </a:extLst>
          </p:cNvPr>
          <p:cNvSpPr/>
          <p:nvPr/>
        </p:nvSpPr>
        <p:spPr>
          <a:xfrm>
            <a:off x="11558629" y="192389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1" name="四角形: 角を丸くする 800">
            <a:extLst>
              <a:ext uri="{FF2B5EF4-FFF2-40B4-BE49-F238E27FC236}">
                <a16:creationId xmlns:a16="http://schemas.microsoft.com/office/drawing/2014/main" id="{A0EF71BD-99E8-46DE-A418-BAF859560F57}"/>
              </a:ext>
            </a:extLst>
          </p:cNvPr>
          <p:cNvSpPr/>
          <p:nvPr/>
        </p:nvSpPr>
        <p:spPr>
          <a:xfrm>
            <a:off x="11918629" y="192389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2" name="四角形: 角を丸くする 801">
            <a:extLst>
              <a:ext uri="{FF2B5EF4-FFF2-40B4-BE49-F238E27FC236}">
                <a16:creationId xmlns:a16="http://schemas.microsoft.com/office/drawing/2014/main" id="{8B9AF882-7D03-44AF-9C98-670D9EA9C2BB}"/>
              </a:ext>
            </a:extLst>
          </p:cNvPr>
          <p:cNvSpPr/>
          <p:nvPr/>
        </p:nvSpPr>
        <p:spPr>
          <a:xfrm>
            <a:off x="12098629" y="192389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3" name="四角形: 角を丸くする 802">
            <a:extLst>
              <a:ext uri="{FF2B5EF4-FFF2-40B4-BE49-F238E27FC236}">
                <a16:creationId xmlns:a16="http://schemas.microsoft.com/office/drawing/2014/main" id="{063C9AFC-D6B1-472E-B7A9-A451DB552643}"/>
              </a:ext>
            </a:extLst>
          </p:cNvPr>
          <p:cNvSpPr/>
          <p:nvPr/>
        </p:nvSpPr>
        <p:spPr>
          <a:xfrm>
            <a:off x="9904191" y="25578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4" name="四角形: 角を丸くする 803">
            <a:extLst>
              <a:ext uri="{FF2B5EF4-FFF2-40B4-BE49-F238E27FC236}">
                <a16:creationId xmlns:a16="http://schemas.microsoft.com/office/drawing/2014/main" id="{2AD618F7-F50D-4C34-97C2-F9B5DF9BA20F}"/>
              </a:ext>
            </a:extLst>
          </p:cNvPr>
          <p:cNvSpPr/>
          <p:nvPr/>
        </p:nvSpPr>
        <p:spPr>
          <a:xfrm>
            <a:off x="10444191" y="25578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5" name="四角形: 角を丸くする 804">
            <a:extLst>
              <a:ext uri="{FF2B5EF4-FFF2-40B4-BE49-F238E27FC236}">
                <a16:creationId xmlns:a16="http://schemas.microsoft.com/office/drawing/2014/main" id="{E0CCFA13-6B99-4237-814A-9C45CF05764B}"/>
              </a:ext>
            </a:extLst>
          </p:cNvPr>
          <p:cNvSpPr/>
          <p:nvPr/>
        </p:nvSpPr>
        <p:spPr>
          <a:xfrm>
            <a:off x="10264191" y="28640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6" name="四角形: 角を丸くする 805">
            <a:extLst>
              <a:ext uri="{FF2B5EF4-FFF2-40B4-BE49-F238E27FC236}">
                <a16:creationId xmlns:a16="http://schemas.microsoft.com/office/drawing/2014/main" id="{A3E0289B-F3E8-45EF-961A-9BB684125574}"/>
              </a:ext>
            </a:extLst>
          </p:cNvPr>
          <p:cNvSpPr/>
          <p:nvPr/>
        </p:nvSpPr>
        <p:spPr>
          <a:xfrm>
            <a:off x="10804191" y="28640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7" name="四角形: 角を丸くする 806">
            <a:extLst>
              <a:ext uri="{FF2B5EF4-FFF2-40B4-BE49-F238E27FC236}">
                <a16:creationId xmlns:a16="http://schemas.microsoft.com/office/drawing/2014/main" id="{3469920E-991C-41F5-9D02-84EFF8EF3D75}"/>
              </a:ext>
            </a:extLst>
          </p:cNvPr>
          <p:cNvSpPr/>
          <p:nvPr/>
        </p:nvSpPr>
        <p:spPr>
          <a:xfrm>
            <a:off x="10624191" y="28640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8" name="四角形: 角を丸くする 807">
            <a:extLst>
              <a:ext uri="{FF2B5EF4-FFF2-40B4-BE49-F238E27FC236}">
                <a16:creationId xmlns:a16="http://schemas.microsoft.com/office/drawing/2014/main" id="{0B96C807-1EFB-4AAB-9D13-381D9E1B589D}"/>
              </a:ext>
            </a:extLst>
          </p:cNvPr>
          <p:cNvSpPr/>
          <p:nvPr/>
        </p:nvSpPr>
        <p:spPr>
          <a:xfrm>
            <a:off x="10894426" y="269964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09" name="四角形: 角を丸くする 808">
            <a:extLst>
              <a:ext uri="{FF2B5EF4-FFF2-40B4-BE49-F238E27FC236}">
                <a16:creationId xmlns:a16="http://schemas.microsoft.com/office/drawing/2014/main" id="{17C8D69C-EEC2-40A2-8828-DA384F49420E}"/>
              </a:ext>
            </a:extLst>
          </p:cNvPr>
          <p:cNvSpPr/>
          <p:nvPr/>
        </p:nvSpPr>
        <p:spPr>
          <a:xfrm>
            <a:off x="10444191" y="286403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0" name="四角形: 角を丸くする 809">
            <a:extLst>
              <a:ext uri="{FF2B5EF4-FFF2-40B4-BE49-F238E27FC236}">
                <a16:creationId xmlns:a16="http://schemas.microsoft.com/office/drawing/2014/main" id="{6AFFB06D-A3AD-4027-BF08-42AF26C3D56D}"/>
              </a:ext>
            </a:extLst>
          </p:cNvPr>
          <p:cNvSpPr/>
          <p:nvPr/>
        </p:nvSpPr>
        <p:spPr>
          <a:xfrm>
            <a:off x="10084191" y="25578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1" name="四角形: 角を丸くする 810">
            <a:extLst>
              <a:ext uri="{FF2B5EF4-FFF2-40B4-BE49-F238E27FC236}">
                <a16:creationId xmlns:a16="http://schemas.microsoft.com/office/drawing/2014/main" id="{EC7F55F1-21B7-4414-A349-4B0F8D6D27BB}"/>
              </a:ext>
            </a:extLst>
          </p:cNvPr>
          <p:cNvSpPr/>
          <p:nvPr/>
        </p:nvSpPr>
        <p:spPr>
          <a:xfrm>
            <a:off x="10264191" y="25578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2" name="四角形: 角を丸くする 811">
            <a:extLst>
              <a:ext uri="{FF2B5EF4-FFF2-40B4-BE49-F238E27FC236}">
                <a16:creationId xmlns:a16="http://schemas.microsoft.com/office/drawing/2014/main" id="{BED0A2B1-F593-47F4-BB4C-0AA61DC81507}"/>
              </a:ext>
            </a:extLst>
          </p:cNvPr>
          <p:cNvSpPr/>
          <p:nvPr/>
        </p:nvSpPr>
        <p:spPr>
          <a:xfrm>
            <a:off x="10624191" y="25578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3" name="四角形: 角を丸くする 812">
            <a:extLst>
              <a:ext uri="{FF2B5EF4-FFF2-40B4-BE49-F238E27FC236}">
                <a16:creationId xmlns:a16="http://schemas.microsoft.com/office/drawing/2014/main" id="{C19E6561-118D-4608-A711-098F6FCC4EFD}"/>
              </a:ext>
            </a:extLst>
          </p:cNvPr>
          <p:cNvSpPr/>
          <p:nvPr/>
        </p:nvSpPr>
        <p:spPr>
          <a:xfrm>
            <a:off x="10804191" y="25578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4" name="四角形: 角を丸くする 813">
            <a:extLst>
              <a:ext uri="{FF2B5EF4-FFF2-40B4-BE49-F238E27FC236}">
                <a16:creationId xmlns:a16="http://schemas.microsoft.com/office/drawing/2014/main" id="{33B996B3-BB4F-4C43-B337-3A6ED52DD568}"/>
              </a:ext>
            </a:extLst>
          </p:cNvPr>
          <p:cNvSpPr/>
          <p:nvPr/>
        </p:nvSpPr>
        <p:spPr>
          <a:xfrm>
            <a:off x="11198629" y="25578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5" name="四角形: 角を丸くする 814">
            <a:extLst>
              <a:ext uri="{FF2B5EF4-FFF2-40B4-BE49-F238E27FC236}">
                <a16:creationId xmlns:a16="http://schemas.microsoft.com/office/drawing/2014/main" id="{36232D30-17E0-4992-AD44-69CCE60878F6}"/>
              </a:ext>
            </a:extLst>
          </p:cNvPr>
          <p:cNvSpPr/>
          <p:nvPr/>
        </p:nvSpPr>
        <p:spPr>
          <a:xfrm>
            <a:off x="11378629" y="25578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6" name="四角形: 角を丸くする 815">
            <a:extLst>
              <a:ext uri="{FF2B5EF4-FFF2-40B4-BE49-F238E27FC236}">
                <a16:creationId xmlns:a16="http://schemas.microsoft.com/office/drawing/2014/main" id="{75B86A8A-4B17-44FD-860E-5641DEDEE041}"/>
              </a:ext>
            </a:extLst>
          </p:cNvPr>
          <p:cNvSpPr/>
          <p:nvPr/>
        </p:nvSpPr>
        <p:spPr>
          <a:xfrm>
            <a:off x="11738629" y="25578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8" name="四角形: 角を丸くする 817">
            <a:extLst>
              <a:ext uri="{FF2B5EF4-FFF2-40B4-BE49-F238E27FC236}">
                <a16:creationId xmlns:a16="http://schemas.microsoft.com/office/drawing/2014/main" id="{553AD38A-1FF7-4DC9-9E77-CD66A3EFBF52}"/>
              </a:ext>
            </a:extLst>
          </p:cNvPr>
          <p:cNvSpPr/>
          <p:nvPr/>
        </p:nvSpPr>
        <p:spPr>
          <a:xfrm>
            <a:off x="11558629" y="25578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19" name="四角形: 角を丸くする 818">
            <a:extLst>
              <a:ext uri="{FF2B5EF4-FFF2-40B4-BE49-F238E27FC236}">
                <a16:creationId xmlns:a16="http://schemas.microsoft.com/office/drawing/2014/main" id="{24299491-5571-4DE6-8DE3-618B173983D8}"/>
              </a:ext>
            </a:extLst>
          </p:cNvPr>
          <p:cNvSpPr/>
          <p:nvPr/>
        </p:nvSpPr>
        <p:spPr>
          <a:xfrm>
            <a:off x="11918629" y="25578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0" name="四角形: 角を丸くする 819">
            <a:extLst>
              <a:ext uri="{FF2B5EF4-FFF2-40B4-BE49-F238E27FC236}">
                <a16:creationId xmlns:a16="http://schemas.microsoft.com/office/drawing/2014/main" id="{2D01BA11-7F92-43E1-BD83-166F5BC9DDC0}"/>
              </a:ext>
            </a:extLst>
          </p:cNvPr>
          <p:cNvSpPr/>
          <p:nvPr/>
        </p:nvSpPr>
        <p:spPr>
          <a:xfrm>
            <a:off x="12098629" y="25578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1" name="四角形: 角を丸くする 820">
            <a:extLst>
              <a:ext uri="{FF2B5EF4-FFF2-40B4-BE49-F238E27FC236}">
                <a16:creationId xmlns:a16="http://schemas.microsoft.com/office/drawing/2014/main" id="{802BF9A1-1DD5-4E74-BF32-BFE3370E28FE}"/>
              </a:ext>
            </a:extLst>
          </p:cNvPr>
          <p:cNvSpPr/>
          <p:nvPr/>
        </p:nvSpPr>
        <p:spPr>
          <a:xfrm>
            <a:off x="9908642" y="321161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2" name="四角形: 角を丸くする 821">
            <a:extLst>
              <a:ext uri="{FF2B5EF4-FFF2-40B4-BE49-F238E27FC236}">
                <a16:creationId xmlns:a16="http://schemas.microsoft.com/office/drawing/2014/main" id="{1D00FFD3-099C-4FEC-9FC5-AADD2D232EE3}"/>
              </a:ext>
            </a:extLst>
          </p:cNvPr>
          <p:cNvSpPr/>
          <p:nvPr/>
        </p:nvSpPr>
        <p:spPr>
          <a:xfrm>
            <a:off x="10088642" y="321161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3" name="四角形: 角を丸くする 822">
            <a:extLst>
              <a:ext uri="{FF2B5EF4-FFF2-40B4-BE49-F238E27FC236}">
                <a16:creationId xmlns:a16="http://schemas.microsoft.com/office/drawing/2014/main" id="{9D3162E6-0744-4108-9485-247857CF6F84}"/>
              </a:ext>
            </a:extLst>
          </p:cNvPr>
          <p:cNvSpPr/>
          <p:nvPr/>
        </p:nvSpPr>
        <p:spPr>
          <a:xfrm>
            <a:off x="10448642" y="321161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4" name="四角形: 角を丸くする 823">
            <a:extLst>
              <a:ext uri="{FF2B5EF4-FFF2-40B4-BE49-F238E27FC236}">
                <a16:creationId xmlns:a16="http://schemas.microsoft.com/office/drawing/2014/main" id="{D665BD56-7177-4BB3-B447-506F39FF1BD6}"/>
              </a:ext>
            </a:extLst>
          </p:cNvPr>
          <p:cNvSpPr/>
          <p:nvPr/>
        </p:nvSpPr>
        <p:spPr>
          <a:xfrm>
            <a:off x="10268642" y="321161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5" name="四角形: 角を丸くする 824">
            <a:extLst>
              <a:ext uri="{FF2B5EF4-FFF2-40B4-BE49-F238E27FC236}">
                <a16:creationId xmlns:a16="http://schemas.microsoft.com/office/drawing/2014/main" id="{0254AB49-20D6-40C3-8985-BA4E35101127}"/>
              </a:ext>
            </a:extLst>
          </p:cNvPr>
          <p:cNvSpPr/>
          <p:nvPr/>
        </p:nvSpPr>
        <p:spPr>
          <a:xfrm>
            <a:off x="10628642" y="321161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6" name="四角形: 角を丸くする 825">
            <a:extLst>
              <a:ext uri="{FF2B5EF4-FFF2-40B4-BE49-F238E27FC236}">
                <a16:creationId xmlns:a16="http://schemas.microsoft.com/office/drawing/2014/main" id="{9C6B2AC5-817C-4E71-B95B-3FB3E8E7D366}"/>
              </a:ext>
            </a:extLst>
          </p:cNvPr>
          <p:cNvSpPr/>
          <p:nvPr/>
        </p:nvSpPr>
        <p:spPr>
          <a:xfrm>
            <a:off x="10808642" y="321161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7" name="四角形: 角を丸くする 826">
            <a:extLst>
              <a:ext uri="{FF2B5EF4-FFF2-40B4-BE49-F238E27FC236}">
                <a16:creationId xmlns:a16="http://schemas.microsoft.com/office/drawing/2014/main" id="{246B265D-4F87-48CA-B28A-C8752503D9B7}"/>
              </a:ext>
            </a:extLst>
          </p:cNvPr>
          <p:cNvSpPr/>
          <p:nvPr/>
        </p:nvSpPr>
        <p:spPr>
          <a:xfrm>
            <a:off x="10804191" y="352428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8" name="四角形: 角を丸くする 827">
            <a:extLst>
              <a:ext uri="{FF2B5EF4-FFF2-40B4-BE49-F238E27FC236}">
                <a16:creationId xmlns:a16="http://schemas.microsoft.com/office/drawing/2014/main" id="{466143D5-8459-40F1-951B-2C487EBAE715}"/>
              </a:ext>
            </a:extLst>
          </p:cNvPr>
          <p:cNvSpPr/>
          <p:nvPr/>
        </p:nvSpPr>
        <p:spPr>
          <a:xfrm>
            <a:off x="10894426" y="337669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29" name="四角形: 角を丸くする 828">
            <a:extLst>
              <a:ext uri="{FF2B5EF4-FFF2-40B4-BE49-F238E27FC236}">
                <a16:creationId xmlns:a16="http://schemas.microsoft.com/office/drawing/2014/main" id="{657ACF5A-0374-4EC1-8EAE-BAF725C594DD}"/>
              </a:ext>
            </a:extLst>
          </p:cNvPr>
          <p:cNvSpPr/>
          <p:nvPr/>
        </p:nvSpPr>
        <p:spPr>
          <a:xfrm>
            <a:off x="11201578" y="321161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0" name="四角形: 角を丸くする 829">
            <a:extLst>
              <a:ext uri="{FF2B5EF4-FFF2-40B4-BE49-F238E27FC236}">
                <a16:creationId xmlns:a16="http://schemas.microsoft.com/office/drawing/2014/main" id="{EB60FC7C-A983-4A93-B4F8-C38339E59510}"/>
              </a:ext>
            </a:extLst>
          </p:cNvPr>
          <p:cNvSpPr/>
          <p:nvPr/>
        </p:nvSpPr>
        <p:spPr>
          <a:xfrm>
            <a:off x="11381578" y="321161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1" name="四角形: 角を丸くする 830">
            <a:extLst>
              <a:ext uri="{FF2B5EF4-FFF2-40B4-BE49-F238E27FC236}">
                <a16:creationId xmlns:a16="http://schemas.microsoft.com/office/drawing/2014/main" id="{F4F08315-AE6E-4480-A29C-84129B566634}"/>
              </a:ext>
            </a:extLst>
          </p:cNvPr>
          <p:cNvSpPr/>
          <p:nvPr/>
        </p:nvSpPr>
        <p:spPr>
          <a:xfrm>
            <a:off x="11561578" y="321161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3" name="四角形: 角を丸くする 832">
            <a:extLst>
              <a:ext uri="{FF2B5EF4-FFF2-40B4-BE49-F238E27FC236}">
                <a16:creationId xmlns:a16="http://schemas.microsoft.com/office/drawing/2014/main" id="{9FA00661-8B16-40CE-B134-E5C5933BBB5D}"/>
              </a:ext>
            </a:extLst>
          </p:cNvPr>
          <p:cNvSpPr/>
          <p:nvPr/>
        </p:nvSpPr>
        <p:spPr>
          <a:xfrm>
            <a:off x="11741578" y="321161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5" name="四角形: 角を丸くする 834">
            <a:extLst>
              <a:ext uri="{FF2B5EF4-FFF2-40B4-BE49-F238E27FC236}">
                <a16:creationId xmlns:a16="http://schemas.microsoft.com/office/drawing/2014/main" id="{C32C5DB2-A811-48F8-BF01-BB5AF6A9845F}"/>
              </a:ext>
            </a:extLst>
          </p:cNvPr>
          <p:cNvSpPr/>
          <p:nvPr/>
        </p:nvSpPr>
        <p:spPr>
          <a:xfrm>
            <a:off x="11921578" y="321161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7" name="四角形: 角を丸くする 836">
            <a:extLst>
              <a:ext uri="{FF2B5EF4-FFF2-40B4-BE49-F238E27FC236}">
                <a16:creationId xmlns:a16="http://schemas.microsoft.com/office/drawing/2014/main" id="{E1D20517-F2D7-405A-9FC5-1308C916C86F}"/>
              </a:ext>
            </a:extLst>
          </p:cNvPr>
          <p:cNvSpPr/>
          <p:nvPr/>
        </p:nvSpPr>
        <p:spPr>
          <a:xfrm>
            <a:off x="9908642" y="387913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8" name="四角形: 角を丸くする 837">
            <a:extLst>
              <a:ext uri="{FF2B5EF4-FFF2-40B4-BE49-F238E27FC236}">
                <a16:creationId xmlns:a16="http://schemas.microsoft.com/office/drawing/2014/main" id="{E71DC51A-9800-40FB-9950-C6E2303F4BDA}"/>
              </a:ext>
            </a:extLst>
          </p:cNvPr>
          <p:cNvSpPr/>
          <p:nvPr/>
        </p:nvSpPr>
        <p:spPr>
          <a:xfrm>
            <a:off x="10088642" y="387913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39" name="四角形: 角を丸くする 838">
            <a:extLst>
              <a:ext uri="{FF2B5EF4-FFF2-40B4-BE49-F238E27FC236}">
                <a16:creationId xmlns:a16="http://schemas.microsoft.com/office/drawing/2014/main" id="{F09CCDE1-CB31-4E89-A084-746F7F4009AB}"/>
              </a:ext>
            </a:extLst>
          </p:cNvPr>
          <p:cNvSpPr/>
          <p:nvPr/>
        </p:nvSpPr>
        <p:spPr>
          <a:xfrm>
            <a:off x="10268642" y="387913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0" name="四角形: 角を丸くする 839">
            <a:extLst>
              <a:ext uri="{FF2B5EF4-FFF2-40B4-BE49-F238E27FC236}">
                <a16:creationId xmlns:a16="http://schemas.microsoft.com/office/drawing/2014/main" id="{7E7DFD37-1CF7-4549-99D2-0105B1CA26B4}"/>
              </a:ext>
            </a:extLst>
          </p:cNvPr>
          <p:cNvSpPr/>
          <p:nvPr/>
        </p:nvSpPr>
        <p:spPr>
          <a:xfrm>
            <a:off x="10448642" y="387913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1" name="四角形: 角を丸くする 840">
            <a:extLst>
              <a:ext uri="{FF2B5EF4-FFF2-40B4-BE49-F238E27FC236}">
                <a16:creationId xmlns:a16="http://schemas.microsoft.com/office/drawing/2014/main" id="{7FBF74A0-04EA-4250-AD7D-32CE66901AC5}"/>
              </a:ext>
            </a:extLst>
          </p:cNvPr>
          <p:cNvSpPr/>
          <p:nvPr/>
        </p:nvSpPr>
        <p:spPr>
          <a:xfrm>
            <a:off x="11741578" y="387913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2" name="四角形: 角を丸くする 841">
            <a:extLst>
              <a:ext uri="{FF2B5EF4-FFF2-40B4-BE49-F238E27FC236}">
                <a16:creationId xmlns:a16="http://schemas.microsoft.com/office/drawing/2014/main" id="{65EBF339-C924-4AC3-BF99-8577FA220B42}"/>
              </a:ext>
            </a:extLst>
          </p:cNvPr>
          <p:cNvSpPr/>
          <p:nvPr/>
        </p:nvSpPr>
        <p:spPr>
          <a:xfrm>
            <a:off x="11921578" y="387913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3" name="四角形: 角を丸くする 842">
            <a:extLst>
              <a:ext uri="{FF2B5EF4-FFF2-40B4-BE49-F238E27FC236}">
                <a16:creationId xmlns:a16="http://schemas.microsoft.com/office/drawing/2014/main" id="{CD9A6F37-D140-48A7-8230-21FAC921D3B1}"/>
              </a:ext>
            </a:extLst>
          </p:cNvPr>
          <p:cNvSpPr/>
          <p:nvPr/>
        </p:nvSpPr>
        <p:spPr>
          <a:xfrm>
            <a:off x="12101578" y="387913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4" name="四角形: 角を丸くする 843">
            <a:extLst>
              <a:ext uri="{FF2B5EF4-FFF2-40B4-BE49-F238E27FC236}">
                <a16:creationId xmlns:a16="http://schemas.microsoft.com/office/drawing/2014/main" id="{9087362C-F8A0-41FA-BC52-8F3B7C838E96}"/>
              </a:ext>
            </a:extLst>
          </p:cNvPr>
          <p:cNvSpPr/>
          <p:nvPr/>
        </p:nvSpPr>
        <p:spPr>
          <a:xfrm>
            <a:off x="11201578" y="387913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6" name="四角形: 角を丸くする 845">
            <a:extLst>
              <a:ext uri="{FF2B5EF4-FFF2-40B4-BE49-F238E27FC236}">
                <a16:creationId xmlns:a16="http://schemas.microsoft.com/office/drawing/2014/main" id="{8EC949E8-27D0-4E3C-9429-5F7088716E16}"/>
              </a:ext>
            </a:extLst>
          </p:cNvPr>
          <p:cNvSpPr/>
          <p:nvPr/>
        </p:nvSpPr>
        <p:spPr>
          <a:xfrm>
            <a:off x="11381578" y="387913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8" name="四角形: 角を丸くする 847">
            <a:extLst>
              <a:ext uri="{FF2B5EF4-FFF2-40B4-BE49-F238E27FC236}">
                <a16:creationId xmlns:a16="http://schemas.microsoft.com/office/drawing/2014/main" id="{B100A12D-B642-4210-9CFE-4BFAC68AFACD}"/>
              </a:ext>
            </a:extLst>
          </p:cNvPr>
          <p:cNvSpPr/>
          <p:nvPr/>
        </p:nvSpPr>
        <p:spPr>
          <a:xfrm>
            <a:off x="11561578" y="387913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49" name="四角形: 角を丸くする 848">
            <a:extLst>
              <a:ext uri="{FF2B5EF4-FFF2-40B4-BE49-F238E27FC236}">
                <a16:creationId xmlns:a16="http://schemas.microsoft.com/office/drawing/2014/main" id="{0120FDFA-6E0D-4D8C-A87C-F1255DB3DC19}"/>
              </a:ext>
            </a:extLst>
          </p:cNvPr>
          <p:cNvSpPr/>
          <p:nvPr/>
        </p:nvSpPr>
        <p:spPr>
          <a:xfrm>
            <a:off x="9908642" y="44989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0" name="四角形: 角を丸くする 849">
            <a:extLst>
              <a:ext uri="{FF2B5EF4-FFF2-40B4-BE49-F238E27FC236}">
                <a16:creationId xmlns:a16="http://schemas.microsoft.com/office/drawing/2014/main" id="{55C9E542-6B00-4C49-AB91-7D65E33899A3}"/>
              </a:ext>
            </a:extLst>
          </p:cNvPr>
          <p:cNvSpPr/>
          <p:nvPr/>
        </p:nvSpPr>
        <p:spPr>
          <a:xfrm>
            <a:off x="10088642" y="44989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1" name="四角形: 角を丸くする 850">
            <a:extLst>
              <a:ext uri="{FF2B5EF4-FFF2-40B4-BE49-F238E27FC236}">
                <a16:creationId xmlns:a16="http://schemas.microsoft.com/office/drawing/2014/main" id="{F394320B-26B6-4901-B7EE-C6CCF2B85D8B}"/>
              </a:ext>
            </a:extLst>
          </p:cNvPr>
          <p:cNvSpPr/>
          <p:nvPr/>
        </p:nvSpPr>
        <p:spPr>
          <a:xfrm>
            <a:off x="10448642" y="44989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2" name="四角形: 角を丸くする 851">
            <a:extLst>
              <a:ext uri="{FF2B5EF4-FFF2-40B4-BE49-F238E27FC236}">
                <a16:creationId xmlns:a16="http://schemas.microsoft.com/office/drawing/2014/main" id="{A2F9F2E7-EEE5-4037-9455-0BF68DF4DF53}"/>
              </a:ext>
            </a:extLst>
          </p:cNvPr>
          <p:cNvSpPr/>
          <p:nvPr/>
        </p:nvSpPr>
        <p:spPr>
          <a:xfrm>
            <a:off x="10628642" y="44989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3" name="四角形: 角を丸くする 852">
            <a:extLst>
              <a:ext uri="{FF2B5EF4-FFF2-40B4-BE49-F238E27FC236}">
                <a16:creationId xmlns:a16="http://schemas.microsoft.com/office/drawing/2014/main" id="{AFE29B00-5DD3-4B90-BB8A-5495752BCA50}"/>
              </a:ext>
            </a:extLst>
          </p:cNvPr>
          <p:cNvSpPr/>
          <p:nvPr/>
        </p:nvSpPr>
        <p:spPr>
          <a:xfrm>
            <a:off x="10268642" y="44989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7" name="楕円 856">
            <a:extLst>
              <a:ext uri="{FF2B5EF4-FFF2-40B4-BE49-F238E27FC236}">
                <a16:creationId xmlns:a16="http://schemas.microsoft.com/office/drawing/2014/main" id="{331166BE-6C61-422B-822C-E75B06C889FC}"/>
              </a:ext>
            </a:extLst>
          </p:cNvPr>
          <p:cNvSpPr/>
          <p:nvPr/>
        </p:nvSpPr>
        <p:spPr>
          <a:xfrm>
            <a:off x="11665843" y="441829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8" name="楕円 857">
            <a:extLst>
              <a:ext uri="{FF2B5EF4-FFF2-40B4-BE49-F238E27FC236}">
                <a16:creationId xmlns:a16="http://schemas.microsoft.com/office/drawing/2014/main" id="{251308B4-6C9B-4446-B3BC-EC2B1EA2B88C}"/>
              </a:ext>
            </a:extLst>
          </p:cNvPr>
          <p:cNvSpPr/>
          <p:nvPr/>
        </p:nvSpPr>
        <p:spPr>
          <a:xfrm>
            <a:off x="11125843" y="4815912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59" name="楕円 858">
            <a:extLst>
              <a:ext uri="{FF2B5EF4-FFF2-40B4-BE49-F238E27FC236}">
                <a16:creationId xmlns:a16="http://schemas.microsoft.com/office/drawing/2014/main" id="{57364F16-9A8B-47FA-A1C0-B890D998E765}"/>
              </a:ext>
            </a:extLst>
          </p:cNvPr>
          <p:cNvSpPr/>
          <p:nvPr/>
        </p:nvSpPr>
        <p:spPr>
          <a:xfrm>
            <a:off x="12205843" y="455083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0" name="楕円 859">
            <a:extLst>
              <a:ext uri="{FF2B5EF4-FFF2-40B4-BE49-F238E27FC236}">
                <a16:creationId xmlns:a16="http://schemas.microsoft.com/office/drawing/2014/main" id="{16598D03-FA24-4B7A-914B-E67E9F72CC03}"/>
              </a:ext>
            </a:extLst>
          </p:cNvPr>
          <p:cNvSpPr/>
          <p:nvPr/>
        </p:nvSpPr>
        <p:spPr>
          <a:xfrm>
            <a:off x="11845843" y="441829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1" name="楕円 860">
            <a:extLst>
              <a:ext uri="{FF2B5EF4-FFF2-40B4-BE49-F238E27FC236}">
                <a16:creationId xmlns:a16="http://schemas.microsoft.com/office/drawing/2014/main" id="{EE97DB6C-8612-415B-8413-A47D67306BFA}"/>
              </a:ext>
            </a:extLst>
          </p:cNvPr>
          <p:cNvSpPr/>
          <p:nvPr/>
        </p:nvSpPr>
        <p:spPr>
          <a:xfrm>
            <a:off x="11125843" y="441829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2" name="楕円 861">
            <a:extLst>
              <a:ext uri="{FF2B5EF4-FFF2-40B4-BE49-F238E27FC236}">
                <a16:creationId xmlns:a16="http://schemas.microsoft.com/office/drawing/2014/main" id="{19B7CA2F-4EB3-4E58-865A-035EF4B7378C}"/>
              </a:ext>
            </a:extLst>
          </p:cNvPr>
          <p:cNvSpPr/>
          <p:nvPr/>
        </p:nvSpPr>
        <p:spPr>
          <a:xfrm>
            <a:off x="11305843" y="441829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3" name="楕円 862">
            <a:extLst>
              <a:ext uri="{FF2B5EF4-FFF2-40B4-BE49-F238E27FC236}">
                <a16:creationId xmlns:a16="http://schemas.microsoft.com/office/drawing/2014/main" id="{E2E9A426-F16F-4A2B-A8CC-DBA3BAAD3E4E}"/>
              </a:ext>
            </a:extLst>
          </p:cNvPr>
          <p:cNvSpPr/>
          <p:nvPr/>
        </p:nvSpPr>
        <p:spPr>
          <a:xfrm>
            <a:off x="11485843" y="441829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4" name="楕円 863">
            <a:extLst>
              <a:ext uri="{FF2B5EF4-FFF2-40B4-BE49-F238E27FC236}">
                <a16:creationId xmlns:a16="http://schemas.microsoft.com/office/drawing/2014/main" id="{2B23D550-EE07-42F5-A102-92B73BC68524}"/>
              </a:ext>
            </a:extLst>
          </p:cNvPr>
          <p:cNvSpPr/>
          <p:nvPr/>
        </p:nvSpPr>
        <p:spPr>
          <a:xfrm>
            <a:off x="11485843" y="4815912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5" name="楕円 864">
            <a:extLst>
              <a:ext uri="{FF2B5EF4-FFF2-40B4-BE49-F238E27FC236}">
                <a16:creationId xmlns:a16="http://schemas.microsoft.com/office/drawing/2014/main" id="{69E70938-F07D-49FA-B6D7-A4782A167AD4}"/>
              </a:ext>
            </a:extLst>
          </p:cNvPr>
          <p:cNvSpPr/>
          <p:nvPr/>
        </p:nvSpPr>
        <p:spPr>
          <a:xfrm>
            <a:off x="12025843" y="468337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6" name="楕円 865">
            <a:extLst>
              <a:ext uri="{FF2B5EF4-FFF2-40B4-BE49-F238E27FC236}">
                <a16:creationId xmlns:a16="http://schemas.microsoft.com/office/drawing/2014/main" id="{08709503-81E7-4CD4-9B71-B957A27EBFF7}"/>
              </a:ext>
            </a:extLst>
          </p:cNvPr>
          <p:cNvSpPr/>
          <p:nvPr/>
        </p:nvSpPr>
        <p:spPr>
          <a:xfrm>
            <a:off x="12025843" y="441829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7" name="楕円 866">
            <a:extLst>
              <a:ext uri="{FF2B5EF4-FFF2-40B4-BE49-F238E27FC236}">
                <a16:creationId xmlns:a16="http://schemas.microsoft.com/office/drawing/2014/main" id="{2B2B2B66-8FE6-4736-945B-698A38661BAC}"/>
              </a:ext>
            </a:extLst>
          </p:cNvPr>
          <p:cNvSpPr/>
          <p:nvPr/>
        </p:nvSpPr>
        <p:spPr>
          <a:xfrm>
            <a:off x="11665843" y="4815912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8" name="楕円 867">
            <a:extLst>
              <a:ext uri="{FF2B5EF4-FFF2-40B4-BE49-F238E27FC236}">
                <a16:creationId xmlns:a16="http://schemas.microsoft.com/office/drawing/2014/main" id="{47BC2A5F-34D2-4A85-9A30-06F109B8C80B}"/>
              </a:ext>
            </a:extLst>
          </p:cNvPr>
          <p:cNvSpPr/>
          <p:nvPr/>
        </p:nvSpPr>
        <p:spPr>
          <a:xfrm>
            <a:off x="12205843" y="468337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69" name="楕円 868">
            <a:extLst>
              <a:ext uri="{FF2B5EF4-FFF2-40B4-BE49-F238E27FC236}">
                <a16:creationId xmlns:a16="http://schemas.microsoft.com/office/drawing/2014/main" id="{DEE57B9D-D7CC-4B32-93CC-DE4EAE505C7A}"/>
              </a:ext>
            </a:extLst>
          </p:cNvPr>
          <p:cNvSpPr/>
          <p:nvPr/>
        </p:nvSpPr>
        <p:spPr>
          <a:xfrm>
            <a:off x="11305843" y="455083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0" name="楕円 869">
            <a:extLst>
              <a:ext uri="{FF2B5EF4-FFF2-40B4-BE49-F238E27FC236}">
                <a16:creationId xmlns:a16="http://schemas.microsoft.com/office/drawing/2014/main" id="{74A1FA6E-A2D0-4B7D-A764-F4222A160FA6}"/>
              </a:ext>
            </a:extLst>
          </p:cNvPr>
          <p:cNvSpPr/>
          <p:nvPr/>
        </p:nvSpPr>
        <p:spPr>
          <a:xfrm>
            <a:off x="11485843" y="468337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1" name="楕円 870">
            <a:extLst>
              <a:ext uri="{FF2B5EF4-FFF2-40B4-BE49-F238E27FC236}">
                <a16:creationId xmlns:a16="http://schemas.microsoft.com/office/drawing/2014/main" id="{9B704C48-0735-4FE1-A9E2-A294F99CF353}"/>
              </a:ext>
            </a:extLst>
          </p:cNvPr>
          <p:cNvSpPr/>
          <p:nvPr/>
        </p:nvSpPr>
        <p:spPr>
          <a:xfrm>
            <a:off x="11665843" y="468337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2" name="楕円 871">
            <a:extLst>
              <a:ext uri="{FF2B5EF4-FFF2-40B4-BE49-F238E27FC236}">
                <a16:creationId xmlns:a16="http://schemas.microsoft.com/office/drawing/2014/main" id="{D691BA5F-B103-43AC-8716-93448EAEFB33}"/>
              </a:ext>
            </a:extLst>
          </p:cNvPr>
          <p:cNvSpPr/>
          <p:nvPr/>
        </p:nvSpPr>
        <p:spPr>
          <a:xfrm>
            <a:off x="11485843" y="455083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3" name="楕円 872">
            <a:extLst>
              <a:ext uri="{FF2B5EF4-FFF2-40B4-BE49-F238E27FC236}">
                <a16:creationId xmlns:a16="http://schemas.microsoft.com/office/drawing/2014/main" id="{DFD7F5EA-FE17-4684-A974-842195F6FE2F}"/>
              </a:ext>
            </a:extLst>
          </p:cNvPr>
          <p:cNvSpPr/>
          <p:nvPr/>
        </p:nvSpPr>
        <p:spPr>
          <a:xfrm>
            <a:off x="11305843" y="4815912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4" name="楕円 873">
            <a:extLst>
              <a:ext uri="{FF2B5EF4-FFF2-40B4-BE49-F238E27FC236}">
                <a16:creationId xmlns:a16="http://schemas.microsoft.com/office/drawing/2014/main" id="{50F90BA3-639C-4B6F-B35A-C0D285490498}"/>
              </a:ext>
            </a:extLst>
          </p:cNvPr>
          <p:cNvSpPr/>
          <p:nvPr/>
        </p:nvSpPr>
        <p:spPr>
          <a:xfrm>
            <a:off x="11845843" y="4815912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5" name="楕円 874">
            <a:extLst>
              <a:ext uri="{FF2B5EF4-FFF2-40B4-BE49-F238E27FC236}">
                <a16:creationId xmlns:a16="http://schemas.microsoft.com/office/drawing/2014/main" id="{C53D73D4-4B0B-4FBB-BEB4-7904E9C66379}"/>
              </a:ext>
            </a:extLst>
          </p:cNvPr>
          <p:cNvSpPr/>
          <p:nvPr/>
        </p:nvSpPr>
        <p:spPr>
          <a:xfrm>
            <a:off x="11125843" y="455083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6" name="楕円 875">
            <a:extLst>
              <a:ext uri="{FF2B5EF4-FFF2-40B4-BE49-F238E27FC236}">
                <a16:creationId xmlns:a16="http://schemas.microsoft.com/office/drawing/2014/main" id="{761EC76D-D546-4EAD-A3A7-46CD51C71F46}"/>
              </a:ext>
            </a:extLst>
          </p:cNvPr>
          <p:cNvSpPr/>
          <p:nvPr/>
        </p:nvSpPr>
        <p:spPr>
          <a:xfrm>
            <a:off x="12025843" y="455083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7" name="楕円 876">
            <a:extLst>
              <a:ext uri="{FF2B5EF4-FFF2-40B4-BE49-F238E27FC236}">
                <a16:creationId xmlns:a16="http://schemas.microsoft.com/office/drawing/2014/main" id="{6AD0C5AB-2593-4882-9611-F607D160307E}"/>
              </a:ext>
            </a:extLst>
          </p:cNvPr>
          <p:cNvSpPr/>
          <p:nvPr/>
        </p:nvSpPr>
        <p:spPr>
          <a:xfrm>
            <a:off x="11845843" y="468337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8" name="楕円 877">
            <a:extLst>
              <a:ext uri="{FF2B5EF4-FFF2-40B4-BE49-F238E27FC236}">
                <a16:creationId xmlns:a16="http://schemas.microsoft.com/office/drawing/2014/main" id="{196B8282-5F4F-4398-9307-060D4D87D54F}"/>
              </a:ext>
            </a:extLst>
          </p:cNvPr>
          <p:cNvSpPr/>
          <p:nvPr/>
        </p:nvSpPr>
        <p:spPr>
          <a:xfrm>
            <a:off x="11125843" y="468337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79" name="楕円 878">
            <a:extLst>
              <a:ext uri="{FF2B5EF4-FFF2-40B4-BE49-F238E27FC236}">
                <a16:creationId xmlns:a16="http://schemas.microsoft.com/office/drawing/2014/main" id="{F9C7A7D3-D100-4EA7-9A87-3DB6A9997D5C}"/>
              </a:ext>
            </a:extLst>
          </p:cNvPr>
          <p:cNvSpPr/>
          <p:nvPr/>
        </p:nvSpPr>
        <p:spPr>
          <a:xfrm>
            <a:off x="11665843" y="455083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0" name="楕円 879">
            <a:extLst>
              <a:ext uri="{FF2B5EF4-FFF2-40B4-BE49-F238E27FC236}">
                <a16:creationId xmlns:a16="http://schemas.microsoft.com/office/drawing/2014/main" id="{F464DF92-91EF-4D11-9303-4937F1F09B83}"/>
              </a:ext>
            </a:extLst>
          </p:cNvPr>
          <p:cNvSpPr/>
          <p:nvPr/>
        </p:nvSpPr>
        <p:spPr>
          <a:xfrm>
            <a:off x="12205843" y="441829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1" name="楕円 880">
            <a:extLst>
              <a:ext uri="{FF2B5EF4-FFF2-40B4-BE49-F238E27FC236}">
                <a16:creationId xmlns:a16="http://schemas.microsoft.com/office/drawing/2014/main" id="{10198069-E497-4F00-AFD2-C32E8E907A0C}"/>
              </a:ext>
            </a:extLst>
          </p:cNvPr>
          <p:cNvSpPr/>
          <p:nvPr/>
        </p:nvSpPr>
        <p:spPr>
          <a:xfrm>
            <a:off x="11845843" y="455083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2" name="楕円 881">
            <a:extLst>
              <a:ext uri="{FF2B5EF4-FFF2-40B4-BE49-F238E27FC236}">
                <a16:creationId xmlns:a16="http://schemas.microsoft.com/office/drawing/2014/main" id="{6013D69D-459B-4F5E-837C-5A51CCE319A6}"/>
              </a:ext>
            </a:extLst>
          </p:cNvPr>
          <p:cNvSpPr/>
          <p:nvPr/>
        </p:nvSpPr>
        <p:spPr>
          <a:xfrm>
            <a:off x="12025843" y="4815912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3" name="楕円 882">
            <a:extLst>
              <a:ext uri="{FF2B5EF4-FFF2-40B4-BE49-F238E27FC236}">
                <a16:creationId xmlns:a16="http://schemas.microsoft.com/office/drawing/2014/main" id="{AE318B80-732A-4C8E-8A1E-A2183C509E30}"/>
              </a:ext>
            </a:extLst>
          </p:cNvPr>
          <p:cNvSpPr/>
          <p:nvPr/>
        </p:nvSpPr>
        <p:spPr>
          <a:xfrm>
            <a:off x="11305843" y="4683371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4" name="四角形: 角を丸くする 883">
            <a:extLst>
              <a:ext uri="{FF2B5EF4-FFF2-40B4-BE49-F238E27FC236}">
                <a16:creationId xmlns:a16="http://schemas.microsoft.com/office/drawing/2014/main" id="{7752EDDF-2650-4F03-9C5B-FE5E833A205E}"/>
              </a:ext>
            </a:extLst>
          </p:cNvPr>
          <p:cNvSpPr/>
          <p:nvPr/>
        </p:nvSpPr>
        <p:spPr>
          <a:xfrm>
            <a:off x="9908642" y="515313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5" name="四角形: 角を丸くする 884">
            <a:extLst>
              <a:ext uri="{FF2B5EF4-FFF2-40B4-BE49-F238E27FC236}">
                <a16:creationId xmlns:a16="http://schemas.microsoft.com/office/drawing/2014/main" id="{8917B0C5-ABB0-4B75-8EFF-891E64C4E78E}"/>
              </a:ext>
            </a:extLst>
          </p:cNvPr>
          <p:cNvSpPr/>
          <p:nvPr/>
        </p:nvSpPr>
        <p:spPr>
          <a:xfrm>
            <a:off x="10088642" y="515313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6" name="四角形: 角を丸くする 885">
            <a:extLst>
              <a:ext uri="{FF2B5EF4-FFF2-40B4-BE49-F238E27FC236}">
                <a16:creationId xmlns:a16="http://schemas.microsoft.com/office/drawing/2014/main" id="{C8595B02-4FAA-4D78-8ACB-7D98775E6286}"/>
              </a:ext>
            </a:extLst>
          </p:cNvPr>
          <p:cNvSpPr/>
          <p:nvPr/>
        </p:nvSpPr>
        <p:spPr>
          <a:xfrm>
            <a:off x="10268642" y="515313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7" name="四角形: 角を丸くする 886">
            <a:extLst>
              <a:ext uri="{FF2B5EF4-FFF2-40B4-BE49-F238E27FC236}">
                <a16:creationId xmlns:a16="http://schemas.microsoft.com/office/drawing/2014/main" id="{1C02136D-FF72-4CD4-A966-ED723791C5D7}"/>
              </a:ext>
            </a:extLst>
          </p:cNvPr>
          <p:cNvSpPr/>
          <p:nvPr/>
        </p:nvSpPr>
        <p:spPr>
          <a:xfrm>
            <a:off x="11201578" y="515313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8" name="四角形: 角を丸くする 887">
            <a:extLst>
              <a:ext uri="{FF2B5EF4-FFF2-40B4-BE49-F238E27FC236}">
                <a16:creationId xmlns:a16="http://schemas.microsoft.com/office/drawing/2014/main" id="{1B04956D-95D4-40F0-B66C-B79670AE0652}"/>
              </a:ext>
            </a:extLst>
          </p:cNvPr>
          <p:cNvSpPr/>
          <p:nvPr/>
        </p:nvSpPr>
        <p:spPr>
          <a:xfrm>
            <a:off x="11381578" y="515313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89" name="四角形: 角を丸くする 888">
            <a:extLst>
              <a:ext uri="{FF2B5EF4-FFF2-40B4-BE49-F238E27FC236}">
                <a16:creationId xmlns:a16="http://schemas.microsoft.com/office/drawing/2014/main" id="{1F8B7D7A-5407-4ED5-81DE-B4D0DA34D0FD}"/>
              </a:ext>
            </a:extLst>
          </p:cNvPr>
          <p:cNvSpPr/>
          <p:nvPr/>
        </p:nvSpPr>
        <p:spPr>
          <a:xfrm>
            <a:off x="11561578" y="515313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0" name="四角形: 角を丸くする 889">
            <a:extLst>
              <a:ext uri="{FF2B5EF4-FFF2-40B4-BE49-F238E27FC236}">
                <a16:creationId xmlns:a16="http://schemas.microsoft.com/office/drawing/2014/main" id="{A9AA783E-DF52-44AC-BAA6-B904E9671777}"/>
              </a:ext>
            </a:extLst>
          </p:cNvPr>
          <p:cNvSpPr/>
          <p:nvPr/>
        </p:nvSpPr>
        <p:spPr>
          <a:xfrm>
            <a:off x="9908642" y="580139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1" name="四角形: 角を丸くする 890">
            <a:extLst>
              <a:ext uri="{FF2B5EF4-FFF2-40B4-BE49-F238E27FC236}">
                <a16:creationId xmlns:a16="http://schemas.microsoft.com/office/drawing/2014/main" id="{EE0E2555-2991-44BA-AE2B-4000808632A9}"/>
              </a:ext>
            </a:extLst>
          </p:cNvPr>
          <p:cNvSpPr/>
          <p:nvPr/>
        </p:nvSpPr>
        <p:spPr>
          <a:xfrm>
            <a:off x="10088642" y="580139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2" name="四角形: 角を丸くする 891">
            <a:extLst>
              <a:ext uri="{FF2B5EF4-FFF2-40B4-BE49-F238E27FC236}">
                <a16:creationId xmlns:a16="http://schemas.microsoft.com/office/drawing/2014/main" id="{876FB796-53DA-4B2C-833C-16C7A0153EFF}"/>
              </a:ext>
            </a:extLst>
          </p:cNvPr>
          <p:cNvSpPr/>
          <p:nvPr/>
        </p:nvSpPr>
        <p:spPr>
          <a:xfrm>
            <a:off x="10268642" y="580139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3" name="四角形: 角を丸くする 892">
            <a:extLst>
              <a:ext uri="{FF2B5EF4-FFF2-40B4-BE49-F238E27FC236}">
                <a16:creationId xmlns:a16="http://schemas.microsoft.com/office/drawing/2014/main" id="{2C03E420-3077-4B4D-8E4F-65BF414FD464}"/>
              </a:ext>
            </a:extLst>
          </p:cNvPr>
          <p:cNvSpPr/>
          <p:nvPr/>
        </p:nvSpPr>
        <p:spPr>
          <a:xfrm>
            <a:off x="10448642" y="580139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5" name="四角形: 角を丸くする 894">
            <a:extLst>
              <a:ext uri="{FF2B5EF4-FFF2-40B4-BE49-F238E27FC236}">
                <a16:creationId xmlns:a16="http://schemas.microsoft.com/office/drawing/2014/main" id="{A27CB79E-DF6A-4171-ADE3-EA036BD1175D}"/>
              </a:ext>
            </a:extLst>
          </p:cNvPr>
          <p:cNvSpPr/>
          <p:nvPr/>
        </p:nvSpPr>
        <p:spPr>
          <a:xfrm>
            <a:off x="10903670" y="5963404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6" name="四角形: 角を丸くする 895">
            <a:extLst>
              <a:ext uri="{FF2B5EF4-FFF2-40B4-BE49-F238E27FC236}">
                <a16:creationId xmlns:a16="http://schemas.microsoft.com/office/drawing/2014/main" id="{A68D7ADF-DE44-46E0-AFD7-AC3E0098D95E}"/>
              </a:ext>
            </a:extLst>
          </p:cNvPr>
          <p:cNvSpPr/>
          <p:nvPr/>
        </p:nvSpPr>
        <p:spPr>
          <a:xfrm>
            <a:off x="10628642" y="580139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7" name="四角形: 角を丸くする 896">
            <a:extLst>
              <a:ext uri="{FF2B5EF4-FFF2-40B4-BE49-F238E27FC236}">
                <a16:creationId xmlns:a16="http://schemas.microsoft.com/office/drawing/2014/main" id="{F0CA07B1-B1E1-44E6-B3D2-61470040FCEB}"/>
              </a:ext>
            </a:extLst>
          </p:cNvPr>
          <p:cNvSpPr/>
          <p:nvPr/>
        </p:nvSpPr>
        <p:spPr>
          <a:xfrm>
            <a:off x="10808642" y="580139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8" name="四角形: 角を丸くする 897">
            <a:extLst>
              <a:ext uri="{FF2B5EF4-FFF2-40B4-BE49-F238E27FC236}">
                <a16:creationId xmlns:a16="http://schemas.microsoft.com/office/drawing/2014/main" id="{B961F1CA-7A6F-4BF2-9B44-C223BB507CDF}"/>
              </a:ext>
            </a:extLst>
          </p:cNvPr>
          <p:cNvSpPr/>
          <p:nvPr/>
        </p:nvSpPr>
        <p:spPr>
          <a:xfrm>
            <a:off x="9944642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899" name="四角形: 角を丸くする 898">
            <a:extLst>
              <a:ext uri="{FF2B5EF4-FFF2-40B4-BE49-F238E27FC236}">
                <a16:creationId xmlns:a16="http://schemas.microsoft.com/office/drawing/2014/main" id="{560BAE49-2A92-4930-BA9B-6BEAFAA82EAD}"/>
              </a:ext>
            </a:extLst>
          </p:cNvPr>
          <p:cNvSpPr/>
          <p:nvPr/>
        </p:nvSpPr>
        <p:spPr>
          <a:xfrm>
            <a:off x="10124642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0" name="四角形: 角を丸くする 899">
            <a:extLst>
              <a:ext uri="{FF2B5EF4-FFF2-40B4-BE49-F238E27FC236}">
                <a16:creationId xmlns:a16="http://schemas.microsoft.com/office/drawing/2014/main" id="{63D056EB-1D96-43BC-96EF-C6424B96BE17}"/>
              </a:ext>
            </a:extLst>
          </p:cNvPr>
          <p:cNvSpPr/>
          <p:nvPr/>
        </p:nvSpPr>
        <p:spPr>
          <a:xfrm>
            <a:off x="9944642" y="821271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1" name="四角形: 角を丸くする 900">
            <a:extLst>
              <a:ext uri="{FF2B5EF4-FFF2-40B4-BE49-F238E27FC236}">
                <a16:creationId xmlns:a16="http://schemas.microsoft.com/office/drawing/2014/main" id="{448BE8F1-004F-4D89-AFAF-250F60AB0771}"/>
              </a:ext>
            </a:extLst>
          </p:cNvPr>
          <p:cNvSpPr/>
          <p:nvPr/>
        </p:nvSpPr>
        <p:spPr>
          <a:xfrm>
            <a:off x="10124642" y="821271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2" name="四角形: 角を丸くする 901">
            <a:extLst>
              <a:ext uri="{FF2B5EF4-FFF2-40B4-BE49-F238E27FC236}">
                <a16:creationId xmlns:a16="http://schemas.microsoft.com/office/drawing/2014/main" id="{4275BDB9-FC5A-42A8-BE76-063D5D45C6DA}"/>
              </a:ext>
            </a:extLst>
          </p:cNvPr>
          <p:cNvSpPr/>
          <p:nvPr/>
        </p:nvSpPr>
        <p:spPr>
          <a:xfrm>
            <a:off x="1172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3" name="四角形: 角を丸くする 902">
            <a:extLst>
              <a:ext uri="{FF2B5EF4-FFF2-40B4-BE49-F238E27FC236}">
                <a16:creationId xmlns:a16="http://schemas.microsoft.com/office/drawing/2014/main" id="{750831CF-7632-44B8-8ADF-51BC1065D645}"/>
              </a:ext>
            </a:extLst>
          </p:cNvPr>
          <p:cNvSpPr/>
          <p:nvPr/>
        </p:nvSpPr>
        <p:spPr>
          <a:xfrm>
            <a:off x="12213417" y="771584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4" name="四角形: 角を丸くする 903">
            <a:extLst>
              <a:ext uri="{FF2B5EF4-FFF2-40B4-BE49-F238E27FC236}">
                <a16:creationId xmlns:a16="http://schemas.microsoft.com/office/drawing/2014/main" id="{83A2D702-BCA0-4265-8E4B-B270383622D8}"/>
              </a:ext>
            </a:extLst>
          </p:cNvPr>
          <p:cNvSpPr/>
          <p:nvPr/>
        </p:nvSpPr>
        <p:spPr>
          <a:xfrm>
            <a:off x="1118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5" name="四角形: 角を丸くする 904">
            <a:extLst>
              <a:ext uri="{FF2B5EF4-FFF2-40B4-BE49-F238E27FC236}">
                <a16:creationId xmlns:a16="http://schemas.microsoft.com/office/drawing/2014/main" id="{DE78C2CD-74CD-418A-B638-679C50E05D9E}"/>
              </a:ext>
            </a:extLst>
          </p:cNvPr>
          <p:cNvSpPr/>
          <p:nvPr/>
        </p:nvSpPr>
        <p:spPr>
          <a:xfrm>
            <a:off x="1136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6" name="四角形: 角を丸くする 905">
            <a:extLst>
              <a:ext uri="{FF2B5EF4-FFF2-40B4-BE49-F238E27FC236}">
                <a16:creationId xmlns:a16="http://schemas.microsoft.com/office/drawing/2014/main" id="{C5F77A24-DFBC-43B5-9B18-A9B38C3B9B14}"/>
              </a:ext>
            </a:extLst>
          </p:cNvPr>
          <p:cNvSpPr/>
          <p:nvPr/>
        </p:nvSpPr>
        <p:spPr>
          <a:xfrm>
            <a:off x="11548924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7" name="四角形: 角を丸くする 906">
            <a:extLst>
              <a:ext uri="{FF2B5EF4-FFF2-40B4-BE49-F238E27FC236}">
                <a16:creationId xmlns:a16="http://schemas.microsoft.com/office/drawing/2014/main" id="{4730BAE6-F0D9-478D-ACC8-FAD84D122C15}"/>
              </a:ext>
            </a:extLst>
          </p:cNvPr>
          <p:cNvSpPr/>
          <p:nvPr/>
        </p:nvSpPr>
        <p:spPr>
          <a:xfrm>
            <a:off x="12088923" y="784654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8" name="四角形: 角を丸くする 907">
            <a:extLst>
              <a:ext uri="{FF2B5EF4-FFF2-40B4-BE49-F238E27FC236}">
                <a16:creationId xmlns:a16="http://schemas.microsoft.com/office/drawing/2014/main" id="{B2E39898-C658-47BF-BF15-68594FBB2AD0}"/>
              </a:ext>
            </a:extLst>
          </p:cNvPr>
          <p:cNvSpPr/>
          <p:nvPr/>
        </p:nvSpPr>
        <p:spPr>
          <a:xfrm>
            <a:off x="11908923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09" name="四角形: 角を丸くする 908">
            <a:extLst>
              <a:ext uri="{FF2B5EF4-FFF2-40B4-BE49-F238E27FC236}">
                <a16:creationId xmlns:a16="http://schemas.microsoft.com/office/drawing/2014/main" id="{50C4CBB0-84B0-4A42-B954-73A2FF3C493A}"/>
              </a:ext>
            </a:extLst>
          </p:cNvPr>
          <p:cNvSpPr/>
          <p:nvPr/>
        </p:nvSpPr>
        <p:spPr>
          <a:xfrm>
            <a:off x="12088923" y="757788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10" name="四角形: 角を丸くする 909">
            <a:extLst>
              <a:ext uri="{FF2B5EF4-FFF2-40B4-BE49-F238E27FC236}">
                <a16:creationId xmlns:a16="http://schemas.microsoft.com/office/drawing/2014/main" id="{5926E457-F677-4264-9B03-0F790EFA644F}"/>
              </a:ext>
            </a:extLst>
          </p:cNvPr>
          <p:cNvSpPr/>
          <p:nvPr/>
        </p:nvSpPr>
        <p:spPr>
          <a:xfrm>
            <a:off x="9944642" y="8829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11" name="四角形: 角を丸くする 910">
            <a:extLst>
              <a:ext uri="{FF2B5EF4-FFF2-40B4-BE49-F238E27FC236}">
                <a16:creationId xmlns:a16="http://schemas.microsoft.com/office/drawing/2014/main" id="{B182367A-D74D-45BB-895F-B7FE544D82C6}"/>
              </a:ext>
            </a:extLst>
          </p:cNvPr>
          <p:cNvSpPr/>
          <p:nvPr/>
        </p:nvSpPr>
        <p:spPr>
          <a:xfrm>
            <a:off x="10124642" y="8829413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8" name="正方形/長方形 457">
            <a:extLst>
              <a:ext uri="{FF2B5EF4-FFF2-40B4-BE49-F238E27FC236}">
                <a16:creationId xmlns:a16="http://schemas.microsoft.com/office/drawing/2014/main" id="{FA9A455A-086B-483D-A609-1D88DC0549AA}"/>
              </a:ext>
            </a:extLst>
          </p:cNvPr>
          <p:cNvSpPr/>
          <p:nvPr/>
        </p:nvSpPr>
        <p:spPr>
          <a:xfrm>
            <a:off x="929982" y="3224877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zh-TW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営業戦略策定</a:t>
            </a:r>
            <a:endParaRPr kumimoji="1" lang="ja-JP" altLang="en-US" sz="1000" dirty="0">
              <a:solidFill>
                <a:schemeClr val="accent3">
                  <a:lumMod val="10000"/>
                </a:scheme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9" name="正方形/長方形 458">
            <a:extLst>
              <a:ext uri="{FF2B5EF4-FFF2-40B4-BE49-F238E27FC236}">
                <a16:creationId xmlns:a16="http://schemas.microsoft.com/office/drawing/2014/main" id="{221D3180-7C9D-4A9A-9910-F0C80A605E8E}"/>
              </a:ext>
            </a:extLst>
          </p:cNvPr>
          <p:cNvSpPr/>
          <p:nvPr/>
        </p:nvSpPr>
        <p:spPr>
          <a:xfrm>
            <a:off x="929982" y="3702479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アプローチ</a:t>
            </a:r>
          </a:p>
        </p:txBody>
      </p:sp>
      <p:sp>
        <p:nvSpPr>
          <p:cNvPr id="460" name="正方形/長方形 459">
            <a:extLst>
              <a:ext uri="{FF2B5EF4-FFF2-40B4-BE49-F238E27FC236}">
                <a16:creationId xmlns:a16="http://schemas.microsoft.com/office/drawing/2014/main" id="{46559FF7-13AE-4A01-988C-65327440AABD}"/>
              </a:ext>
            </a:extLst>
          </p:cNvPr>
          <p:cNvSpPr/>
          <p:nvPr/>
        </p:nvSpPr>
        <p:spPr>
          <a:xfrm>
            <a:off x="929982" y="4180081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セリング</a:t>
            </a:r>
          </a:p>
        </p:txBody>
      </p:sp>
      <p:sp>
        <p:nvSpPr>
          <p:cNvPr id="461" name="正方形/長方形 460">
            <a:extLst>
              <a:ext uri="{FF2B5EF4-FFF2-40B4-BE49-F238E27FC236}">
                <a16:creationId xmlns:a16="http://schemas.microsoft.com/office/drawing/2014/main" id="{03493F5B-A59C-48DA-ABFA-6BD9D7207D9F}"/>
              </a:ext>
            </a:extLst>
          </p:cNvPr>
          <p:cNvSpPr/>
          <p:nvPr/>
        </p:nvSpPr>
        <p:spPr>
          <a:xfrm>
            <a:off x="929982" y="5127179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契約書作成</a:t>
            </a:r>
          </a:p>
        </p:txBody>
      </p:sp>
      <p:sp>
        <p:nvSpPr>
          <p:cNvPr id="462" name="正方形/長方形 461">
            <a:extLst>
              <a:ext uri="{FF2B5EF4-FFF2-40B4-BE49-F238E27FC236}">
                <a16:creationId xmlns:a16="http://schemas.microsoft.com/office/drawing/2014/main" id="{CB6B8FF2-6BAA-45B1-9804-0E1527D510EC}"/>
              </a:ext>
            </a:extLst>
          </p:cNvPr>
          <p:cNvSpPr/>
          <p:nvPr/>
        </p:nvSpPr>
        <p:spPr>
          <a:xfrm>
            <a:off x="929982" y="6090489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計上判定</a:t>
            </a:r>
          </a:p>
        </p:txBody>
      </p:sp>
      <p:sp>
        <p:nvSpPr>
          <p:cNvPr id="464" name="正方形/長方形 463">
            <a:extLst>
              <a:ext uri="{FF2B5EF4-FFF2-40B4-BE49-F238E27FC236}">
                <a16:creationId xmlns:a16="http://schemas.microsoft.com/office/drawing/2014/main" id="{498D66F0-F7B8-4256-AA95-9D5D4014E394}"/>
              </a:ext>
            </a:extLst>
          </p:cNvPr>
          <p:cNvSpPr/>
          <p:nvPr/>
        </p:nvSpPr>
        <p:spPr>
          <a:xfrm>
            <a:off x="929982" y="6568091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売上計上</a:t>
            </a:r>
          </a:p>
        </p:txBody>
      </p:sp>
      <p:sp>
        <p:nvSpPr>
          <p:cNvPr id="468" name="正方形/長方形 467">
            <a:extLst>
              <a:ext uri="{FF2B5EF4-FFF2-40B4-BE49-F238E27FC236}">
                <a16:creationId xmlns:a16="http://schemas.microsoft.com/office/drawing/2014/main" id="{8DA8D733-5A7E-469A-815E-3077AA541219}"/>
              </a:ext>
            </a:extLst>
          </p:cNvPr>
          <p:cNvSpPr/>
          <p:nvPr/>
        </p:nvSpPr>
        <p:spPr>
          <a:xfrm>
            <a:off x="929982" y="7045693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請求</a:t>
            </a:r>
          </a:p>
        </p:txBody>
      </p:sp>
      <p:sp>
        <p:nvSpPr>
          <p:cNvPr id="471" name="正方形/長方形 470">
            <a:extLst>
              <a:ext uri="{FF2B5EF4-FFF2-40B4-BE49-F238E27FC236}">
                <a16:creationId xmlns:a16="http://schemas.microsoft.com/office/drawing/2014/main" id="{0959BEC5-99F7-46C6-AC66-B89849E090DB}"/>
              </a:ext>
            </a:extLst>
          </p:cNvPr>
          <p:cNvSpPr/>
          <p:nvPr/>
        </p:nvSpPr>
        <p:spPr>
          <a:xfrm>
            <a:off x="929982" y="7523295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入金消込</a:t>
            </a:r>
          </a:p>
        </p:txBody>
      </p:sp>
      <p:sp>
        <p:nvSpPr>
          <p:cNvPr id="472" name="正方形/長方形 471">
            <a:extLst>
              <a:ext uri="{FF2B5EF4-FFF2-40B4-BE49-F238E27FC236}">
                <a16:creationId xmlns:a16="http://schemas.microsoft.com/office/drawing/2014/main" id="{D51F09AE-3B8B-4A4E-8086-6BD593D1D30D}"/>
              </a:ext>
            </a:extLst>
          </p:cNvPr>
          <p:cNvSpPr/>
          <p:nvPr/>
        </p:nvSpPr>
        <p:spPr>
          <a:xfrm>
            <a:off x="929339" y="8000897"/>
            <a:ext cx="1117175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販売パートナー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管理</a:t>
            </a:r>
          </a:p>
        </p:txBody>
      </p:sp>
      <p:sp>
        <p:nvSpPr>
          <p:cNvPr id="473" name="正方形/長方形 472">
            <a:extLst>
              <a:ext uri="{FF2B5EF4-FFF2-40B4-BE49-F238E27FC236}">
                <a16:creationId xmlns:a16="http://schemas.microsoft.com/office/drawing/2014/main" id="{62FC481A-F368-4B3E-8C9F-3FB4CEFB84BD}"/>
              </a:ext>
            </a:extLst>
          </p:cNvPr>
          <p:cNvSpPr/>
          <p:nvPr/>
        </p:nvSpPr>
        <p:spPr>
          <a:xfrm>
            <a:off x="929982" y="5604781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契約締結</a:t>
            </a:r>
          </a:p>
        </p:txBody>
      </p:sp>
      <p:sp>
        <p:nvSpPr>
          <p:cNvPr id="475" name="正方形/長方形 474">
            <a:extLst>
              <a:ext uri="{FF2B5EF4-FFF2-40B4-BE49-F238E27FC236}">
                <a16:creationId xmlns:a16="http://schemas.microsoft.com/office/drawing/2014/main" id="{18087B58-9ABA-4745-B5A1-1DF00FB29320}"/>
              </a:ext>
            </a:extLst>
          </p:cNvPr>
          <p:cNvSpPr/>
          <p:nvPr/>
        </p:nvSpPr>
        <p:spPr>
          <a:xfrm>
            <a:off x="929339" y="8956097"/>
            <a:ext cx="1117175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お客様契約管理</a:t>
            </a:r>
          </a:p>
        </p:txBody>
      </p:sp>
      <p:sp>
        <p:nvSpPr>
          <p:cNvPr id="478" name="正方形/長方形 477">
            <a:extLst>
              <a:ext uri="{FF2B5EF4-FFF2-40B4-BE49-F238E27FC236}">
                <a16:creationId xmlns:a16="http://schemas.microsoft.com/office/drawing/2014/main" id="{92130FA1-2185-405F-A200-8BE0A44DA549}"/>
              </a:ext>
            </a:extLst>
          </p:cNvPr>
          <p:cNvSpPr/>
          <p:nvPr/>
        </p:nvSpPr>
        <p:spPr>
          <a:xfrm>
            <a:off x="929339" y="8478499"/>
            <a:ext cx="1117175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業務委託料・</a:t>
            </a:r>
            <a:br>
              <a:rPr kumimoji="1" lang="en-US" altLang="ja-JP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</a:br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報奨金計算</a:t>
            </a:r>
          </a:p>
        </p:txBody>
      </p:sp>
      <p:cxnSp>
        <p:nvCxnSpPr>
          <p:cNvPr id="480" name="直線矢印コネクタ 479">
            <a:extLst>
              <a:ext uri="{FF2B5EF4-FFF2-40B4-BE49-F238E27FC236}">
                <a16:creationId xmlns:a16="http://schemas.microsoft.com/office/drawing/2014/main" id="{41A60498-2158-4F8B-B585-3E64A059B499}"/>
              </a:ext>
            </a:extLst>
          </p:cNvPr>
          <p:cNvCxnSpPr>
            <a:cxnSpLocks/>
            <a:stCxn id="458" idx="2"/>
            <a:endCxn id="459" idx="0"/>
          </p:cNvCxnSpPr>
          <p:nvPr/>
        </p:nvCxnSpPr>
        <p:spPr>
          <a:xfrm>
            <a:off x="1488248" y="3584877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直線矢印コネクタ 480">
            <a:extLst>
              <a:ext uri="{FF2B5EF4-FFF2-40B4-BE49-F238E27FC236}">
                <a16:creationId xmlns:a16="http://schemas.microsoft.com/office/drawing/2014/main" id="{FB3C6085-EBEE-42E6-A334-957D47F4E078}"/>
              </a:ext>
            </a:extLst>
          </p:cNvPr>
          <p:cNvCxnSpPr>
            <a:cxnSpLocks/>
            <a:stCxn id="460" idx="2"/>
            <a:endCxn id="627" idx="0"/>
          </p:cNvCxnSpPr>
          <p:nvPr/>
        </p:nvCxnSpPr>
        <p:spPr>
          <a:xfrm flipH="1">
            <a:off x="1473684" y="4540081"/>
            <a:ext cx="0" cy="13849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2" name="直線矢印コネクタ 481">
            <a:extLst>
              <a:ext uri="{FF2B5EF4-FFF2-40B4-BE49-F238E27FC236}">
                <a16:creationId xmlns:a16="http://schemas.microsoft.com/office/drawing/2014/main" id="{228BEF13-7BEA-49E9-A101-A903A359543C}"/>
              </a:ext>
            </a:extLst>
          </p:cNvPr>
          <p:cNvCxnSpPr>
            <a:cxnSpLocks/>
            <a:stCxn id="461" idx="2"/>
            <a:endCxn id="473" idx="0"/>
          </p:cNvCxnSpPr>
          <p:nvPr/>
        </p:nvCxnSpPr>
        <p:spPr>
          <a:xfrm>
            <a:off x="1488248" y="5487179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直線矢印コネクタ 483">
            <a:extLst>
              <a:ext uri="{FF2B5EF4-FFF2-40B4-BE49-F238E27FC236}">
                <a16:creationId xmlns:a16="http://schemas.microsoft.com/office/drawing/2014/main" id="{950353F6-02DF-473C-9375-3EDBBF82283E}"/>
              </a:ext>
            </a:extLst>
          </p:cNvPr>
          <p:cNvCxnSpPr>
            <a:cxnSpLocks/>
            <a:stCxn id="462" idx="2"/>
            <a:endCxn id="464" idx="0"/>
          </p:cNvCxnSpPr>
          <p:nvPr/>
        </p:nvCxnSpPr>
        <p:spPr>
          <a:xfrm>
            <a:off x="1488248" y="6450489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直線矢印コネクタ 485">
            <a:extLst>
              <a:ext uri="{FF2B5EF4-FFF2-40B4-BE49-F238E27FC236}">
                <a16:creationId xmlns:a16="http://schemas.microsoft.com/office/drawing/2014/main" id="{C3C31B54-F65C-4474-9DFC-EF7C00DA394A}"/>
              </a:ext>
            </a:extLst>
          </p:cNvPr>
          <p:cNvCxnSpPr>
            <a:cxnSpLocks/>
            <a:stCxn id="464" idx="2"/>
            <a:endCxn id="468" idx="0"/>
          </p:cNvCxnSpPr>
          <p:nvPr/>
        </p:nvCxnSpPr>
        <p:spPr>
          <a:xfrm>
            <a:off x="1488248" y="6928091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直線矢印コネクタ 486">
            <a:extLst>
              <a:ext uri="{FF2B5EF4-FFF2-40B4-BE49-F238E27FC236}">
                <a16:creationId xmlns:a16="http://schemas.microsoft.com/office/drawing/2014/main" id="{24EEF000-95EF-4E3E-A5C3-DE9F643893E9}"/>
              </a:ext>
            </a:extLst>
          </p:cNvPr>
          <p:cNvCxnSpPr>
            <a:cxnSpLocks/>
            <a:stCxn id="468" idx="2"/>
            <a:endCxn id="471" idx="0"/>
          </p:cNvCxnSpPr>
          <p:nvPr/>
        </p:nvCxnSpPr>
        <p:spPr>
          <a:xfrm>
            <a:off x="1488248" y="7405693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直線矢印コネクタ 496">
            <a:extLst>
              <a:ext uri="{FF2B5EF4-FFF2-40B4-BE49-F238E27FC236}">
                <a16:creationId xmlns:a16="http://schemas.microsoft.com/office/drawing/2014/main" id="{65DB973D-5181-42E4-9336-C252BBF49D30}"/>
              </a:ext>
            </a:extLst>
          </p:cNvPr>
          <p:cNvCxnSpPr>
            <a:cxnSpLocks/>
            <a:stCxn id="459" idx="2"/>
            <a:endCxn id="460" idx="0"/>
          </p:cNvCxnSpPr>
          <p:nvPr/>
        </p:nvCxnSpPr>
        <p:spPr>
          <a:xfrm>
            <a:off x="1488248" y="4062479"/>
            <a:ext cx="0" cy="1176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8" name="楕円 497">
            <a:extLst>
              <a:ext uri="{FF2B5EF4-FFF2-40B4-BE49-F238E27FC236}">
                <a16:creationId xmlns:a16="http://schemas.microsoft.com/office/drawing/2014/main" id="{3A361E11-7946-49CF-835F-D3E042346368}"/>
              </a:ext>
            </a:extLst>
          </p:cNvPr>
          <p:cNvSpPr/>
          <p:nvPr/>
        </p:nvSpPr>
        <p:spPr>
          <a:xfrm>
            <a:off x="109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0" name="楕円 499">
            <a:extLst>
              <a:ext uri="{FF2B5EF4-FFF2-40B4-BE49-F238E27FC236}">
                <a16:creationId xmlns:a16="http://schemas.microsoft.com/office/drawing/2014/main" id="{CC158428-29E0-41AF-8902-F85654FCFBBF}"/>
              </a:ext>
            </a:extLst>
          </p:cNvPr>
          <p:cNvSpPr/>
          <p:nvPr/>
        </p:nvSpPr>
        <p:spPr>
          <a:xfrm>
            <a:off x="109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1" name="楕円 500">
            <a:extLst>
              <a:ext uri="{FF2B5EF4-FFF2-40B4-BE49-F238E27FC236}">
                <a16:creationId xmlns:a16="http://schemas.microsoft.com/office/drawing/2014/main" id="{F2870955-D5E6-4C1A-A2E3-A7919067D158}"/>
              </a:ext>
            </a:extLst>
          </p:cNvPr>
          <p:cNvSpPr/>
          <p:nvPr/>
        </p:nvSpPr>
        <p:spPr>
          <a:xfrm>
            <a:off x="91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03" name="楕円 502">
            <a:extLst>
              <a:ext uri="{FF2B5EF4-FFF2-40B4-BE49-F238E27FC236}">
                <a16:creationId xmlns:a16="http://schemas.microsoft.com/office/drawing/2014/main" id="{091B45E7-AC6D-4F78-A36B-ADDE945A21F2}"/>
              </a:ext>
            </a:extLst>
          </p:cNvPr>
          <p:cNvSpPr/>
          <p:nvPr/>
        </p:nvSpPr>
        <p:spPr>
          <a:xfrm>
            <a:off x="181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16" name="楕円 515">
            <a:extLst>
              <a:ext uri="{FF2B5EF4-FFF2-40B4-BE49-F238E27FC236}">
                <a16:creationId xmlns:a16="http://schemas.microsoft.com/office/drawing/2014/main" id="{A5DD3302-BE45-4792-A109-B1732E862CBA}"/>
              </a:ext>
            </a:extLst>
          </p:cNvPr>
          <p:cNvSpPr/>
          <p:nvPr/>
        </p:nvSpPr>
        <p:spPr>
          <a:xfrm>
            <a:off x="1926926" y="378660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17" name="楕円 516">
            <a:extLst>
              <a:ext uri="{FF2B5EF4-FFF2-40B4-BE49-F238E27FC236}">
                <a16:creationId xmlns:a16="http://schemas.microsoft.com/office/drawing/2014/main" id="{46B5F1F9-5A4F-47A2-B42B-477F2B012A17}"/>
              </a:ext>
            </a:extLst>
          </p:cNvPr>
          <p:cNvSpPr/>
          <p:nvPr/>
        </p:nvSpPr>
        <p:spPr>
          <a:xfrm>
            <a:off x="127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18" name="楕円 517">
            <a:extLst>
              <a:ext uri="{FF2B5EF4-FFF2-40B4-BE49-F238E27FC236}">
                <a16:creationId xmlns:a16="http://schemas.microsoft.com/office/drawing/2014/main" id="{437CE49E-290F-4C01-B9BB-7C275AA561B9}"/>
              </a:ext>
            </a:extLst>
          </p:cNvPr>
          <p:cNvSpPr/>
          <p:nvPr/>
        </p:nvSpPr>
        <p:spPr>
          <a:xfrm>
            <a:off x="145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19" name="楕円 518">
            <a:extLst>
              <a:ext uri="{FF2B5EF4-FFF2-40B4-BE49-F238E27FC236}">
                <a16:creationId xmlns:a16="http://schemas.microsoft.com/office/drawing/2014/main" id="{9B9D51CB-3D2F-4209-A53F-D5D3821BEB6C}"/>
              </a:ext>
            </a:extLst>
          </p:cNvPr>
          <p:cNvSpPr/>
          <p:nvPr/>
        </p:nvSpPr>
        <p:spPr>
          <a:xfrm>
            <a:off x="181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20" name="四角形: 角を丸くする 519">
            <a:extLst>
              <a:ext uri="{FF2B5EF4-FFF2-40B4-BE49-F238E27FC236}">
                <a16:creationId xmlns:a16="http://schemas.microsoft.com/office/drawing/2014/main" id="{F0128280-A6E0-44BD-B9B7-1D7267BBA229}"/>
              </a:ext>
            </a:extLst>
          </p:cNvPr>
          <p:cNvSpPr/>
          <p:nvPr/>
        </p:nvSpPr>
        <p:spPr>
          <a:xfrm>
            <a:off x="109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21" name="四角形: 角を丸くする 520">
            <a:extLst>
              <a:ext uri="{FF2B5EF4-FFF2-40B4-BE49-F238E27FC236}">
                <a16:creationId xmlns:a16="http://schemas.microsoft.com/office/drawing/2014/main" id="{355E00DB-0D77-4D93-805E-222A1B00F4C0}"/>
              </a:ext>
            </a:extLst>
          </p:cNvPr>
          <p:cNvSpPr/>
          <p:nvPr/>
        </p:nvSpPr>
        <p:spPr>
          <a:xfrm>
            <a:off x="163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22" name="四角形: 角を丸くする 521">
            <a:extLst>
              <a:ext uri="{FF2B5EF4-FFF2-40B4-BE49-F238E27FC236}">
                <a16:creationId xmlns:a16="http://schemas.microsoft.com/office/drawing/2014/main" id="{EB6BA941-17A5-4CBF-9F20-51DF21224B41}"/>
              </a:ext>
            </a:extLst>
          </p:cNvPr>
          <p:cNvSpPr/>
          <p:nvPr/>
        </p:nvSpPr>
        <p:spPr>
          <a:xfrm>
            <a:off x="91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23" name="四角形: 角を丸くする 522">
            <a:extLst>
              <a:ext uri="{FF2B5EF4-FFF2-40B4-BE49-F238E27FC236}">
                <a16:creationId xmlns:a16="http://schemas.microsoft.com/office/drawing/2014/main" id="{480AC27A-8D97-4900-A95A-845EF360D88E}"/>
              </a:ext>
            </a:extLst>
          </p:cNvPr>
          <p:cNvSpPr/>
          <p:nvPr/>
        </p:nvSpPr>
        <p:spPr>
          <a:xfrm>
            <a:off x="181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24" name="四角形: 角を丸くする 523">
            <a:extLst>
              <a:ext uri="{FF2B5EF4-FFF2-40B4-BE49-F238E27FC236}">
                <a16:creationId xmlns:a16="http://schemas.microsoft.com/office/drawing/2014/main" id="{812E4790-DA53-4F3C-9E79-264D2F7DFB22}"/>
              </a:ext>
            </a:extLst>
          </p:cNvPr>
          <p:cNvSpPr/>
          <p:nvPr/>
        </p:nvSpPr>
        <p:spPr>
          <a:xfrm>
            <a:off x="127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25" name="四角形: 角を丸くする 524">
            <a:extLst>
              <a:ext uri="{FF2B5EF4-FFF2-40B4-BE49-F238E27FC236}">
                <a16:creationId xmlns:a16="http://schemas.microsoft.com/office/drawing/2014/main" id="{CB7B5C5D-7AEF-4B2E-A509-FF52B10D4864}"/>
              </a:ext>
            </a:extLst>
          </p:cNvPr>
          <p:cNvSpPr/>
          <p:nvPr/>
        </p:nvSpPr>
        <p:spPr>
          <a:xfrm>
            <a:off x="91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26" name="四角形: 角を丸くする 525">
            <a:extLst>
              <a:ext uri="{FF2B5EF4-FFF2-40B4-BE49-F238E27FC236}">
                <a16:creationId xmlns:a16="http://schemas.microsoft.com/office/drawing/2014/main" id="{7B41A078-8AB3-49B7-8794-3F674BC36141}"/>
              </a:ext>
            </a:extLst>
          </p:cNvPr>
          <p:cNvSpPr/>
          <p:nvPr/>
        </p:nvSpPr>
        <p:spPr>
          <a:xfrm>
            <a:off x="163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27" name="四角形: 角を丸くする 526">
            <a:extLst>
              <a:ext uri="{FF2B5EF4-FFF2-40B4-BE49-F238E27FC236}">
                <a16:creationId xmlns:a16="http://schemas.microsoft.com/office/drawing/2014/main" id="{B005E893-1770-4033-8577-83D39CE248CA}"/>
              </a:ext>
            </a:extLst>
          </p:cNvPr>
          <p:cNvSpPr/>
          <p:nvPr/>
        </p:nvSpPr>
        <p:spPr>
          <a:xfrm>
            <a:off x="1926926" y="429623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28" name="四角形: 角を丸くする 527">
            <a:extLst>
              <a:ext uri="{FF2B5EF4-FFF2-40B4-BE49-F238E27FC236}">
                <a16:creationId xmlns:a16="http://schemas.microsoft.com/office/drawing/2014/main" id="{D06EA975-0A24-4170-8D71-AC66AD64C98C}"/>
              </a:ext>
            </a:extLst>
          </p:cNvPr>
          <p:cNvSpPr/>
          <p:nvPr/>
        </p:nvSpPr>
        <p:spPr>
          <a:xfrm>
            <a:off x="145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29" name="四角形: 角を丸くする 528">
            <a:extLst>
              <a:ext uri="{FF2B5EF4-FFF2-40B4-BE49-F238E27FC236}">
                <a16:creationId xmlns:a16="http://schemas.microsoft.com/office/drawing/2014/main" id="{2E75A806-EF64-45A1-AA99-B3C30AAC0B6D}"/>
              </a:ext>
            </a:extLst>
          </p:cNvPr>
          <p:cNvSpPr/>
          <p:nvPr/>
        </p:nvSpPr>
        <p:spPr>
          <a:xfrm>
            <a:off x="1279117" y="4147437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30" name="四角形: 角を丸くする 529">
            <a:extLst>
              <a:ext uri="{FF2B5EF4-FFF2-40B4-BE49-F238E27FC236}">
                <a16:creationId xmlns:a16="http://schemas.microsoft.com/office/drawing/2014/main" id="{B049DC86-F7D1-44F1-9842-9EC731E0372F}"/>
              </a:ext>
            </a:extLst>
          </p:cNvPr>
          <p:cNvSpPr/>
          <p:nvPr/>
        </p:nvSpPr>
        <p:spPr>
          <a:xfrm>
            <a:off x="109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31" name="四角形: 角を丸くする 530">
            <a:extLst>
              <a:ext uri="{FF2B5EF4-FFF2-40B4-BE49-F238E27FC236}">
                <a16:creationId xmlns:a16="http://schemas.microsoft.com/office/drawing/2014/main" id="{37795EB8-7CE0-4198-933F-35F48E77E902}"/>
              </a:ext>
            </a:extLst>
          </p:cNvPr>
          <p:cNvSpPr/>
          <p:nvPr/>
        </p:nvSpPr>
        <p:spPr>
          <a:xfrm>
            <a:off x="145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32" name="四角形: 角を丸くする 531">
            <a:extLst>
              <a:ext uri="{FF2B5EF4-FFF2-40B4-BE49-F238E27FC236}">
                <a16:creationId xmlns:a16="http://schemas.microsoft.com/office/drawing/2014/main" id="{938516C7-4621-4804-80B3-F90F79B3AB90}"/>
              </a:ext>
            </a:extLst>
          </p:cNvPr>
          <p:cNvSpPr/>
          <p:nvPr/>
        </p:nvSpPr>
        <p:spPr>
          <a:xfrm>
            <a:off x="1819117" y="441888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33" name="四角形: 角を丸くする 532">
            <a:extLst>
              <a:ext uri="{FF2B5EF4-FFF2-40B4-BE49-F238E27FC236}">
                <a16:creationId xmlns:a16="http://schemas.microsoft.com/office/drawing/2014/main" id="{98625127-4F0E-4832-A1FC-396E012CAB4B}"/>
              </a:ext>
            </a:extLst>
          </p:cNvPr>
          <p:cNvSpPr/>
          <p:nvPr/>
        </p:nvSpPr>
        <p:spPr>
          <a:xfrm>
            <a:off x="164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34" name="四角形: 角を丸くする 533">
            <a:extLst>
              <a:ext uri="{FF2B5EF4-FFF2-40B4-BE49-F238E27FC236}">
                <a16:creationId xmlns:a16="http://schemas.microsoft.com/office/drawing/2014/main" id="{F237930B-5038-4FD1-BA87-67F96E749632}"/>
              </a:ext>
            </a:extLst>
          </p:cNvPr>
          <p:cNvSpPr/>
          <p:nvPr/>
        </p:nvSpPr>
        <p:spPr>
          <a:xfrm>
            <a:off x="92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35" name="四角形: 角を丸くする 534">
            <a:extLst>
              <a:ext uri="{FF2B5EF4-FFF2-40B4-BE49-F238E27FC236}">
                <a16:creationId xmlns:a16="http://schemas.microsoft.com/office/drawing/2014/main" id="{C9D7A5D6-2CFA-4545-B462-34F761FF9353}"/>
              </a:ext>
            </a:extLst>
          </p:cNvPr>
          <p:cNvSpPr/>
          <p:nvPr/>
        </p:nvSpPr>
        <p:spPr>
          <a:xfrm>
            <a:off x="110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36" name="四角形: 角を丸くする 535">
            <a:extLst>
              <a:ext uri="{FF2B5EF4-FFF2-40B4-BE49-F238E27FC236}">
                <a16:creationId xmlns:a16="http://schemas.microsoft.com/office/drawing/2014/main" id="{A13CF56B-BD9D-41EC-AD48-DEF407C01873}"/>
              </a:ext>
            </a:extLst>
          </p:cNvPr>
          <p:cNvSpPr/>
          <p:nvPr/>
        </p:nvSpPr>
        <p:spPr>
          <a:xfrm>
            <a:off x="163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39" name="四角形: 角を丸くする 538">
            <a:extLst>
              <a:ext uri="{FF2B5EF4-FFF2-40B4-BE49-F238E27FC236}">
                <a16:creationId xmlns:a16="http://schemas.microsoft.com/office/drawing/2014/main" id="{A2C53F99-852B-4923-B6E7-FB025E50D0F7}"/>
              </a:ext>
            </a:extLst>
          </p:cNvPr>
          <p:cNvSpPr/>
          <p:nvPr/>
        </p:nvSpPr>
        <p:spPr>
          <a:xfrm>
            <a:off x="182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1" name="四角形: 角を丸くする 540">
            <a:extLst>
              <a:ext uri="{FF2B5EF4-FFF2-40B4-BE49-F238E27FC236}">
                <a16:creationId xmlns:a16="http://schemas.microsoft.com/office/drawing/2014/main" id="{7D021C2E-988F-447A-88E4-5B7472FE2C9B}"/>
              </a:ext>
            </a:extLst>
          </p:cNvPr>
          <p:cNvSpPr/>
          <p:nvPr/>
        </p:nvSpPr>
        <p:spPr>
          <a:xfrm>
            <a:off x="128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48" name="四角形: 角を丸くする 547">
            <a:extLst>
              <a:ext uri="{FF2B5EF4-FFF2-40B4-BE49-F238E27FC236}">
                <a16:creationId xmlns:a16="http://schemas.microsoft.com/office/drawing/2014/main" id="{46AC5895-3648-457A-9103-CDD97007C18E}"/>
              </a:ext>
            </a:extLst>
          </p:cNvPr>
          <p:cNvSpPr/>
          <p:nvPr/>
        </p:nvSpPr>
        <p:spPr>
          <a:xfrm>
            <a:off x="181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7" name="四角形: 角を丸くする 556">
            <a:extLst>
              <a:ext uri="{FF2B5EF4-FFF2-40B4-BE49-F238E27FC236}">
                <a16:creationId xmlns:a16="http://schemas.microsoft.com/office/drawing/2014/main" id="{E07E9562-3132-4FE2-9006-F34326DA158A}"/>
              </a:ext>
            </a:extLst>
          </p:cNvPr>
          <p:cNvSpPr/>
          <p:nvPr/>
        </p:nvSpPr>
        <p:spPr>
          <a:xfrm>
            <a:off x="127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58" name="四角形: 角を丸くする 557">
            <a:extLst>
              <a:ext uri="{FF2B5EF4-FFF2-40B4-BE49-F238E27FC236}">
                <a16:creationId xmlns:a16="http://schemas.microsoft.com/office/drawing/2014/main" id="{878C5457-FA8F-4970-B5DF-BA4011E82697}"/>
              </a:ext>
            </a:extLst>
          </p:cNvPr>
          <p:cNvSpPr/>
          <p:nvPr/>
        </p:nvSpPr>
        <p:spPr>
          <a:xfrm>
            <a:off x="1459117" y="534999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3" name="四角形: 角を丸くする 562">
            <a:extLst>
              <a:ext uri="{FF2B5EF4-FFF2-40B4-BE49-F238E27FC236}">
                <a16:creationId xmlns:a16="http://schemas.microsoft.com/office/drawing/2014/main" id="{54C8B289-6FEC-4BED-B545-EA0F83E0F3D8}"/>
              </a:ext>
            </a:extLst>
          </p:cNvPr>
          <p:cNvSpPr/>
          <p:nvPr/>
        </p:nvSpPr>
        <p:spPr>
          <a:xfrm>
            <a:off x="1462694" y="508742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7" name="四角形: 角を丸くする 566">
            <a:extLst>
              <a:ext uri="{FF2B5EF4-FFF2-40B4-BE49-F238E27FC236}">
                <a16:creationId xmlns:a16="http://schemas.microsoft.com/office/drawing/2014/main" id="{074BC1C3-2543-4281-881E-AEF0C1CF936A}"/>
              </a:ext>
            </a:extLst>
          </p:cNvPr>
          <p:cNvSpPr/>
          <p:nvPr/>
        </p:nvSpPr>
        <p:spPr>
          <a:xfrm>
            <a:off x="92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8" name="四角形: 角を丸くする 567">
            <a:extLst>
              <a:ext uri="{FF2B5EF4-FFF2-40B4-BE49-F238E27FC236}">
                <a16:creationId xmlns:a16="http://schemas.microsoft.com/office/drawing/2014/main" id="{8C535883-EEBB-462B-A2E3-02CE333C446B}"/>
              </a:ext>
            </a:extLst>
          </p:cNvPr>
          <p:cNvSpPr/>
          <p:nvPr/>
        </p:nvSpPr>
        <p:spPr>
          <a:xfrm>
            <a:off x="110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69" name="四角形: 角を丸くする 568">
            <a:extLst>
              <a:ext uri="{FF2B5EF4-FFF2-40B4-BE49-F238E27FC236}">
                <a16:creationId xmlns:a16="http://schemas.microsoft.com/office/drawing/2014/main" id="{5734850B-D6BB-4C55-B049-EDD7A3694F04}"/>
              </a:ext>
            </a:extLst>
          </p:cNvPr>
          <p:cNvSpPr/>
          <p:nvPr/>
        </p:nvSpPr>
        <p:spPr>
          <a:xfrm>
            <a:off x="128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0" name="四角形: 角を丸くする 569">
            <a:extLst>
              <a:ext uri="{FF2B5EF4-FFF2-40B4-BE49-F238E27FC236}">
                <a16:creationId xmlns:a16="http://schemas.microsoft.com/office/drawing/2014/main" id="{7A52A3FA-3FF7-4899-9AD8-2BF7E81D9DEF}"/>
              </a:ext>
            </a:extLst>
          </p:cNvPr>
          <p:cNvSpPr/>
          <p:nvPr/>
        </p:nvSpPr>
        <p:spPr>
          <a:xfrm>
            <a:off x="1462694" y="557717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2" name="四角形: 角を丸くする 571">
            <a:extLst>
              <a:ext uri="{FF2B5EF4-FFF2-40B4-BE49-F238E27FC236}">
                <a16:creationId xmlns:a16="http://schemas.microsoft.com/office/drawing/2014/main" id="{63195772-D557-45FD-9943-14611F4DAD2B}"/>
              </a:ext>
            </a:extLst>
          </p:cNvPr>
          <p:cNvSpPr/>
          <p:nvPr/>
        </p:nvSpPr>
        <p:spPr>
          <a:xfrm>
            <a:off x="93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3" name="四角形: 角を丸くする 572">
            <a:extLst>
              <a:ext uri="{FF2B5EF4-FFF2-40B4-BE49-F238E27FC236}">
                <a16:creationId xmlns:a16="http://schemas.microsoft.com/office/drawing/2014/main" id="{CF164E37-1B40-4265-BFBF-81B8FC3AAE79}"/>
              </a:ext>
            </a:extLst>
          </p:cNvPr>
          <p:cNvSpPr/>
          <p:nvPr/>
        </p:nvSpPr>
        <p:spPr>
          <a:xfrm>
            <a:off x="111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5" name="四角形: 角を丸くする 574">
            <a:extLst>
              <a:ext uri="{FF2B5EF4-FFF2-40B4-BE49-F238E27FC236}">
                <a16:creationId xmlns:a16="http://schemas.microsoft.com/office/drawing/2014/main" id="{E8EAB833-3969-465D-B5CA-D47CCD9A9766}"/>
              </a:ext>
            </a:extLst>
          </p:cNvPr>
          <p:cNvSpPr/>
          <p:nvPr/>
        </p:nvSpPr>
        <p:spPr>
          <a:xfrm>
            <a:off x="129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6" name="四角形: 角を丸くする 575">
            <a:extLst>
              <a:ext uri="{FF2B5EF4-FFF2-40B4-BE49-F238E27FC236}">
                <a16:creationId xmlns:a16="http://schemas.microsoft.com/office/drawing/2014/main" id="{8C52AC57-2FB0-4455-B55F-3B6CE5D9FE98}"/>
              </a:ext>
            </a:extLst>
          </p:cNvPr>
          <p:cNvSpPr/>
          <p:nvPr/>
        </p:nvSpPr>
        <p:spPr>
          <a:xfrm>
            <a:off x="147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77" name="四角形: 角を丸くする 576">
            <a:extLst>
              <a:ext uri="{FF2B5EF4-FFF2-40B4-BE49-F238E27FC236}">
                <a16:creationId xmlns:a16="http://schemas.microsoft.com/office/drawing/2014/main" id="{BB6CE553-30E4-4066-9FB8-E3A7F97B8214}"/>
              </a:ext>
            </a:extLst>
          </p:cNvPr>
          <p:cNvSpPr/>
          <p:nvPr/>
        </p:nvSpPr>
        <p:spPr>
          <a:xfrm>
            <a:off x="165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0" name="四角形: 角を丸くする 579">
            <a:extLst>
              <a:ext uri="{FF2B5EF4-FFF2-40B4-BE49-F238E27FC236}">
                <a16:creationId xmlns:a16="http://schemas.microsoft.com/office/drawing/2014/main" id="{E8F2C211-B824-4AD2-849F-CF9732BFFF0A}"/>
              </a:ext>
            </a:extLst>
          </p:cNvPr>
          <p:cNvSpPr/>
          <p:nvPr/>
        </p:nvSpPr>
        <p:spPr>
          <a:xfrm>
            <a:off x="1839455" y="605692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1" name="四角形: 角を丸くする 580">
            <a:extLst>
              <a:ext uri="{FF2B5EF4-FFF2-40B4-BE49-F238E27FC236}">
                <a16:creationId xmlns:a16="http://schemas.microsoft.com/office/drawing/2014/main" id="{B6642975-B581-49CF-9789-8D010B41B6A7}"/>
              </a:ext>
            </a:extLst>
          </p:cNvPr>
          <p:cNvSpPr/>
          <p:nvPr/>
        </p:nvSpPr>
        <p:spPr>
          <a:xfrm>
            <a:off x="1926926" y="61956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2" name="四角形: 角を丸くする 581">
            <a:extLst>
              <a:ext uri="{FF2B5EF4-FFF2-40B4-BE49-F238E27FC236}">
                <a16:creationId xmlns:a16="http://schemas.microsoft.com/office/drawing/2014/main" id="{AFF00679-72A0-4649-BE42-349EE598A430}"/>
              </a:ext>
            </a:extLst>
          </p:cNvPr>
          <p:cNvSpPr/>
          <p:nvPr/>
        </p:nvSpPr>
        <p:spPr>
          <a:xfrm>
            <a:off x="93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3" name="四角形: 角を丸くする 582">
            <a:extLst>
              <a:ext uri="{FF2B5EF4-FFF2-40B4-BE49-F238E27FC236}">
                <a16:creationId xmlns:a16="http://schemas.microsoft.com/office/drawing/2014/main" id="{B14A325E-0577-4E36-8CB7-072C6EFA9C45}"/>
              </a:ext>
            </a:extLst>
          </p:cNvPr>
          <p:cNvSpPr/>
          <p:nvPr/>
        </p:nvSpPr>
        <p:spPr>
          <a:xfrm>
            <a:off x="111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4" name="四角形: 角を丸くする 583">
            <a:extLst>
              <a:ext uri="{FF2B5EF4-FFF2-40B4-BE49-F238E27FC236}">
                <a16:creationId xmlns:a16="http://schemas.microsoft.com/office/drawing/2014/main" id="{18AF1C07-B479-4A93-A0FE-70FAA8FD6D18}"/>
              </a:ext>
            </a:extLst>
          </p:cNvPr>
          <p:cNvSpPr/>
          <p:nvPr/>
        </p:nvSpPr>
        <p:spPr>
          <a:xfrm>
            <a:off x="147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85" name="四角形: 角を丸くする 584">
            <a:extLst>
              <a:ext uri="{FF2B5EF4-FFF2-40B4-BE49-F238E27FC236}">
                <a16:creationId xmlns:a16="http://schemas.microsoft.com/office/drawing/2014/main" id="{69A86BCF-2DAB-4631-A05E-55E0EEF76415}"/>
              </a:ext>
            </a:extLst>
          </p:cNvPr>
          <p:cNvSpPr/>
          <p:nvPr/>
        </p:nvSpPr>
        <p:spPr>
          <a:xfrm>
            <a:off x="1819117" y="6796356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0" name="四角形: 角を丸くする 589">
            <a:extLst>
              <a:ext uri="{FF2B5EF4-FFF2-40B4-BE49-F238E27FC236}">
                <a16:creationId xmlns:a16="http://schemas.microsoft.com/office/drawing/2014/main" id="{132B4066-D095-496E-966D-AD22685052B0}"/>
              </a:ext>
            </a:extLst>
          </p:cNvPr>
          <p:cNvSpPr/>
          <p:nvPr/>
        </p:nvSpPr>
        <p:spPr>
          <a:xfrm>
            <a:off x="129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1" name="四角形: 角を丸くする 590">
            <a:extLst>
              <a:ext uri="{FF2B5EF4-FFF2-40B4-BE49-F238E27FC236}">
                <a16:creationId xmlns:a16="http://schemas.microsoft.com/office/drawing/2014/main" id="{01CB329F-36E6-48A3-9C6E-E4717391BB19}"/>
              </a:ext>
            </a:extLst>
          </p:cNvPr>
          <p:cNvSpPr/>
          <p:nvPr/>
        </p:nvSpPr>
        <p:spPr>
          <a:xfrm>
            <a:off x="165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4" name="四角形: 角を丸くする 593">
            <a:extLst>
              <a:ext uri="{FF2B5EF4-FFF2-40B4-BE49-F238E27FC236}">
                <a16:creationId xmlns:a16="http://schemas.microsoft.com/office/drawing/2014/main" id="{5F0A4530-80FA-4EAD-A625-599EA6F85712}"/>
              </a:ext>
            </a:extLst>
          </p:cNvPr>
          <p:cNvSpPr/>
          <p:nvPr/>
        </p:nvSpPr>
        <p:spPr>
          <a:xfrm>
            <a:off x="1926926" y="6673539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5" name="四角形: 角を丸くする 594">
            <a:extLst>
              <a:ext uri="{FF2B5EF4-FFF2-40B4-BE49-F238E27FC236}">
                <a16:creationId xmlns:a16="http://schemas.microsoft.com/office/drawing/2014/main" id="{8BD7749C-8B18-4A87-B835-8BF6C729D5A1}"/>
              </a:ext>
            </a:extLst>
          </p:cNvPr>
          <p:cNvSpPr/>
          <p:nvPr/>
        </p:nvSpPr>
        <p:spPr>
          <a:xfrm>
            <a:off x="1839455" y="65368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7" name="四角形: 角を丸くする 596">
            <a:extLst>
              <a:ext uri="{FF2B5EF4-FFF2-40B4-BE49-F238E27FC236}">
                <a16:creationId xmlns:a16="http://schemas.microsoft.com/office/drawing/2014/main" id="{69D00C89-A7A7-4CDE-A87D-C88EC44177CB}"/>
              </a:ext>
            </a:extLst>
          </p:cNvPr>
          <p:cNvSpPr/>
          <p:nvPr/>
        </p:nvSpPr>
        <p:spPr>
          <a:xfrm>
            <a:off x="93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99" name="四角形: 角を丸くする 598">
            <a:extLst>
              <a:ext uri="{FF2B5EF4-FFF2-40B4-BE49-F238E27FC236}">
                <a16:creationId xmlns:a16="http://schemas.microsoft.com/office/drawing/2014/main" id="{EBFA7F68-E016-4EA8-A2D9-52DDA6DF1312}"/>
              </a:ext>
            </a:extLst>
          </p:cNvPr>
          <p:cNvSpPr/>
          <p:nvPr/>
        </p:nvSpPr>
        <p:spPr>
          <a:xfrm>
            <a:off x="111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0" name="四角形: 角を丸くする 599">
            <a:extLst>
              <a:ext uri="{FF2B5EF4-FFF2-40B4-BE49-F238E27FC236}">
                <a16:creationId xmlns:a16="http://schemas.microsoft.com/office/drawing/2014/main" id="{FF757990-2834-4590-B74F-F7DB3C598F33}"/>
              </a:ext>
            </a:extLst>
          </p:cNvPr>
          <p:cNvSpPr/>
          <p:nvPr/>
        </p:nvSpPr>
        <p:spPr>
          <a:xfrm>
            <a:off x="147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1" name="四角形: 角を丸くする 600">
            <a:extLst>
              <a:ext uri="{FF2B5EF4-FFF2-40B4-BE49-F238E27FC236}">
                <a16:creationId xmlns:a16="http://schemas.microsoft.com/office/drawing/2014/main" id="{6E939CC4-67B0-40A9-9D4F-174657E8EA0F}"/>
              </a:ext>
            </a:extLst>
          </p:cNvPr>
          <p:cNvSpPr/>
          <p:nvPr/>
        </p:nvSpPr>
        <p:spPr>
          <a:xfrm>
            <a:off x="165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3" name="四角形: 角を丸くする 602">
            <a:extLst>
              <a:ext uri="{FF2B5EF4-FFF2-40B4-BE49-F238E27FC236}">
                <a16:creationId xmlns:a16="http://schemas.microsoft.com/office/drawing/2014/main" id="{75F5FF9A-D445-4A92-9C8B-80A1BA515099}"/>
              </a:ext>
            </a:extLst>
          </p:cNvPr>
          <p:cNvSpPr/>
          <p:nvPr/>
        </p:nvSpPr>
        <p:spPr>
          <a:xfrm>
            <a:off x="129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4" name="四角形: 角を丸くする 603">
            <a:extLst>
              <a:ext uri="{FF2B5EF4-FFF2-40B4-BE49-F238E27FC236}">
                <a16:creationId xmlns:a16="http://schemas.microsoft.com/office/drawing/2014/main" id="{420D01F7-5744-4DB9-9EC2-53733DFD7626}"/>
              </a:ext>
            </a:extLst>
          </p:cNvPr>
          <p:cNvSpPr/>
          <p:nvPr/>
        </p:nvSpPr>
        <p:spPr>
          <a:xfrm>
            <a:off x="1839455" y="7043315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5" name="四角形: 角を丸くする 604">
            <a:extLst>
              <a:ext uri="{FF2B5EF4-FFF2-40B4-BE49-F238E27FC236}">
                <a16:creationId xmlns:a16="http://schemas.microsoft.com/office/drawing/2014/main" id="{42732E39-C83D-4EB1-8824-9605929F67F7}"/>
              </a:ext>
            </a:extLst>
          </p:cNvPr>
          <p:cNvSpPr/>
          <p:nvPr/>
        </p:nvSpPr>
        <p:spPr>
          <a:xfrm>
            <a:off x="1819117" y="726995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7" name="四角形: 角を丸くする 606">
            <a:extLst>
              <a:ext uri="{FF2B5EF4-FFF2-40B4-BE49-F238E27FC236}">
                <a16:creationId xmlns:a16="http://schemas.microsoft.com/office/drawing/2014/main" id="{E4A4C5A7-C164-4976-9AC6-914681BD968A}"/>
              </a:ext>
            </a:extLst>
          </p:cNvPr>
          <p:cNvSpPr/>
          <p:nvPr/>
        </p:nvSpPr>
        <p:spPr>
          <a:xfrm>
            <a:off x="1926926" y="7173950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08" name="四角形: 角を丸くする 607">
            <a:extLst>
              <a:ext uri="{FF2B5EF4-FFF2-40B4-BE49-F238E27FC236}">
                <a16:creationId xmlns:a16="http://schemas.microsoft.com/office/drawing/2014/main" id="{4B024D6D-DD42-4D97-9528-2A2FFB3E3175}"/>
              </a:ext>
            </a:extLst>
          </p:cNvPr>
          <p:cNvSpPr/>
          <p:nvPr/>
        </p:nvSpPr>
        <p:spPr>
          <a:xfrm>
            <a:off x="939455" y="74969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0" name="四角形: 角を丸くする 609">
            <a:extLst>
              <a:ext uri="{FF2B5EF4-FFF2-40B4-BE49-F238E27FC236}">
                <a16:creationId xmlns:a16="http://schemas.microsoft.com/office/drawing/2014/main" id="{67FFCCA6-830E-458F-BA03-BA631376E67B}"/>
              </a:ext>
            </a:extLst>
          </p:cNvPr>
          <p:cNvSpPr/>
          <p:nvPr/>
        </p:nvSpPr>
        <p:spPr>
          <a:xfrm>
            <a:off x="1119455" y="74969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1" name="四角形: 角を丸くする 610">
            <a:extLst>
              <a:ext uri="{FF2B5EF4-FFF2-40B4-BE49-F238E27FC236}">
                <a16:creationId xmlns:a16="http://schemas.microsoft.com/office/drawing/2014/main" id="{6D343F00-9E56-477C-8560-78AADEF5AF17}"/>
              </a:ext>
            </a:extLst>
          </p:cNvPr>
          <p:cNvSpPr/>
          <p:nvPr/>
        </p:nvSpPr>
        <p:spPr>
          <a:xfrm>
            <a:off x="1299455" y="7496981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2" name="四角形: 角を丸くする 611">
            <a:extLst>
              <a:ext uri="{FF2B5EF4-FFF2-40B4-BE49-F238E27FC236}">
                <a16:creationId xmlns:a16="http://schemas.microsoft.com/office/drawing/2014/main" id="{FDD19468-E829-4D8C-8AD4-F1AD830470E3}"/>
              </a:ext>
            </a:extLst>
          </p:cNvPr>
          <p:cNvSpPr/>
          <p:nvPr/>
        </p:nvSpPr>
        <p:spPr>
          <a:xfrm>
            <a:off x="939455" y="800564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4" name="四角形: 角を丸くする 613">
            <a:extLst>
              <a:ext uri="{FF2B5EF4-FFF2-40B4-BE49-F238E27FC236}">
                <a16:creationId xmlns:a16="http://schemas.microsoft.com/office/drawing/2014/main" id="{7034822B-A322-494C-AB87-26F99A6CB9F7}"/>
              </a:ext>
            </a:extLst>
          </p:cNvPr>
          <p:cNvSpPr/>
          <p:nvPr/>
        </p:nvSpPr>
        <p:spPr>
          <a:xfrm>
            <a:off x="939455" y="896779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5" name="楕円 614">
            <a:extLst>
              <a:ext uri="{FF2B5EF4-FFF2-40B4-BE49-F238E27FC236}">
                <a16:creationId xmlns:a16="http://schemas.microsoft.com/office/drawing/2014/main" id="{0D763FF0-11CE-47F4-AE8F-9AB3C8D878AB}"/>
              </a:ext>
            </a:extLst>
          </p:cNvPr>
          <p:cNvSpPr/>
          <p:nvPr/>
        </p:nvSpPr>
        <p:spPr>
          <a:xfrm>
            <a:off x="145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17" name="楕円 616">
            <a:extLst>
              <a:ext uri="{FF2B5EF4-FFF2-40B4-BE49-F238E27FC236}">
                <a16:creationId xmlns:a16="http://schemas.microsoft.com/office/drawing/2014/main" id="{91356EDD-0451-45AB-A309-1F520EB96875}"/>
              </a:ext>
            </a:extLst>
          </p:cNvPr>
          <p:cNvSpPr/>
          <p:nvPr/>
        </p:nvSpPr>
        <p:spPr>
          <a:xfrm>
            <a:off x="127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2" name="楕円 621">
            <a:extLst>
              <a:ext uri="{FF2B5EF4-FFF2-40B4-BE49-F238E27FC236}">
                <a16:creationId xmlns:a16="http://schemas.microsoft.com/office/drawing/2014/main" id="{3629F40B-4D1B-414E-999A-6EB5DE5C8823}"/>
              </a:ext>
            </a:extLst>
          </p:cNvPr>
          <p:cNvSpPr/>
          <p:nvPr/>
        </p:nvSpPr>
        <p:spPr>
          <a:xfrm>
            <a:off x="1639117" y="3648479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3" name="楕円 622">
            <a:extLst>
              <a:ext uri="{FF2B5EF4-FFF2-40B4-BE49-F238E27FC236}">
                <a16:creationId xmlns:a16="http://schemas.microsoft.com/office/drawing/2014/main" id="{BB21A0C6-08AD-46B0-91EC-F4BB80C3F22C}"/>
              </a:ext>
            </a:extLst>
          </p:cNvPr>
          <p:cNvSpPr/>
          <p:nvPr/>
        </p:nvSpPr>
        <p:spPr>
          <a:xfrm>
            <a:off x="1639117" y="392227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5" name="四角形: 角を丸くする 624">
            <a:extLst>
              <a:ext uri="{FF2B5EF4-FFF2-40B4-BE49-F238E27FC236}">
                <a16:creationId xmlns:a16="http://schemas.microsoft.com/office/drawing/2014/main" id="{D2230D1E-9781-4A3F-B2BD-59BA2751CCA3}"/>
              </a:ext>
            </a:extLst>
          </p:cNvPr>
          <p:cNvSpPr/>
          <p:nvPr/>
        </p:nvSpPr>
        <p:spPr>
          <a:xfrm>
            <a:off x="1926926" y="5223848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27" name="正方形/長方形 626">
            <a:extLst>
              <a:ext uri="{FF2B5EF4-FFF2-40B4-BE49-F238E27FC236}">
                <a16:creationId xmlns:a16="http://schemas.microsoft.com/office/drawing/2014/main" id="{AEED713C-8DB4-479B-A032-6E308EB1C2E6}"/>
              </a:ext>
            </a:extLst>
          </p:cNvPr>
          <p:cNvSpPr/>
          <p:nvPr/>
        </p:nvSpPr>
        <p:spPr>
          <a:xfrm>
            <a:off x="915418" y="4678575"/>
            <a:ext cx="1116532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 dirty="0">
                <a:solidFill>
                  <a:schemeClr val="accent3">
                    <a:lumMod val="10000"/>
                  </a:schemeClr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受注確定</a:t>
            </a:r>
          </a:p>
        </p:txBody>
      </p:sp>
      <p:sp>
        <p:nvSpPr>
          <p:cNvPr id="628" name="四角形: 角を丸くする 627">
            <a:extLst>
              <a:ext uri="{FF2B5EF4-FFF2-40B4-BE49-F238E27FC236}">
                <a16:creationId xmlns:a16="http://schemas.microsoft.com/office/drawing/2014/main" id="{CB8904BF-6427-45D5-86E5-DF68AD325848}"/>
              </a:ext>
            </a:extLst>
          </p:cNvPr>
          <p:cNvSpPr/>
          <p:nvPr/>
        </p:nvSpPr>
        <p:spPr>
          <a:xfrm>
            <a:off x="90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1" name="四角形: 角を丸くする 630">
            <a:extLst>
              <a:ext uri="{FF2B5EF4-FFF2-40B4-BE49-F238E27FC236}">
                <a16:creationId xmlns:a16="http://schemas.microsoft.com/office/drawing/2014/main" id="{2239137A-C4F9-4304-97B3-D5FCC8C6ECAE}"/>
              </a:ext>
            </a:extLst>
          </p:cNvPr>
          <p:cNvSpPr/>
          <p:nvPr/>
        </p:nvSpPr>
        <p:spPr>
          <a:xfrm>
            <a:off x="108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2" name="四角形: 角を丸くする 631">
            <a:extLst>
              <a:ext uri="{FF2B5EF4-FFF2-40B4-BE49-F238E27FC236}">
                <a16:creationId xmlns:a16="http://schemas.microsoft.com/office/drawing/2014/main" id="{CB2F4965-BC78-47D6-8E20-3B99D490B78B}"/>
              </a:ext>
            </a:extLst>
          </p:cNvPr>
          <p:cNvSpPr/>
          <p:nvPr/>
        </p:nvSpPr>
        <p:spPr>
          <a:xfrm>
            <a:off x="126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3" name="四角形: 角を丸くする 632">
            <a:extLst>
              <a:ext uri="{FF2B5EF4-FFF2-40B4-BE49-F238E27FC236}">
                <a16:creationId xmlns:a16="http://schemas.microsoft.com/office/drawing/2014/main" id="{BA735582-7FE7-4963-96D5-E24B1AF9C809}"/>
              </a:ext>
            </a:extLst>
          </p:cNvPr>
          <p:cNvSpPr/>
          <p:nvPr/>
        </p:nvSpPr>
        <p:spPr>
          <a:xfrm>
            <a:off x="144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34" name="四角形: 角を丸くする 633">
            <a:extLst>
              <a:ext uri="{FF2B5EF4-FFF2-40B4-BE49-F238E27FC236}">
                <a16:creationId xmlns:a16="http://schemas.microsoft.com/office/drawing/2014/main" id="{B64055CE-C318-4CEB-B24F-0BA032B8F5A0}"/>
              </a:ext>
            </a:extLst>
          </p:cNvPr>
          <p:cNvSpPr/>
          <p:nvPr/>
        </p:nvSpPr>
        <p:spPr>
          <a:xfrm>
            <a:off x="1628130" y="4657502"/>
            <a:ext cx="180000" cy="180000"/>
          </a:xfrm>
          <a:prstGeom prst="roundRect">
            <a:avLst>
              <a:gd name="adj" fmla="val 42024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cxnSp>
        <p:nvCxnSpPr>
          <p:cNvPr id="636" name="直線矢印コネクタ 635">
            <a:extLst>
              <a:ext uri="{FF2B5EF4-FFF2-40B4-BE49-F238E27FC236}">
                <a16:creationId xmlns:a16="http://schemas.microsoft.com/office/drawing/2014/main" id="{CDBBD86C-77F6-49FA-926A-39BF9A5DF4AA}"/>
              </a:ext>
            </a:extLst>
          </p:cNvPr>
          <p:cNvCxnSpPr>
            <a:cxnSpLocks/>
          </p:cNvCxnSpPr>
          <p:nvPr/>
        </p:nvCxnSpPr>
        <p:spPr>
          <a:xfrm flipH="1">
            <a:off x="1490236" y="5015425"/>
            <a:ext cx="0" cy="13849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7" name="直線矢印コネクタ 636">
            <a:extLst>
              <a:ext uri="{FF2B5EF4-FFF2-40B4-BE49-F238E27FC236}">
                <a16:creationId xmlns:a16="http://schemas.microsoft.com/office/drawing/2014/main" id="{1DCB73C7-2E5F-4901-9292-C3F0B151EEF3}"/>
              </a:ext>
            </a:extLst>
          </p:cNvPr>
          <p:cNvCxnSpPr>
            <a:cxnSpLocks/>
          </p:cNvCxnSpPr>
          <p:nvPr/>
        </p:nvCxnSpPr>
        <p:spPr>
          <a:xfrm flipH="1">
            <a:off x="1504800" y="5956931"/>
            <a:ext cx="0" cy="13849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9" name="四角形: 角を丸くする 648">
            <a:extLst>
              <a:ext uri="{FF2B5EF4-FFF2-40B4-BE49-F238E27FC236}">
                <a16:creationId xmlns:a16="http://schemas.microsoft.com/office/drawing/2014/main" id="{450EE4E5-5042-46A9-B84F-0DF7FDCDCD29}"/>
              </a:ext>
            </a:extLst>
          </p:cNvPr>
          <p:cNvSpPr/>
          <p:nvPr/>
        </p:nvSpPr>
        <p:spPr>
          <a:xfrm>
            <a:off x="485775" y="624600"/>
            <a:ext cx="10163026" cy="504000"/>
          </a:xfrm>
          <a:prstGeom prst="roundRect">
            <a:avLst>
              <a:gd name="adj" fmla="val 11365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変革要件</a:t>
            </a:r>
            <a:r>
              <a:rPr kumimoji="1" lang="en-US" altLang="ja-JP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(</a:t>
            </a: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変革詳細要件</a:t>
            </a:r>
            <a:r>
              <a:rPr kumimoji="1" lang="en-US" altLang="ja-JP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150</a:t>
            </a: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件</a:t>
            </a:r>
            <a:r>
              <a:rPr kumimoji="1" lang="en-US" altLang="ja-JP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)</a:t>
            </a: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をバリューチェーンに　  でマッピング</a:t>
            </a:r>
            <a:endParaRPr kumimoji="1" lang="en-US" altLang="ja-JP" sz="1400" dirty="0">
              <a:solidFill>
                <a:schemeClr val="tx1"/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が付いていないプロセスについても、基幹システムは</a:t>
            </a:r>
            <a:r>
              <a:rPr kumimoji="1" lang="en-US" altLang="ja-JP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D365</a:t>
            </a:r>
            <a:r>
              <a:rPr kumimoji="1" lang="ja-JP" altLang="en-US" sz="1400" dirty="0">
                <a:solidFill>
                  <a:schemeClr val="tx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の標準機能を最大限活用した業務へシンプル化を志向</a:t>
            </a:r>
          </a:p>
        </p:txBody>
      </p:sp>
      <p:sp>
        <p:nvSpPr>
          <p:cNvPr id="651" name="楕円 650">
            <a:extLst>
              <a:ext uri="{FF2B5EF4-FFF2-40B4-BE49-F238E27FC236}">
                <a16:creationId xmlns:a16="http://schemas.microsoft.com/office/drawing/2014/main" id="{3624ED70-43FC-4499-9822-B7F8983DB9A9}"/>
              </a:ext>
            </a:extLst>
          </p:cNvPr>
          <p:cNvSpPr/>
          <p:nvPr/>
        </p:nvSpPr>
        <p:spPr>
          <a:xfrm>
            <a:off x="5063280" y="684984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652" name="楕円 651">
            <a:extLst>
              <a:ext uri="{FF2B5EF4-FFF2-40B4-BE49-F238E27FC236}">
                <a16:creationId xmlns:a16="http://schemas.microsoft.com/office/drawing/2014/main" id="{2D82837F-A17B-4901-9E50-23BDF4C027E7}"/>
              </a:ext>
            </a:extLst>
          </p:cNvPr>
          <p:cNvSpPr/>
          <p:nvPr/>
        </p:nvSpPr>
        <p:spPr>
          <a:xfrm>
            <a:off x="731460" y="899460"/>
            <a:ext cx="180000" cy="180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ja-JP" altLang="en-US" sz="100" dirty="0">
              <a:solidFill>
                <a:srgbClr val="FF0000">
                  <a:alpha val="50000"/>
                </a:srgbClr>
              </a:solidFill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450" name="四角形: 角を丸くする 449">
            <a:extLst>
              <a:ext uri="{FF2B5EF4-FFF2-40B4-BE49-F238E27FC236}">
                <a16:creationId xmlns:a16="http://schemas.microsoft.com/office/drawing/2014/main" id="{577AEE07-2093-4341-A82C-4E09D05627E3}"/>
              </a:ext>
            </a:extLst>
          </p:cNvPr>
          <p:cNvSpPr/>
          <p:nvPr/>
        </p:nvSpPr>
        <p:spPr>
          <a:xfrm>
            <a:off x="1470514" y="4656600"/>
            <a:ext cx="576000" cy="3240000"/>
          </a:xfrm>
          <a:prstGeom prst="roundRect">
            <a:avLst/>
          </a:prstGeom>
          <a:solidFill>
            <a:srgbClr val="FFFF99">
              <a:alpha val="50000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販売</a:t>
            </a:r>
            <a:br>
              <a:rPr kumimoji="1" lang="en-US" altLang="ja-JP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事務</a:t>
            </a:r>
            <a:br>
              <a:rPr kumimoji="1" lang="en-US" altLang="ja-JP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・</a:t>
            </a:r>
            <a:br>
              <a:rPr kumimoji="1" lang="en-US" altLang="ja-JP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料金</a:t>
            </a:r>
            <a:br>
              <a:rPr kumimoji="1" lang="en-US" altLang="ja-JP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計算</a:t>
            </a:r>
          </a:p>
          <a:p>
            <a:pPr algn="ctr"/>
            <a:endParaRPr kumimoji="1" lang="ja-JP" altLang="en-US" sz="1200" b="1" dirty="0">
              <a:solidFill>
                <a:srgbClr val="000000"/>
              </a:solidFill>
            </a:endParaRPr>
          </a:p>
        </p:txBody>
      </p:sp>
      <p:sp>
        <p:nvSpPr>
          <p:cNvPr id="452" name="楕円 451">
            <a:extLst>
              <a:ext uri="{FF2B5EF4-FFF2-40B4-BE49-F238E27FC236}">
                <a16:creationId xmlns:a16="http://schemas.microsoft.com/office/drawing/2014/main" id="{196E67D0-5438-478A-8AF9-0528178A40AF}"/>
              </a:ext>
            </a:extLst>
          </p:cNvPr>
          <p:cNvSpPr/>
          <p:nvPr/>
        </p:nvSpPr>
        <p:spPr>
          <a:xfrm>
            <a:off x="6256800" y="36000"/>
            <a:ext cx="2376000" cy="587888"/>
          </a:xfrm>
          <a:prstGeom prst="ellipse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800" b="1" dirty="0">
                <a:solidFill>
                  <a:srgbClr val="FFFFFF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各領域の識別例</a:t>
            </a:r>
          </a:p>
        </p:txBody>
      </p:sp>
      <p:sp>
        <p:nvSpPr>
          <p:cNvPr id="454" name="四角形: 角を丸くする 453">
            <a:extLst>
              <a:ext uri="{FF2B5EF4-FFF2-40B4-BE49-F238E27FC236}">
                <a16:creationId xmlns:a16="http://schemas.microsoft.com/office/drawing/2014/main" id="{D80428E3-ABD1-4900-9207-DCF4637940D5}"/>
              </a:ext>
            </a:extLst>
          </p:cNvPr>
          <p:cNvSpPr/>
          <p:nvPr/>
        </p:nvSpPr>
        <p:spPr>
          <a:xfrm>
            <a:off x="3097192" y="8760600"/>
            <a:ext cx="504000" cy="720000"/>
          </a:xfrm>
          <a:prstGeom prst="roundRect">
            <a:avLst/>
          </a:prstGeom>
          <a:solidFill>
            <a:srgbClr val="FFFF99">
              <a:alpha val="50000"/>
            </a:srgbClr>
          </a:solidFill>
          <a:ln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</a:rPr>
              <a:t>販売</a:t>
            </a:r>
            <a:br>
              <a:rPr kumimoji="1" lang="ja-JP" altLang="en-US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事務</a:t>
            </a:r>
            <a:br>
              <a:rPr kumimoji="1" lang="ja-JP" altLang="en-US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・</a:t>
            </a:r>
            <a:br>
              <a:rPr kumimoji="1" lang="ja-JP" altLang="en-US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料金</a:t>
            </a:r>
            <a:br>
              <a:rPr kumimoji="1" lang="ja-JP" altLang="en-US" sz="1200" b="1" dirty="0">
                <a:solidFill>
                  <a:srgbClr val="000000"/>
                </a:solidFill>
              </a:rPr>
            </a:br>
            <a:r>
              <a:rPr kumimoji="1" lang="ja-JP" altLang="en-US" sz="1200" b="1" dirty="0">
                <a:solidFill>
                  <a:srgbClr val="000000"/>
                </a:solidFill>
              </a:rPr>
              <a:t>計算</a:t>
            </a:r>
          </a:p>
        </p:txBody>
      </p:sp>
    </p:spTree>
    <p:extLst>
      <p:ext uri="{BB962C8B-B14F-4D97-AF65-F5344CB8AC3E}">
        <p14:creationId xmlns:p14="http://schemas.microsoft.com/office/powerpoint/2010/main" val="30487607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WhcYGx_sDmQSMmXqA0w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WhcYGx_sDmQSMmXqA0wN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WhcYGx_sDmQSMmXqA0wNA"/>
</p:tagLst>
</file>

<file path=ppt/theme/theme1.xml><?xml version="1.0" encoding="utf-8"?>
<a:theme xmlns:a="http://schemas.openxmlformats.org/drawingml/2006/main" name="fx_presentation_blue2_J">
  <a:themeElements>
    <a:clrScheme name="Blue">
      <a:dk1>
        <a:srgbClr val="000000"/>
      </a:dk1>
      <a:lt1>
        <a:srgbClr val="FFFFFF"/>
      </a:lt1>
      <a:dk2>
        <a:srgbClr val="737373"/>
      </a:dk2>
      <a:lt2>
        <a:srgbClr val="2895D5"/>
      </a:lt2>
      <a:accent1>
        <a:srgbClr val="2895D5"/>
      </a:accent1>
      <a:accent2>
        <a:srgbClr val="7EBFE6"/>
      </a:accent2>
      <a:accent3>
        <a:srgbClr val="BEDFF2"/>
      </a:accent3>
      <a:accent4>
        <a:srgbClr val="E67600"/>
      </a:accent4>
      <a:accent5>
        <a:srgbClr val="F0AD66"/>
      </a:accent5>
      <a:accent6>
        <a:srgbClr val="F7D6B2"/>
      </a:accent6>
      <a:hlink>
        <a:srgbClr val="0000FF"/>
      </a:hlink>
      <a:folHlink>
        <a:srgbClr val="800080"/>
      </a:folHlink>
    </a:clrScheme>
    <a:fontScheme name="Xerox">
      <a:majorFont>
        <a:latin typeface="HG丸ｺﾞｼｯｸM-PRO"/>
        <a:ea typeface="HG丸ｺﾞｼｯｸM-PRO"/>
        <a:cs typeface=""/>
      </a:majorFont>
      <a:minorFont>
        <a:latin typeface="HG丸ｺﾞｼｯｸM-PRO"/>
        <a:ea typeface="HG丸ｺﾞｼｯｸM-PRO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bg1">
              <a:lumMod val="65000"/>
            </a:schemeClr>
          </a:solidFill>
        </a:ln>
      </a:spPr>
      <a:bodyPr rtlCol="0" anchor="t"/>
      <a:lstStyle>
        <a:defPPr marL="171450" indent="-171450" algn="l">
          <a:buFont typeface="Arial" panose="020B0604020202020204" pitchFamily="34" charset="0"/>
          <a:buChar char="•"/>
          <a:defRPr kumimoji="1" sz="1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marL="0" marR="0" indent="0" algn="l" defTabSz="987415" rtl="0" eaLnBrk="1" fontAlgn="base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1" sz="1600" kern="0" dirty="0" smtClean="0">
            <a:ea typeface="HG丸ｺﾞｼｯｸM-PRO"/>
          </a:defRPr>
        </a:defPPr>
      </a:lstStyle>
    </a:txDef>
  </a:objectDefaults>
  <a:extraClrSchemeLst>
    <a:extraClrScheme>
      <a:clrScheme name="Blue">
        <a:dk1>
          <a:srgbClr val="000000"/>
        </a:dk1>
        <a:lt1>
          <a:srgbClr val="FFFFFF"/>
        </a:lt1>
        <a:dk2>
          <a:srgbClr val="737373"/>
        </a:dk2>
        <a:lt2>
          <a:srgbClr val="2895D5"/>
        </a:lt2>
        <a:accent1>
          <a:srgbClr val="2895D5"/>
        </a:accent1>
        <a:accent2>
          <a:srgbClr val="7EBFE6"/>
        </a:accent2>
        <a:accent3>
          <a:srgbClr val="BEDFF2"/>
        </a:accent3>
        <a:accent4>
          <a:srgbClr val="E67600"/>
        </a:accent4>
        <a:accent5>
          <a:srgbClr val="F0AD66"/>
        </a:accent5>
        <a:accent6>
          <a:srgbClr val="F7D6B2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">
        <a:dk1>
          <a:srgbClr val="000000"/>
        </a:dk1>
        <a:lt1>
          <a:srgbClr val="FFFFFF"/>
        </a:lt1>
        <a:dk2>
          <a:srgbClr val="737373"/>
        </a:dk2>
        <a:lt2>
          <a:srgbClr val="6DAF3D"/>
        </a:lt2>
        <a:accent1>
          <a:srgbClr val="6DAF3D"/>
        </a:accent1>
        <a:accent2>
          <a:srgbClr val="A7CF8B"/>
        </a:accent2>
        <a:accent3>
          <a:srgbClr val="D3E7C4"/>
        </a:accent3>
        <a:accent4>
          <a:srgbClr val="E67600"/>
        </a:accent4>
        <a:accent5>
          <a:srgbClr val="F0AD66"/>
        </a:accent5>
        <a:accent6>
          <a:srgbClr val="F7D6B2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">
        <a:dk1>
          <a:srgbClr val="000000"/>
        </a:dk1>
        <a:lt1>
          <a:srgbClr val="FFFFFF"/>
        </a:lt1>
        <a:dk2>
          <a:srgbClr val="737373"/>
        </a:dk2>
        <a:lt2>
          <a:srgbClr val="E67600"/>
        </a:lt2>
        <a:accent1>
          <a:srgbClr val="E67600"/>
        </a:accent1>
        <a:accent2>
          <a:srgbClr val="F0AD66"/>
        </a:accent2>
        <a:accent3>
          <a:srgbClr val="F7D6B2"/>
        </a:accent3>
        <a:accent4>
          <a:srgbClr val="6DAF3D"/>
        </a:accent4>
        <a:accent5>
          <a:srgbClr val="A7CF8B"/>
        </a:accent5>
        <a:accent6>
          <a:srgbClr val="D3E7C4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iolet">
        <a:dk1>
          <a:srgbClr val="000000"/>
        </a:dk1>
        <a:lt1>
          <a:srgbClr val="FFFFFF"/>
        </a:lt1>
        <a:dk2>
          <a:srgbClr val="737373"/>
        </a:dk2>
        <a:lt2>
          <a:srgbClr val="9B2583"/>
        </a:lt2>
        <a:accent1>
          <a:srgbClr val="9B2583"/>
        </a:accent1>
        <a:accent2>
          <a:srgbClr val="C37CB5"/>
        </a:accent2>
        <a:accent3>
          <a:srgbClr val="E1BEDA"/>
        </a:accent3>
        <a:accent4>
          <a:srgbClr val="2895D5"/>
        </a:accent4>
        <a:accent5>
          <a:srgbClr val="7EBFE6"/>
        </a:accent5>
        <a:accent6>
          <a:srgbClr val="BEDFF2"/>
        </a:accent6>
        <a:hlink>
          <a:srgbClr val="0000FF"/>
        </a:hlink>
        <a:folHlink>
          <a:srgbClr val="9B258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bk60">
      <a:srgbClr val="808285"/>
    </a:custClr>
    <a:custClr name="bk30">
      <a:srgbClr val="B2B2B2"/>
    </a:custClr>
    <a:custClr name="bk10">
      <a:srgbClr val="E5E5E5"/>
    </a:custClr>
    <a:custClr name="green100">
      <a:srgbClr val="6DAF3D"/>
    </a:custClr>
    <a:custClr name="green60">
      <a:srgbClr val="A7CF8B"/>
    </a:custClr>
    <a:custClr name="green30">
      <a:srgbClr val="D3E7C4"/>
    </a:custClr>
    <a:custClr name="gold100">
      <a:srgbClr val="FD9F13"/>
    </a:custClr>
    <a:custClr name="gold60">
      <a:srgbClr val="FEC571"/>
    </a:custClr>
    <a:custClr name="gold30">
      <a:srgbClr val="FEE2B8"/>
    </a:custClr>
    <a:custClr name="violet">
      <a:srgbClr val="9B2583"/>
    </a:custClr>
  </a:custClrLst>
  <a:extLst>
    <a:ext uri="{05A4C25C-085E-4340-85A3-A5531E510DB2}">
      <thm15:themeFamily xmlns:thm15="http://schemas.microsoft.com/office/thememl/2012/main" name="fx_presentation_blue2_J.pptx" id="{241B1949-03AB-449E-9BF2-CBA628310229}" vid="{237E9961-CA53-44B4-A2CF-6673D0FD0580}"/>
    </a:ext>
  </a:extLst>
</a:theme>
</file>

<file path=ppt/theme/theme2.xml><?xml version="1.0" encoding="utf-8"?>
<a:theme xmlns:a="http://schemas.openxmlformats.org/drawingml/2006/main" name="fx_presentation_blue2_J">
  <a:themeElements>
    <a:clrScheme name="Blue">
      <a:dk1>
        <a:srgbClr val="000000"/>
      </a:dk1>
      <a:lt1>
        <a:srgbClr val="FFFFFF"/>
      </a:lt1>
      <a:dk2>
        <a:srgbClr val="737373"/>
      </a:dk2>
      <a:lt2>
        <a:srgbClr val="2895D5"/>
      </a:lt2>
      <a:accent1>
        <a:srgbClr val="2895D5"/>
      </a:accent1>
      <a:accent2>
        <a:srgbClr val="7EBFE6"/>
      </a:accent2>
      <a:accent3>
        <a:srgbClr val="BEDFF2"/>
      </a:accent3>
      <a:accent4>
        <a:srgbClr val="E67600"/>
      </a:accent4>
      <a:accent5>
        <a:srgbClr val="F0AD66"/>
      </a:accent5>
      <a:accent6>
        <a:srgbClr val="F7D6B2"/>
      </a:accent6>
      <a:hlink>
        <a:srgbClr val="0000FF"/>
      </a:hlink>
      <a:folHlink>
        <a:srgbClr val="800080"/>
      </a:folHlink>
    </a:clrScheme>
    <a:fontScheme name="Xerox">
      <a:majorFont>
        <a:latin typeface="HG丸ｺﾞｼｯｸM-PRO"/>
        <a:ea typeface="HG丸ｺﾞｼｯｸM-PRO"/>
        <a:cs typeface=""/>
      </a:majorFont>
      <a:minorFont>
        <a:latin typeface="HG丸ｺﾞｼｯｸM-PRO"/>
        <a:ea typeface="HG丸ｺﾞｼｯｸM-PRO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marL="0" marR="0" indent="0" algn="l" defTabSz="987415" rtl="0" eaLnBrk="1" fontAlgn="base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1" sz="1600" kern="0" dirty="0" smtClean="0">
            <a:ea typeface="HG丸ｺﾞｼｯｸM-PRO"/>
          </a:defRPr>
        </a:defPPr>
      </a:lstStyle>
    </a:txDef>
  </a:objectDefaults>
  <a:extraClrSchemeLst>
    <a:extraClrScheme>
      <a:clrScheme name="Blue">
        <a:dk1>
          <a:srgbClr val="000000"/>
        </a:dk1>
        <a:lt1>
          <a:srgbClr val="FFFFFF"/>
        </a:lt1>
        <a:dk2>
          <a:srgbClr val="737373"/>
        </a:dk2>
        <a:lt2>
          <a:srgbClr val="2895D5"/>
        </a:lt2>
        <a:accent1>
          <a:srgbClr val="2895D5"/>
        </a:accent1>
        <a:accent2>
          <a:srgbClr val="7EBFE6"/>
        </a:accent2>
        <a:accent3>
          <a:srgbClr val="BEDFF2"/>
        </a:accent3>
        <a:accent4>
          <a:srgbClr val="E67600"/>
        </a:accent4>
        <a:accent5>
          <a:srgbClr val="F0AD66"/>
        </a:accent5>
        <a:accent6>
          <a:srgbClr val="F7D6B2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">
        <a:dk1>
          <a:srgbClr val="000000"/>
        </a:dk1>
        <a:lt1>
          <a:srgbClr val="FFFFFF"/>
        </a:lt1>
        <a:dk2>
          <a:srgbClr val="737373"/>
        </a:dk2>
        <a:lt2>
          <a:srgbClr val="6DAF3D"/>
        </a:lt2>
        <a:accent1>
          <a:srgbClr val="6DAF3D"/>
        </a:accent1>
        <a:accent2>
          <a:srgbClr val="A7CF8B"/>
        </a:accent2>
        <a:accent3>
          <a:srgbClr val="D3E7C4"/>
        </a:accent3>
        <a:accent4>
          <a:srgbClr val="E67600"/>
        </a:accent4>
        <a:accent5>
          <a:srgbClr val="F0AD66"/>
        </a:accent5>
        <a:accent6>
          <a:srgbClr val="F7D6B2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">
        <a:dk1>
          <a:srgbClr val="000000"/>
        </a:dk1>
        <a:lt1>
          <a:srgbClr val="FFFFFF"/>
        </a:lt1>
        <a:dk2>
          <a:srgbClr val="737373"/>
        </a:dk2>
        <a:lt2>
          <a:srgbClr val="E67600"/>
        </a:lt2>
        <a:accent1>
          <a:srgbClr val="E67600"/>
        </a:accent1>
        <a:accent2>
          <a:srgbClr val="F0AD66"/>
        </a:accent2>
        <a:accent3>
          <a:srgbClr val="F7D6B2"/>
        </a:accent3>
        <a:accent4>
          <a:srgbClr val="6DAF3D"/>
        </a:accent4>
        <a:accent5>
          <a:srgbClr val="A7CF8B"/>
        </a:accent5>
        <a:accent6>
          <a:srgbClr val="D3E7C4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iolet">
        <a:dk1>
          <a:srgbClr val="000000"/>
        </a:dk1>
        <a:lt1>
          <a:srgbClr val="FFFFFF"/>
        </a:lt1>
        <a:dk2>
          <a:srgbClr val="737373"/>
        </a:dk2>
        <a:lt2>
          <a:srgbClr val="9B2583"/>
        </a:lt2>
        <a:accent1>
          <a:srgbClr val="9B2583"/>
        </a:accent1>
        <a:accent2>
          <a:srgbClr val="C37CB5"/>
        </a:accent2>
        <a:accent3>
          <a:srgbClr val="E1BEDA"/>
        </a:accent3>
        <a:accent4>
          <a:srgbClr val="2895D5"/>
        </a:accent4>
        <a:accent5>
          <a:srgbClr val="7EBFE6"/>
        </a:accent5>
        <a:accent6>
          <a:srgbClr val="BEDFF2"/>
        </a:accent6>
        <a:hlink>
          <a:srgbClr val="0000FF"/>
        </a:hlink>
        <a:folHlink>
          <a:srgbClr val="9B258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bk60">
      <a:srgbClr val="808285"/>
    </a:custClr>
    <a:custClr name="bk30">
      <a:srgbClr val="B2B2B2"/>
    </a:custClr>
    <a:custClr name="bk10">
      <a:srgbClr val="E5E5E5"/>
    </a:custClr>
    <a:custClr name="green100">
      <a:srgbClr val="6DAF3D"/>
    </a:custClr>
    <a:custClr name="green60">
      <a:srgbClr val="A7CF8B"/>
    </a:custClr>
    <a:custClr name="green30">
      <a:srgbClr val="D3E7C4"/>
    </a:custClr>
    <a:custClr name="gold100">
      <a:srgbClr val="FD9F13"/>
    </a:custClr>
    <a:custClr name="gold60">
      <a:srgbClr val="FEC571"/>
    </a:custClr>
    <a:custClr name="gold30">
      <a:srgbClr val="FEE2B8"/>
    </a:custClr>
    <a:custClr name="violet">
      <a:srgbClr val="9B2583"/>
    </a:custClr>
  </a:custClrLst>
  <a:extLst>
    <a:ext uri="{05A4C25C-085E-4340-85A3-A5531E510DB2}">
      <thm15:themeFamily xmlns:thm15="http://schemas.microsoft.com/office/thememl/2012/main" name="fx_presentation_blue2_J.pptx" id="{241B1949-03AB-449E-9BF2-CBA628310229}" vid="{237E9961-CA53-44B4-A2CF-6673D0FD0580}"/>
    </a:ext>
  </a:extLst>
</a:theme>
</file>

<file path=ppt/theme/theme3.xml><?xml version="1.0" encoding="utf-8"?>
<a:theme xmlns:a="http://schemas.openxmlformats.org/drawingml/2006/main" name="fx_presentation_blue2_J">
  <a:themeElements>
    <a:clrScheme name="Blue">
      <a:dk1>
        <a:srgbClr val="000000"/>
      </a:dk1>
      <a:lt1>
        <a:srgbClr val="FFFFFF"/>
      </a:lt1>
      <a:dk2>
        <a:srgbClr val="737373"/>
      </a:dk2>
      <a:lt2>
        <a:srgbClr val="2895D5"/>
      </a:lt2>
      <a:accent1>
        <a:srgbClr val="2895D5"/>
      </a:accent1>
      <a:accent2>
        <a:srgbClr val="7EBFE6"/>
      </a:accent2>
      <a:accent3>
        <a:srgbClr val="BEDFF2"/>
      </a:accent3>
      <a:accent4>
        <a:srgbClr val="E67600"/>
      </a:accent4>
      <a:accent5>
        <a:srgbClr val="F0AD66"/>
      </a:accent5>
      <a:accent6>
        <a:srgbClr val="F7D6B2"/>
      </a:accent6>
      <a:hlink>
        <a:srgbClr val="0000FF"/>
      </a:hlink>
      <a:folHlink>
        <a:srgbClr val="800080"/>
      </a:folHlink>
    </a:clrScheme>
    <a:fontScheme name="Xerox">
      <a:majorFont>
        <a:latin typeface="HG丸ｺﾞｼｯｸM-PRO"/>
        <a:ea typeface="HG丸ｺﾞｼｯｸM-PRO"/>
        <a:cs typeface=""/>
      </a:majorFont>
      <a:minorFont>
        <a:latin typeface="HG丸ｺﾞｼｯｸM-PRO"/>
        <a:ea typeface="HG丸ｺﾞｼｯｸM-PRO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bg1">
              <a:lumMod val="65000"/>
            </a:schemeClr>
          </a:solidFill>
        </a:ln>
      </a:spPr>
      <a:bodyPr rtlCol="0" anchor="t"/>
      <a:lstStyle>
        <a:defPPr marL="171450" indent="-171450" algn="l">
          <a:buFont typeface="Arial" panose="020B0604020202020204" pitchFamily="34" charset="0"/>
          <a:buChar char="•"/>
          <a:defRPr kumimoji="1" sz="1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marL="0" marR="0" indent="0" algn="l" defTabSz="987415" rtl="0" eaLnBrk="1" fontAlgn="base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1" sz="1600" kern="0" dirty="0" smtClean="0">
            <a:ea typeface="HG丸ｺﾞｼｯｸM-PRO"/>
          </a:defRPr>
        </a:defPPr>
      </a:lstStyle>
    </a:txDef>
  </a:objectDefaults>
  <a:extraClrSchemeLst>
    <a:extraClrScheme>
      <a:clrScheme name="Blue">
        <a:dk1>
          <a:srgbClr val="000000"/>
        </a:dk1>
        <a:lt1>
          <a:srgbClr val="FFFFFF"/>
        </a:lt1>
        <a:dk2>
          <a:srgbClr val="737373"/>
        </a:dk2>
        <a:lt2>
          <a:srgbClr val="2895D5"/>
        </a:lt2>
        <a:accent1>
          <a:srgbClr val="2895D5"/>
        </a:accent1>
        <a:accent2>
          <a:srgbClr val="7EBFE6"/>
        </a:accent2>
        <a:accent3>
          <a:srgbClr val="BEDFF2"/>
        </a:accent3>
        <a:accent4>
          <a:srgbClr val="E67600"/>
        </a:accent4>
        <a:accent5>
          <a:srgbClr val="F0AD66"/>
        </a:accent5>
        <a:accent6>
          <a:srgbClr val="F7D6B2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">
        <a:dk1>
          <a:srgbClr val="000000"/>
        </a:dk1>
        <a:lt1>
          <a:srgbClr val="FFFFFF"/>
        </a:lt1>
        <a:dk2>
          <a:srgbClr val="737373"/>
        </a:dk2>
        <a:lt2>
          <a:srgbClr val="6DAF3D"/>
        </a:lt2>
        <a:accent1>
          <a:srgbClr val="6DAF3D"/>
        </a:accent1>
        <a:accent2>
          <a:srgbClr val="A7CF8B"/>
        </a:accent2>
        <a:accent3>
          <a:srgbClr val="D3E7C4"/>
        </a:accent3>
        <a:accent4>
          <a:srgbClr val="E67600"/>
        </a:accent4>
        <a:accent5>
          <a:srgbClr val="F0AD66"/>
        </a:accent5>
        <a:accent6>
          <a:srgbClr val="F7D6B2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">
        <a:dk1>
          <a:srgbClr val="000000"/>
        </a:dk1>
        <a:lt1>
          <a:srgbClr val="FFFFFF"/>
        </a:lt1>
        <a:dk2>
          <a:srgbClr val="737373"/>
        </a:dk2>
        <a:lt2>
          <a:srgbClr val="E67600"/>
        </a:lt2>
        <a:accent1>
          <a:srgbClr val="E67600"/>
        </a:accent1>
        <a:accent2>
          <a:srgbClr val="F0AD66"/>
        </a:accent2>
        <a:accent3>
          <a:srgbClr val="F7D6B2"/>
        </a:accent3>
        <a:accent4>
          <a:srgbClr val="6DAF3D"/>
        </a:accent4>
        <a:accent5>
          <a:srgbClr val="A7CF8B"/>
        </a:accent5>
        <a:accent6>
          <a:srgbClr val="D3E7C4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iolet">
        <a:dk1>
          <a:srgbClr val="000000"/>
        </a:dk1>
        <a:lt1>
          <a:srgbClr val="FFFFFF"/>
        </a:lt1>
        <a:dk2>
          <a:srgbClr val="737373"/>
        </a:dk2>
        <a:lt2>
          <a:srgbClr val="9B2583"/>
        </a:lt2>
        <a:accent1>
          <a:srgbClr val="9B2583"/>
        </a:accent1>
        <a:accent2>
          <a:srgbClr val="C37CB5"/>
        </a:accent2>
        <a:accent3>
          <a:srgbClr val="E1BEDA"/>
        </a:accent3>
        <a:accent4>
          <a:srgbClr val="2895D5"/>
        </a:accent4>
        <a:accent5>
          <a:srgbClr val="7EBFE6"/>
        </a:accent5>
        <a:accent6>
          <a:srgbClr val="BEDFF2"/>
        </a:accent6>
        <a:hlink>
          <a:srgbClr val="0000FF"/>
        </a:hlink>
        <a:folHlink>
          <a:srgbClr val="9B258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bk60">
      <a:srgbClr val="808285"/>
    </a:custClr>
    <a:custClr name="bk30">
      <a:srgbClr val="B2B2B2"/>
    </a:custClr>
    <a:custClr name="bk10">
      <a:srgbClr val="E5E5E5"/>
    </a:custClr>
    <a:custClr name="green100">
      <a:srgbClr val="6DAF3D"/>
    </a:custClr>
    <a:custClr name="green60">
      <a:srgbClr val="A7CF8B"/>
    </a:custClr>
    <a:custClr name="green30">
      <a:srgbClr val="D3E7C4"/>
    </a:custClr>
    <a:custClr name="gold100">
      <a:srgbClr val="FD9F13"/>
    </a:custClr>
    <a:custClr name="gold60">
      <a:srgbClr val="FEC571"/>
    </a:custClr>
    <a:custClr name="gold30">
      <a:srgbClr val="FEE2B8"/>
    </a:custClr>
    <a:custClr name="violet">
      <a:srgbClr val="9B2583"/>
    </a:custClr>
  </a:custClrLst>
  <a:extLst>
    <a:ext uri="{05A4C25C-085E-4340-85A3-A5531E510DB2}">
      <thm15:themeFamily xmlns:thm15="http://schemas.microsoft.com/office/thememl/2012/main" name="fx_presentation_blue2_J.pptx" id="{241B1949-03AB-449E-9BF2-CBA628310229}" vid="{237E9961-CA53-44B4-A2CF-6673D0FD058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Xerox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Xerox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85a3b144-a47a-4eea-a868-82eebdd3ea1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564F215D7499A40825ADC175B5B968E" ma:contentTypeVersion="5" ma:contentTypeDescription="新しいドキュメントを作成します。" ma:contentTypeScope="" ma:versionID="bcd0e9894e7074481cbdbd0711e03a35">
  <xsd:schema xmlns:xsd="http://www.w3.org/2001/XMLSchema" xmlns:xs="http://www.w3.org/2001/XMLSchema" xmlns:p="http://schemas.microsoft.com/office/2006/metadata/properties" xmlns:ns2="83a431b1-7834-4e9a-9c1f-33e11266f772" xmlns:ns3="03e06a2e-9d4c-4b5d-a140-b068401a96cc" xmlns:ns4="85a3b144-a47a-4eea-a868-82eebdd3ea1f" targetNamespace="http://schemas.microsoft.com/office/2006/metadata/properties" ma:root="true" ma:fieldsID="78be04dd59c75c9335171c25813c9d4d" ns2:_="" ns3:_="" ns4:_="">
    <xsd:import namespace="83a431b1-7834-4e9a-9c1f-33e11266f772"/>
    <xsd:import namespace="03e06a2e-9d4c-4b5d-a140-b068401a96cc"/>
    <xsd:import namespace="85a3b144-a47a-4eea-a868-82eebdd3ea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4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a431b1-7834-4e9a-9c1f-33e11266f7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e06a2e-9d4c-4b5d-a140-b068401a96c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a3b144-a47a-4eea-a868-82eebdd3ea1f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20" nillable="true" ma:displayName="Sign-off status" ma:internalName="Sign_x002d_off_x0020_status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71127AC-51ED-437D-8D45-7287D2CD374A}">
  <ds:schemaRefs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83a431b1-7834-4e9a-9c1f-33e11266f772"/>
    <ds:schemaRef ds:uri="http://schemas.microsoft.com/office/infopath/2007/PartnerControls"/>
    <ds:schemaRef ds:uri="http://www.w3.org/XML/1998/namespace"/>
    <ds:schemaRef ds:uri="http://purl.org/dc/dcmitype/"/>
    <ds:schemaRef ds:uri="85a3b144-a47a-4eea-a868-82eebdd3ea1f"/>
  </ds:schemaRefs>
</ds:datastoreItem>
</file>

<file path=customXml/itemProps2.xml><?xml version="1.0" encoding="utf-8"?>
<ds:datastoreItem xmlns:ds="http://schemas.openxmlformats.org/officeDocument/2006/customXml" ds:itemID="{F91D196E-8276-4E45-861F-0A3E458D5B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a431b1-7834-4e9a-9c1f-33e11266f772"/>
    <ds:schemaRef ds:uri="03e06a2e-9d4c-4b5d-a140-b068401a96cc"/>
    <ds:schemaRef ds:uri="85a3b144-a47a-4eea-a868-82eebdd3ea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611453-0889-4F14-B84E-6EE075A1CDE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5510</Words>
  <Application>Microsoft Office PowerPoint</Application>
  <PresentationFormat>A3 297x420 mm</PresentationFormat>
  <Paragraphs>1624</Paragraphs>
  <Slides>8</Slides>
  <Notes>8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3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HG丸ｺﾞｼｯｸM-PRO</vt:lpstr>
      <vt:lpstr>Arial</vt:lpstr>
      <vt:lpstr>fx_presentation_blue2_J</vt:lpstr>
      <vt:lpstr>fx_presentation_blue2_J</vt:lpstr>
      <vt:lpstr>fx_presentation_blue2_J</vt:lpstr>
      <vt:lpstr>think-cell スライド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【earth Project】 ステアリングコミッティ</dc:title>
  <dc:creator/>
  <cp:lastModifiedBy/>
  <cp:revision>841</cp:revision>
  <dcterms:created xsi:type="dcterms:W3CDTF">2017-10-26T01:31:54Z</dcterms:created>
  <dcterms:modified xsi:type="dcterms:W3CDTF">2023-01-05T02:06:16Z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0x0101001564F215D7499A40825ADC175B5B968E</vt:lpwstr>
  </property>
  <property fmtid="{D5CDD505-2E9C-101B-9397-08002B2CF9AE}" pid="3" name="Order">
    <vt:r8>13381800</vt:r8>
  </property>
</Properties>
</file>