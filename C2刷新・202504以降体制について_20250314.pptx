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4"/>
  </p:sldMasterIdLst>
  <p:notesMasterIdLst>
    <p:notesMasterId r:id="rId33"/>
  </p:notesMasterIdLst>
  <p:handoutMasterIdLst>
    <p:handoutMasterId r:id="rId34"/>
  </p:handoutMasterIdLst>
  <p:sldIdLst>
    <p:sldId id="2147473314" r:id="rId5"/>
    <p:sldId id="4645" r:id="rId6"/>
    <p:sldId id="2147473349" r:id="rId7"/>
    <p:sldId id="2147473449" r:id="rId8"/>
    <p:sldId id="2147473450" r:id="rId9"/>
    <p:sldId id="2147473443" r:id="rId10"/>
    <p:sldId id="2147473444" r:id="rId11"/>
    <p:sldId id="2147473446" r:id="rId12"/>
    <p:sldId id="2147473445" r:id="rId13"/>
    <p:sldId id="2147473440" r:id="rId14"/>
    <p:sldId id="2147473451" r:id="rId15"/>
    <p:sldId id="2147473447" r:id="rId16"/>
    <p:sldId id="2147473448" r:id="rId17"/>
    <p:sldId id="2147473433" r:id="rId18"/>
    <p:sldId id="2147473439" r:id="rId19"/>
    <p:sldId id="2147473434" r:id="rId20"/>
    <p:sldId id="2147473435" r:id="rId21"/>
    <p:sldId id="2147473441" r:id="rId22"/>
    <p:sldId id="2147473342" r:id="rId23"/>
    <p:sldId id="2147473311" r:id="rId24"/>
    <p:sldId id="2147473328" r:id="rId25"/>
    <p:sldId id="2147473343" r:id="rId26"/>
    <p:sldId id="2147473347" r:id="rId27"/>
    <p:sldId id="2147473327" r:id="rId28"/>
    <p:sldId id="2147473350" r:id="rId29"/>
    <p:sldId id="2147473323" r:id="rId30"/>
    <p:sldId id="2147473348" r:id="rId31"/>
    <p:sldId id="2147473341" r:id="rId32"/>
  </p:sldIdLst>
  <p:sldSz cx="12192000" cy="6858000"/>
  <p:notesSz cx="6735763" cy="9866313"/>
  <p:embeddedFontLst>
    <p:embeddedFont>
      <p:font typeface="HGPｺﾞｼｯｸE" panose="020B0604020202020204" charset="-128"/>
      <p:regular r:id="rId35"/>
    </p:embeddedFont>
    <p:embeddedFont>
      <p:font typeface="Meiryo UI" panose="020B0604020202020204" charset="-128"/>
      <p:regular r:id="rId36"/>
      <p:bold r:id="rId37"/>
      <p:italic r:id="rId38"/>
      <p:boldItalic r:id="rId39"/>
    </p:embeddedFont>
    <p:embeddedFont>
      <p:font typeface="Arial Black" panose="020B0A04020102020204" pitchFamily="34" charset="0"/>
      <p:bold r:id="rId40"/>
    </p:embeddedFont>
    <p:embeddedFont>
      <p:font typeface="Arial Rounded MT Bold" panose="020B0604020202020204" charset="0"/>
      <p:regular r:id="rId41"/>
    </p:embeddedFont>
  </p:embeddedFontLst>
  <p:defaultTextStyle>
    <a:defPPr>
      <a:defRPr lang="ja-JP"/>
    </a:defPPr>
    <a:lvl1pPr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1pPr>
    <a:lvl2pPr marL="4572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2pPr>
    <a:lvl3pPr marL="9144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3pPr>
    <a:lvl4pPr marL="13716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4pPr>
    <a:lvl5pPr marL="18288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9pPr>
  </p:defaultTextStyle>
  <p:extLst>
    <p:ext uri="{EFAFB233-063F-42B5-8137-9DF3F51BA10A}">
      <p15:sldGuideLst xmlns:p15="http://schemas.microsoft.com/office/powerpoint/2012/main">
        <p15:guide id="1" orient="horz" pos="4133" userDrawn="1">
          <p15:clr>
            <a:srgbClr val="A4A3A4"/>
          </p15:clr>
        </p15:guide>
        <p15:guide id="2" pos="3931" userDrawn="1">
          <p15:clr>
            <a:srgbClr val="A4A3A4"/>
          </p15:clr>
        </p15:guide>
        <p15:guide id="3" pos="1512" userDrawn="1">
          <p15:clr>
            <a:srgbClr val="A4A3A4"/>
          </p15:clr>
        </p15:guide>
        <p15:guide id="4" pos="7589" userDrawn="1">
          <p15:clr>
            <a:srgbClr val="A4A3A4"/>
          </p15:clr>
        </p15:guide>
      </p15:sldGuideLst>
    </p:ext>
    <p:ext uri="{2D200454-40CA-4A62-9FC3-DE9A4176ACB9}">
      <p15:notesGuideLst xmlns:p15="http://schemas.microsoft.com/office/powerpoint/2012/main">
        <p15:guide id="1" orient="horz" pos="3107">
          <p15:clr>
            <a:srgbClr val="A4A3A4"/>
          </p15:clr>
        </p15:guide>
        <p15:guide id="2" pos="212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ADA"/>
    <a:srgbClr val="FF0000"/>
    <a:srgbClr val="FCD5B5"/>
    <a:srgbClr val="D0D8E8"/>
    <a:srgbClr val="D9D9D9"/>
    <a:srgbClr val="E9EDF4"/>
    <a:srgbClr val="DBEEF4"/>
    <a:srgbClr val="DFA1B0"/>
    <a:srgbClr val="88D56C"/>
    <a:srgbClr val="76CF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AD5FD7-6945-48A8-8B64-FCC27AA05B57}" v="69" dt="2025-03-13T03:33:01.398"/>
    <p1510:client id="{F2995603-D316-426B-B838-E7E7BCAEB068}" v="24" dt="2025-03-13T02:38:53.17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133"/>
        <p:guide pos="3931"/>
        <p:guide pos="1512"/>
        <p:guide pos="7589"/>
      </p:guideLst>
    </p:cSldViewPr>
  </p:slideViewPr>
  <p:notesViewPr>
    <p:cSldViewPr snapToGrid="0">
      <p:cViewPr>
        <p:scale>
          <a:sx n="1" d="2"/>
          <a:sy n="1" d="2"/>
        </p:scale>
        <p:origin x="0" y="0"/>
      </p:cViewPr>
      <p:guideLst>
        <p:guide orient="horz" pos="3107"/>
        <p:guide pos="212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font" Target="fonts/font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井上敦博 / INOUE，ATSUHIRO" userId="1ef9258b-99a4-4820-8481-0b0a89134627" providerId="ADAL" clId="{C4AD5FD7-6945-48A8-8B64-FCC27AA05B57}"/>
    <pc:docChg chg="modSld">
      <pc:chgData name="井上敦博 / INOUE，ATSUHIRO" userId="1ef9258b-99a4-4820-8481-0b0a89134627" providerId="ADAL" clId="{C4AD5FD7-6945-48A8-8B64-FCC27AA05B57}" dt="2025-03-13T03:33:01.398" v="68" actId="20577"/>
      <pc:docMkLst>
        <pc:docMk/>
      </pc:docMkLst>
      <pc:sldChg chg="addSp modSp mod">
        <pc:chgData name="井上敦博 / INOUE，ATSUHIRO" userId="1ef9258b-99a4-4820-8481-0b0a89134627" providerId="ADAL" clId="{C4AD5FD7-6945-48A8-8B64-FCC27AA05B57}" dt="2025-03-13T03:32:30.769" v="58" actId="1076"/>
        <pc:sldMkLst>
          <pc:docMk/>
          <pc:sldMk cId="2777390900" sldId="4645"/>
        </pc:sldMkLst>
        <pc:spChg chg="add mod">
          <ac:chgData name="井上敦博 / INOUE，ATSUHIRO" userId="1ef9258b-99a4-4820-8481-0b0a89134627" providerId="ADAL" clId="{C4AD5FD7-6945-48A8-8B64-FCC27AA05B57}" dt="2025-03-13T03:32:30.769" v="58" actId="1076"/>
          <ac:spMkLst>
            <pc:docMk/>
            <pc:sldMk cId="2777390900" sldId="4645"/>
            <ac:spMk id="11" creationId="{4E977436-00A2-0AA8-2E21-1B5132294518}"/>
          </ac:spMkLst>
        </pc:spChg>
        <pc:spChg chg="mod">
          <ac:chgData name="井上敦博 / INOUE，ATSUHIRO" userId="1ef9258b-99a4-4820-8481-0b0a89134627" providerId="ADAL" clId="{C4AD5FD7-6945-48A8-8B64-FCC27AA05B57}" dt="2025-03-13T03:31:58.929" v="2" actId="1076"/>
          <ac:spMkLst>
            <pc:docMk/>
            <pc:sldMk cId="2777390900" sldId="4645"/>
            <ac:spMk id="59" creationId="{BCAB7641-7D50-B77A-B9EA-F6FD2652E078}"/>
          </ac:spMkLst>
        </pc:spChg>
        <pc:spChg chg="mod">
          <ac:chgData name="井上敦博 / INOUE，ATSUHIRO" userId="1ef9258b-99a4-4820-8481-0b0a89134627" providerId="ADAL" clId="{C4AD5FD7-6945-48A8-8B64-FCC27AA05B57}" dt="2025-03-13T03:31:58.929" v="2" actId="1076"/>
          <ac:spMkLst>
            <pc:docMk/>
            <pc:sldMk cId="2777390900" sldId="4645"/>
            <ac:spMk id="60" creationId="{B6342D25-D202-A6BA-9421-0B03A7563B23}"/>
          </ac:spMkLst>
        </pc:spChg>
        <pc:spChg chg="mod">
          <ac:chgData name="井上敦博 / INOUE，ATSUHIRO" userId="1ef9258b-99a4-4820-8481-0b0a89134627" providerId="ADAL" clId="{C4AD5FD7-6945-48A8-8B64-FCC27AA05B57}" dt="2025-03-13T03:31:58.929" v="2" actId="1076"/>
          <ac:spMkLst>
            <pc:docMk/>
            <pc:sldMk cId="2777390900" sldId="4645"/>
            <ac:spMk id="61" creationId="{932BD962-D856-FEAB-C4F8-297CB1FAE337}"/>
          </ac:spMkLst>
        </pc:spChg>
        <pc:spChg chg="mod">
          <ac:chgData name="井上敦博 / INOUE，ATSUHIRO" userId="1ef9258b-99a4-4820-8481-0b0a89134627" providerId="ADAL" clId="{C4AD5FD7-6945-48A8-8B64-FCC27AA05B57}" dt="2025-03-13T03:31:58.929" v="2" actId="1076"/>
          <ac:spMkLst>
            <pc:docMk/>
            <pc:sldMk cId="2777390900" sldId="4645"/>
            <ac:spMk id="62" creationId="{EF6C5BDE-A76C-DC6A-0B53-45E50D4BFDD3}"/>
          </ac:spMkLst>
        </pc:spChg>
        <pc:spChg chg="mod">
          <ac:chgData name="井上敦博 / INOUE，ATSUHIRO" userId="1ef9258b-99a4-4820-8481-0b0a89134627" providerId="ADAL" clId="{C4AD5FD7-6945-48A8-8B64-FCC27AA05B57}" dt="2025-03-13T03:31:58.929" v="2" actId="1076"/>
          <ac:spMkLst>
            <pc:docMk/>
            <pc:sldMk cId="2777390900" sldId="4645"/>
            <ac:spMk id="63" creationId="{6F06B023-A348-FB1E-57C6-85317524114E}"/>
          </ac:spMkLst>
        </pc:spChg>
        <pc:spChg chg="mod">
          <ac:chgData name="井上敦博 / INOUE，ATSUHIRO" userId="1ef9258b-99a4-4820-8481-0b0a89134627" providerId="ADAL" clId="{C4AD5FD7-6945-48A8-8B64-FCC27AA05B57}" dt="2025-03-13T03:31:58.929" v="2" actId="1076"/>
          <ac:spMkLst>
            <pc:docMk/>
            <pc:sldMk cId="2777390900" sldId="4645"/>
            <ac:spMk id="64" creationId="{172E7439-791E-581A-E3B4-92718EF8AA3C}"/>
          </ac:spMkLst>
        </pc:spChg>
        <pc:spChg chg="mod">
          <ac:chgData name="井上敦博 / INOUE，ATSUHIRO" userId="1ef9258b-99a4-4820-8481-0b0a89134627" providerId="ADAL" clId="{C4AD5FD7-6945-48A8-8B64-FCC27AA05B57}" dt="2025-03-13T03:32:04.543" v="3" actId="1076"/>
          <ac:spMkLst>
            <pc:docMk/>
            <pc:sldMk cId="2777390900" sldId="4645"/>
            <ac:spMk id="65" creationId="{0C7092E9-8118-CCBB-1271-7B9B36EC70FA}"/>
          </ac:spMkLst>
        </pc:spChg>
      </pc:sldChg>
      <pc:sldChg chg="modSp mod">
        <pc:chgData name="井上敦博 / INOUE，ATSUHIRO" userId="1ef9258b-99a4-4820-8481-0b0a89134627" providerId="ADAL" clId="{C4AD5FD7-6945-48A8-8B64-FCC27AA05B57}" dt="2025-03-13T03:33:01.398" v="68" actId="20577"/>
        <pc:sldMkLst>
          <pc:docMk/>
          <pc:sldMk cId="1746852076" sldId="2147473349"/>
        </pc:sldMkLst>
        <pc:spChg chg="mod">
          <ac:chgData name="井上敦博 / INOUE，ATSUHIRO" userId="1ef9258b-99a4-4820-8481-0b0a89134627" providerId="ADAL" clId="{C4AD5FD7-6945-48A8-8B64-FCC27AA05B57}" dt="2025-03-13T03:33:01.398" v="68" actId="20577"/>
          <ac:spMkLst>
            <pc:docMk/>
            <pc:sldMk cId="1746852076" sldId="2147473349"/>
            <ac:spMk id="4" creationId="{20E88B56-1512-CE59-00FA-43E489D03506}"/>
          </ac:spMkLst>
        </pc:spChg>
      </pc:sldChg>
    </pc:docChg>
  </pc:docChgLst>
  <pc:docChgLst>
    <pc:chgData name="川上梓紗 / KAWAKAMI，AZUSA" userId="434430cc-9ca0-4792-8703-e31f944a4715" providerId="ADAL" clId="{40E44B71-C0C9-4B35-B904-503DA4067200}"/>
    <pc:docChg chg="custSel modSld">
      <pc:chgData name="川上梓紗 / KAWAKAMI，AZUSA" userId="434430cc-9ca0-4792-8703-e31f944a4715" providerId="ADAL" clId="{40E44B71-C0C9-4B35-B904-503DA4067200}" dt="2025-03-07T00:55:17.519" v="2116" actId="20577"/>
      <pc:docMkLst>
        <pc:docMk/>
      </pc:docMkLst>
      <pc:sldChg chg="addSp delSp modSp mod">
        <pc:chgData name="川上梓紗 / KAWAKAMI，AZUSA" userId="434430cc-9ca0-4792-8703-e31f944a4715" providerId="ADAL" clId="{40E44B71-C0C9-4B35-B904-503DA4067200}" dt="2025-03-07T00:44:36.629" v="1401" actId="1036"/>
        <pc:sldMkLst>
          <pc:docMk/>
          <pc:sldMk cId="1291477232" sldId="2147473321"/>
        </pc:sldMkLst>
      </pc:sldChg>
      <pc:sldChg chg="addSp modSp mod">
        <pc:chgData name="川上梓紗 / KAWAKAMI，AZUSA" userId="434430cc-9ca0-4792-8703-e31f944a4715" providerId="ADAL" clId="{40E44B71-C0C9-4B35-B904-503DA4067200}" dt="2025-03-07T00:55:17.519" v="2116" actId="20577"/>
        <pc:sldMkLst>
          <pc:docMk/>
          <pc:sldMk cId="3556820895" sldId="2147473350"/>
        </pc:sldMkLst>
      </pc:sldChg>
    </pc:docChg>
  </pc:docChgLst>
  <pc:docChgLst>
    <pc:chgData name="川上梓紗 / KAWAKAMI，AZUSA" userId="434430cc-9ca0-4792-8703-e31f944a4715" providerId="ADAL" clId="{70DFD60B-A5ED-4B57-A763-E176F9C109CD}"/>
    <pc:docChg chg="mod modSld">
      <pc:chgData name="川上梓紗 / KAWAKAMI，AZUSA" userId="434430cc-9ca0-4792-8703-e31f944a4715" providerId="ADAL" clId="{70DFD60B-A5ED-4B57-A763-E176F9C109CD}" dt="2025-03-04T02:53:21.849" v="19" actId="1076"/>
      <pc:docMkLst>
        <pc:docMk/>
      </pc:docMkLst>
      <pc:sldChg chg="modSp mod">
        <pc:chgData name="川上梓紗 / KAWAKAMI，AZUSA" userId="434430cc-9ca0-4792-8703-e31f944a4715" providerId="ADAL" clId="{70DFD60B-A5ED-4B57-A763-E176F9C109CD}" dt="2025-03-04T02:52:52.172" v="15" actId="20577"/>
        <pc:sldMkLst>
          <pc:docMk/>
          <pc:sldMk cId="1980458957" sldId="2147473327"/>
        </pc:sldMkLst>
      </pc:sldChg>
      <pc:sldChg chg="modSp mod">
        <pc:chgData name="川上梓紗 / KAWAKAMI，AZUSA" userId="434430cc-9ca0-4792-8703-e31f944a4715" providerId="ADAL" clId="{70DFD60B-A5ED-4B57-A763-E176F9C109CD}" dt="2025-03-03T10:30:20.764" v="3" actId="1076"/>
        <pc:sldMkLst>
          <pc:docMk/>
          <pc:sldMk cId="3931070300" sldId="2147473343"/>
        </pc:sldMkLst>
      </pc:sldChg>
      <pc:sldChg chg="modSp mod">
        <pc:chgData name="川上梓紗 / KAWAKAMI，AZUSA" userId="434430cc-9ca0-4792-8703-e31f944a4715" providerId="ADAL" clId="{70DFD60B-A5ED-4B57-A763-E176F9C109CD}" dt="2025-03-04T02:53:21.849" v="19" actId="1076"/>
        <pc:sldMkLst>
          <pc:docMk/>
          <pc:sldMk cId="1338631620" sldId="2147473347"/>
        </pc:sldMkLst>
      </pc:sldChg>
      <pc:sldChg chg="modSp mod">
        <pc:chgData name="川上梓紗 / KAWAKAMI，AZUSA" userId="434430cc-9ca0-4792-8703-e31f944a4715" providerId="ADAL" clId="{70DFD60B-A5ED-4B57-A763-E176F9C109CD}" dt="2025-03-03T11:17:23.187" v="4" actId="1076"/>
        <pc:sldMkLst>
          <pc:docMk/>
          <pc:sldMk cId="1746852076" sldId="2147473349"/>
        </pc:sldMkLst>
        <pc:spChg chg="mod">
          <ac:chgData name="川上梓紗 / KAWAKAMI，AZUSA" userId="434430cc-9ca0-4792-8703-e31f944a4715" providerId="ADAL" clId="{70DFD60B-A5ED-4B57-A763-E176F9C109CD}" dt="2025-03-03T11:17:23.187" v="4" actId="1076"/>
          <ac:spMkLst>
            <pc:docMk/>
            <pc:sldMk cId="1746852076" sldId="2147473349"/>
            <ac:spMk id="17" creationId="{8066704B-F5BD-77F3-1814-E86691F3C790}"/>
          </ac:spMkLst>
        </pc:spChg>
      </pc:sldChg>
    </pc:docChg>
  </pc:docChgLst>
  <pc:docChgLst>
    <pc:chgData name="川上梓紗 / KAWAKAMI，AZUSA" userId="434430cc-9ca0-4792-8703-e31f944a4715" providerId="ADAL" clId="{C7364917-E5A6-4F3E-A8FF-A552E18ABBE1}"/>
    <pc:docChg chg="undo custSel addSld delSld modSld sldOrd">
      <pc:chgData name="川上梓紗 / KAWAKAMI，AZUSA" userId="434430cc-9ca0-4792-8703-e31f944a4715" providerId="ADAL" clId="{C7364917-E5A6-4F3E-A8FF-A552E18ABBE1}" dt="2025-03-06T10:07:43.194" v="3719" actId="20577"/>
      <pc:docMkLst>
        <pc:docMk/>
      </pc:docMkLst>
      <pc:sldChg chg="modSp mod">
        <pc:chgData name="川上梓紗 / KAWAKAMI，AZUSA" userId="434430cc-9ca0-4792-8703-e31f944a4715" providerId="ADAL" clId="{C7364917-E5A6-4F3E-A8FF-A552E18ABBE1}" dt="2025-03-06T05:09:10.770" v="1566" actId="20577"/>
        <pc:sldMkLst>
          <pc:docMk/>
          <pc:sldMk cId="2954886727" sldId="2147473314"/>
        </pc:sldMkLst>
        <pc:spChg chg="mod">
          <ac:chgData name="川上梓紗 / KAWAKAMI，AZUSA" userId="434430cc-9ca0-4792-8703-e31f944a4715" providerId="ADAL" clId="{C7364917-E5A6-4F3E-A8FF-A552E18ABBE1}" dt="2025-03-06T05:09:10.770" v="1566" actId="20577"/>
          <ac:spMkLst>
            <pc:docMk/>
            <pc:sldMk cId="2954886727" sldId="2147473314"/>
            <ac:spMk id="5" creationId="{55E055A2-0047-C5DD-82B3-8D7D5941F5C7}"/>
          </ac:spMkLst>
        </pc:spChg>
      </pc:sldChg>
      <pc:sldChg chg="addSp delSp modSp mod ord">
        <pc:chgData name="川上梓紗 / KAWAKAMI，AZUSA" userId="434430cc-9ca0-4792-8703-e31f944a4715" providerId="ADAL" clId="{C7364917-E5A6-4F3E-A8FF-A552E18ABBE1}" dt="2025-03-06T10:07:43.194" v="3719" actId="20577"/>
        <pc:sldMkLst>
          <pc:docMk/>
          <pc:sldMk cId="1291477232" sldId="2147473321"/>
        </pc:sldMkLst>
      </pc:sldChg>
      <pc:sldChg chg="addSp delSp modSp mod">
        <pc:chgData name="川上梓紗 / KAWAKAMI，AZUSA" userId="434430cc-9ca0-4792-8703-e31f944a4715" providerId="ADAL" clId="{C7364917-E5A6-4F3E-A8FF-A552E18ABBE1}" dt="2025-03-06T09:27:32.157" v="1629" actId="20577"/>
        <pc:sldMkLst>
          <pc:docMk/>
          <pc:sldMk cId="1746852076" sldId="2147473349"/>
        </pc:sldMkLst>
        <pc:spChg chg="mod">
          <ac:chgData name="川上梓紗 / KAWAKAMI，AZUSA" userId="434430cc-9ca0-4792-8703-e31f944a4715" providerId="ADAL" clId="{C7364917-E5A6-4F3E-A8FF-A552E18ABBE1}" dt="2025-03-06T09:10:56.854" v="1587" actId="692"/>
          <ac:spMkLst>
            <pc:docMk/>
            <pc:sldMk cId="1746852076" sldId="2147473349"/>
            <ac:spMk id="5" creationId="{2A05453E-D99E-1080-51F2-14F061919169}"/>
          </ac:spMkLst>
        </pc:spChg>
        <pc:spChg chg="add mod">
          <ac:chgData name="川上梓紗 / KAWAKAMI，AZUSA" userId="434430cc-9ca0-4792-8703-e31f944a4715" providerId="ADAL" clId="{C7364917-E5A6-4F3E-A8FF-A552E18ABBE1}" dt="2025-03-06T09:27:32.157" v="1629" actId="20577"/>
          <ac:spMkLst>
            <pc:docMk/>
            <pc:sldMk cId="1746852076" sldId="2147473349"/>
            <ac:spMk id="8" creationId="{09D3A517-BE68-88EE-84F5-2C3CCAF2410D}"/>
          </ac:spMkLst>
        </pc:spChg>
      </pc:sldChg>
      <pc:sldChg chg="modSp mod">
        <pc:chgData name="川上梓紗 / KAWAKAMI，AZUSA" userId="434430cc-9ca0-4792-8703-e31f944a4715" providerId="ADAL" clId="{C7364917-E5A6-4F3E-A8FF-A552E18ABBE1}" dt="2025-03-06T09:30:27.568" v="1758" actId="20577"/>
        <pc:sldMkLst>
          <pc:docMk/>
          <pc:sldMk cId="3556820895" sldId="2147473350"/>
        </pc:sldMkLst>
        <pc:graphicFrameChg chg="mod modGraphic">
          <ac:chgData name="川上梓紗 / KAWAKAMI，AZUSA" userId="434430cc-9ca0-4792-8703-e31f944a4715" providerId="ADAL" clId="{C7364917-E5A6-4F3E-A8FF-A552E18ABBE1}" dt="2025-03-06T09:30:27.568" v="1758" actId="20577"/>
          <ac:graphicFrameMkLst>
            <pc:docMk/>
            <pc:sldMk cId="3556820895" sldId="2147473350"/>
            <ac:graphicFrameMk id="8" creationId="{396AB196-2EEF-02AC-A8CF-1456BC2E2689}"/>
          </ac:graphicFrameMkLst>
        </pc:graphicFrameChg>
      </pc:sldChg>
      <pc:sldChg chg="addSp delSp modSp add mod">
        <pc:chgData name="川上梓紗 / KAWAKAMI，AZUSA" userId="434430cc-9ca0-4792-8703-e31f944a4715" providerId="ADAL" clId="{C7364917-E5A6-4F3E-A8FF-A552E18ABBE1}" dt="2025-03-06T09:54:41.272" v="2733" actId="20577"/>
        <pc:sldMkLst>
          <pc:docMk/>
          <pc:sldMk cId="4206203588" sldId="2147473433"/>
        </pc:sldMkLst>
      </pc:sldChg>
      <pc:sldChg chg="addSp delSp modSp add mod">
        <pc:chgData name="川上梓紗 / KAWAKAMI，AZUSA" userId="434430cc-9ca0-4792-8703-e31f944a4715" providerId="ADAL" clId="{C7364917-E5A6-4F3E-A8FF-A552E18ABBE1}" dt="2025-03-06T09:41:58.662" v="2113" actId="1076"/>
        <pc:sldMkLst>
          <pc:docMk/>
          <pc:sldMk cId="1154872186" sldId="2147473434"/>
        </pc:sldMkLst>
      </pc:sldChg>
      <pc:sldChg chg="addSp delSp modSp add mod">
        <pc:chgData name="川上梓紗 / KAWAKAMI，AZUSA" userId="434430cc-9ca0-4792-8703-e31f944a4715" providerId="ADAL" clId="{C7364917-E5A6-4F3E-A8FF-A552E18ABBE1}" dt="2025-03-06T10:04:15.777" v="3572" actId="20577"/>
        <pc:sldMkLst>
          <pc:docMk/>
          <pc:sldMk cId="903565925" sldId="2147473435"/>
        </pc:sldMkLst>
      </pc:sldChg>
      <pc:sldChg chg="add del">
        <pc:chgData name="川上梓紗 / KAWAKAMI，AZUSA" userId="434430cc-9ca0-4792-8703-e31f944a4715" providerId="ADAL" clId="{C7364917-E5A6-4F3E-A8FF-A552E18ABBE1}" dt="2025-03-06T09:40:56.944" v="2044" actId="47"/>
        <pc:sldMkLst>
          <pc:docMk/>
          <pc:sldMk cId="1601835721" sldId="2147473437"/>
        </pc:sldMkLst>
      </pc:sldChg>
      <pc:sldChg chg="addSp delSp modSp add del mod">
        <pc:chgData name="川上梓紗 / KAWAKAMI，AZUSA" userId="434430cc-9ca0-4792-8703-e31f944a4715" providerId="ADAL" clId="{C7364917-E5A6-4F3E-A8FF-A552E18ABBE1}" dt="2025-03-06T09:51:44.493" v="2400" actId="47"/>
        <pc:sldMkLst>
          <pc:docMk/>
          <pc:sldMk cId="3941839987" sldId="2147473438"/>
        </pc:sldMkLst>
      </pc:sldChg>
      <pc:sldChg chg="addSp modSp add mod">
        <pc:chgData name="川上梓紗 / KAWAKAMI，AZUSA" userId="434430cc-9ca0-4792-8703-e31f944a4715" providerId="ADAL" clId="{C7364917-E5A6-4F3E-A8FF-A552E18ABBE1}" dt="2025-03-06T09:40:32.120" v="2043"/>
        <pc:sldMkLst>
          <pc:docMk/>
          <pc:sldMk cId="694307122" sldId="2147473439"/>
        </pc:sldMkLst>
      </pc:sldChg>
      <pc:sldChg chg="addSp delSp modSp add del mod">
        <pc:chgData name="川上梓紗 / KAWAKAMI，AZUSA" userId="434430cc-9ca0-4792-8703-e31f944a4715" providerId="ADAL" clId="{C7364917-E5A6-4F3E-A8FF-A552E18ABBE1}" dt="2025-03-06T09:51:43.376" v="2399" actId="47"/>
        <pc:sldMkLst>
          <pc:docMk/>
          <pc:sldMk cId="3392268989" sldId="2147473440"/>
        </pc:sldMkLst>
      </pc:sldChg>
      <pc:sldChg chg="addSp modSp add">
        <pc:chgData name="川上梓紗 / KAWAKAMI，AZUSA" userId="434430cc-9ca0-4792-8703-e31f944a4715" providerId="ADAL" clId="{C7364917-E5A6-4F3E-A8FF-A552E18ABBE1}" dt="2025-03-06T09:51:32.172" v="2398"/>
        <pc:sldMkLst>
          <pc:docMk/>
          <pc:sldMk cId="1340957045" sldId="2147473441"/>
        </pc:sldMkLst>
      </pc:sldChg>
    </pc:docChg>
  </pc:docChgLst>
  <pc:docChgLst>
    <pc:chgData name="川上梓紗 / KAWAKAMI，AZUSA" userId="434430cc-9ca0-4792-8703-e31f944a4715" providerId="ADAL" clId="{F2995603-D316-426B-B838-E7E7BCAEB068}"/>
    <pc:docChg chg="undo custSel addSld delSld modSld">
      <pc:chgData name="川上梓紗 / KAWAKAMI，AZUSA" userId="434430cc-9ca0-4792-8703-e31f944a4715" providerId="ADAL" clId="{F2995603-D316-426B-B838-E7E7BCAEB068}" dt="2025-03-13T03:15:05.514" v="5554" actId="20577"/>
      <pc:docMkLst>
        <pc:docMk/>
      </pc:docMkLst>
      <pc:sldChg chg="addSp modSp mod">
        <pc:chgData name="川上梓紗 / KAWAKAMI，AZUSA" userId="434430cc-9ca0-4792-8703-e31f944a4715" providerId="ADAL" clId="{F2995603-D316-426B-B838-E7E7BCAEB068}" dt="2025-03-13T00:49:19.475" v="289" actId="14100"/>
        <pc:sldMkLst>
          <pc:docMk/>
          <pc:sldMk cId="2777390900" sldId="4645"/>
        </pc:sldMkLst>
        <pc:spChg chg="add mod">
          <ac:chgData name="川上梓紗 / KAWAKAMI，AZUSA" userId="434430cc-9ca0-4792-8703-e31f944a4715" providerId="ADAL" clId="{F2995603-D316-426B-B838-E7E7BCAEB068}" dt="2025-03-13T00:49:19.475" v="289" actId="14100"/>
          <ac:spMkLst>
            <pc:docMk/>
            <pc:sldMk cId="2777390900" sldId="4645"/>
            <ac:spMk id="3" creationId="{34830F40-2011-98CD-F870-41745EBD1DC6}"/>
          </ac:spMkLst>
        </pc:spChg>
        <pc:spChg chg="mod ord">
          <ac:chgData name="川上梓紗 / KAWAKAMI，AZUSA" userId="434430cc-9ca0-4792-8703-e31f944a4715" providerId="ADAL" clId="{F2995603-D316-426B-B838-E7E7BCAEB068}" dt="2025-03-13T00:48:07.392" v="140" actId="1076"/>
          <ac:spMkLst>
            <pc:docMk/>
            <pc:sldMk cId="2777390900" sldId="4645"/>
            <ac:spMk id="10" creationId="{2FD0E9A1-A27E-39B6-AE5D-8373BEF4539A}"/>
          </ac:spMkLst>
        </pc:spChg>
        <pc:spChg chg="mod">
          <ac:chgData name="川上梓紗 / KAWAKAMI，AZUSA" userId="434430cc-9ca0-4792-8703-e31f944a4715" providerId="ADAL" clId="{F2995603-D316-426B-B838-E7E7BCAEB068}" dt="2025-03-13T00:04:41.324" v="106" actId="20577"/>
          <ac:spMkLst>
            <pc:docMk/>
            <pc:sldMk cId="2777390900" sldId="4645"/>
            <ac:spMk id="12" creationId="{13273190-2F45-664B-8CBB-E26D0376EC60}"/>
          </ac:spMkLst>
        </pc:spChg>
        <pc:spChg chg="mod">
          <ac:chgData name="川上梓紗 / KAWAKAMI，AZUSA" userId="434430cc-9ca0-4792-8703-e31f944a4715" providerId="ADAL" clId="{F2995603-D316-426B-B838-E7E7BCAEB068}" dt="2025-03-13T00:48:00.808" v="138" actId="14100"/>
          <ac:spMkLst>
            <pc:docMk/>
            <pc:sldMk cId="2777390900" sldId="4645"/>
            <ac:spMk id="66" creationId="{EB313FDA-B9B8-10BD-0652-D271D7DBAAA5}"/>
          </ac:spMkLst>
        </pc:spChg>
        <pc:spChg chg="mod">
          <ac:chgData name="川上梓紗 / KAWAKAMI，AZUSA" userId="434430cc-9ca0-4792-8703-e31f944a4715" providerId="ADAL" clId="{F2995603-D316-426B-B838-E7E7BCAEB068}" dt="2025-03-13T00:48:04.083" v="139" actId="14100"/>
          <ac:spMkLst>
            <pc:docMk/>
            <pc:sldMk cId="2777390900" sldId="4645"/>
            <ac:spMk id="67" creationId="{624915D6-6574-6199-A184-FD387318C343}"/>
          </ac:spMkLst>
        </pc:spChg>
      </pc:sldChg>
      <pc:sldChg chg="modSp mod">
        <pc:chgData name="川上梓紗 / KAWAKAMI，AZUSA" userId="434430cc-9ca0-4792-8703-e31f944a4715" providerId="ADAL" clId="{F2995603-D316-426B-B838-E7E7BCAEB068}" dt="2025-03-13T02:36:10.325" v="4561" actId="20577"/>
        <pc:sldMkLst>
          <pc:docMk/>
          <pc:sldMk cId="2954886727" sldId="2147473314"/>
        </pc:sldMkLst>
        <pc:spChg chg="mod">
          <ac:chgData name="川上梓紗 / KAWAKAMI，AZUSA" userId="434430cc-9ca0-4792-8703-e31f944a4715" providerId="ADAL" clId="{F2995603-D316-426B-B838-E7E7BCAEB068}" dt="2025-03-13T02:36:10.325" v="4561" actId="20577"/>
          <ac:spMkLst>
            <pc:docMk/>
            <pc:sldMk cId="2954886727" sldId="2147473314"/>
            <ac:spMk id="4" creationId="{C3252FF7-9AC7-1495-AFE8-94D5CAC29C6D}"/>
          </ac:spMkLst>
        </pc:spChg>
      </pc:sldChg>
      <pc:sldChg chg="addSp delSp modSp add mod">
        <pc:chgData name="川上梓紗 / KAWAKAMI，AZUSA" userId="434430cc-9ca0-4792-8703-e31f944a4715" providerId="ADAL" clId="{F2995603-D316-426B-B838-E7E7BCAEB068}" dt="2025-03-13T01:36:58.435" v="2136" actId="20577"/>
        <pc:sldMkLst>
          <pc:docMk/>
          <pc:sldMk cId="3461569220" sldId="2147473440"/>
        </pc:sldMkLst>
        <pc:spChg chg="add mod">
          <ac:chgData name="川上梓紗 / KAWAKAMI，AZUSA" userId="434430cc-9ca0-4792-8703-e31f944a4715" providerId="ADAL" clId="{F2995603-D316-426B-B838-E7E7BCAEB068}" dt="2025-03-13T01:36:44.016" v="2072" actId="20577"/>
          <ac:spMkLst>
            <pc:docMk/>
            <pc:sldMk cId="3461569220" sldId="2147473440"/>
            <ac:spMk id="3" creationId="{3258687E-D341-69B0-94C9-FC182CA8F1D0}"/>
          </ac:spMkLst>
        </pc:spChg>
        <pc:spChg chg="mod">
          <ac:chgData name="川上梓紗 / KAWAKAMI，AZUSA" userId="434430cc-9ca0-4792-8703-e31f944a4715" providerId="ADAL" clId="{F2995603-D316-426B-B838-E7E7BCAEB068}" dt="2025-03-13T01:36:58.435" v="2136" actId="20577"/>
          <ac:spMkLst>
            <pc:docMk/>
            <pc:sldMk cId="3461569220" sldId="2147473440"/>
            <ac:spMk id="5" creationId="{93EA7EB9-B6E7-231F-E985-2E6C54859C26}"/>
          </ac:spMkLst>
        </pc:spChg>
        <pc:spChg chg="del mod">
          <ac:chgData name="川上梓紗 / KAWAKAMI，AZUSA" userId="434430cc-9ca0-4792-8703-e31f944a4715" providerId="ADAL" clId="{F2995603-D316-426B-B838-E7E7BCAEB068}" dt="2025-03-13T01:36:36.255" v="2057" actId="478"/>
          <ac:spMkLst>
            <pc:docMk/>
            <pc:sldMk cId="3461569220" sldId="2147473440"/>
            <ac:spMk id="6" creationId="{44FF568A-2E60-E2E4-F53A-03467781D046}"/>
          </ac:spMkLst>
        </pc:spChg>
      </pc:sldChg>
      <pc:sldChg chg="del">
        <pc:chgData name="川上梓紗 / KAWAKAMI，AZUSA" userId="434430cc-9ca0-4792-8703-e31f944a4715" providerId="ADAL" clId="{F2995603-D316-426B-B838-E7E7BCAEB068}" dt="2025-03-13T01:40:47.669" v="2521" actId="47"/>
        <pc:sldMkLst>
          <pc:docMk/>
          <pc:sldMk cId="2814626366" sldId="2147473442"/>
        </pc:sldMkLst>
      </pc:sldChg>
      <pc:sldChg chg="modSp add mod">
        <pc:chgData name="川上梓紗 / KAWAKAMI，AZUSA" userId="434430cc-9ca0-4792-8703-e31f944a4715" providerId="ADAL" clId="{F2995603-D316-426B-B838-E7E7BCAEB068}" dt="2025-03-13T01:20:52.943" v="1772" actId="20577"/>
        <pc:sldMkLst>
          <pc:docMk/>
          <pc:sldMk cId="3237687519" sldId="2147473443"/>
        </pc:sldMkLst>
        <pc:spChg chg="mod">
          <ac:chgData name="川上梓紗 / KAWAKAMI，AZUSA" userId="434430cc-9ca0-4792-8703-e31f944a4715" providerId="ADAL" clId="{F2995603-D316-426B-B838-E7E7BCAEB068}" dt="2025-03-13T01:13:17.473" v="1066" actId="20577"/>
          <ac:spMkLst>
            <pc:docMk/>
            <pc:sldMk cId="3237687519" sldId="2147473443"/>
            <ac:spMk id="5" creationId="{39A2DAEE-A92B-187B-C68C-3E71AD1A04F6}"/>
          </ac:spMkLst>
        </pc:spChg>
        <pc:spChg chg="mod">
          <ac:chgData name="川上梓紗 / KAWAKAMI，AZUSA" userId="434430cc-9ca0-4792-8703-e31f944a4715" providerId="ADAL" clId="{F2995603-D316-426B-B838-E7E7BCAEB068}" dt="2025-03-13T01:20:52.943" v="1772" actId="20577"/>
          <ac:spMkLst>
            <pc:docMk/>
            <pc:sldMk cId="3237687519" sldId="2147473443"/>
            <ac:spMk id="6" creationId="{9F4933A3-5DA7-C66E-15E4-0D1088FF80E4}"/>
          </ac:spMkLst>
        </pc:spChg>
        <pc:spChg chg="mod">
          <ac:chgData name="川上梓紗 / KAWAKAMI，AZUSA" userId="434430cc-9ca0-4792-8703-e31f944a4715" providerId="ADAL" clId="{F2995603-D316-426B-B838-E7E7BCAEB068}" dt="2025-03-13T01:12:56.492" v="1028" actId="20577"/>
          <ac:spMkLst>
            <pc:docMk/>
            <pc:sldMk cId="3237687519" sldId="2147473443"/>
            <ac:spMk id="12" creationId="{9878075E-4208-3C1C-EEEF-557D1265F02D}"/>
          </ac:spMkLst>
        </pc:spChg>
        <pc:grpChg chg="mod">
          <ac:chgData name="川上梓紗 / KAWAKAMI，AZUSA" userId="434430cc-9ca0-4792-8703-e31f944a4715" providerId="ADAL" clId="{F2995603-D316-426B-B838-E7E7BCAEB068}" dt="2025-03-13T01:04:13.577" v="379" actId="1076"/>
          <ac:grpSpMkLst>
            <pc:docMk/>
            <pc:sldMk cId="3237687519" sldId="2147473443"/>
            <ac:grpSpMk id="3" creationId="{4C1D6043-FA35-FB33-A2F2-2037A7D18480}"/>
          </ac:grpSpMkLst>
        </pc:grpChg>
      </pc:sldChg>
      <pc:sldChg chg="addSp delSp modSp add mod">
        <pc:chgData name="川上梓紗 / KAWAKAMI，AZUSA" userId="434430cc-9ca0-4792-8703-e31f944a4715" providerId="ADAL" clId="{F2995603-D316-426B-B838-E7E7BCAEB068}" dt="2025-03-13T01:35:51.487" v="2047" actId="20577"/>
        <pc:sldMkLst>
          <pc:docMk/>
          <pc:sldMk cId="375470283" sldId="2147473444"/>
        </pc:sldMkLst>
        <pc:spChg chg="add del mod">
          <ac:chgData name="川上梓紗 / KAWAKAMI，AZUSA" userId="434430cc-9ca0-4792-8703-e31f944a4715" providerId="ADAL" clId="{F2995603-D316-426B-B838-E7E7BCAEB068}" dt="2025-03-13T01:18:43.787" v="1594" actId="478"/>
          <ac:spMkLst>
            <pc:docMk/>
            <pc:sldMk cId="375470283" sldId="2147473444"/>
            <ac:spMk id="4" creationId="{4D9041FE-CECA-26E8-C25C-958A1435358F}"/>
          </ac:spMkLst>
        </pc:spChg>
        <pc:spChg chg="mod">
          <ac:chgData name="川上梓紗 / KAWAKAMI，AZUSA" userId="434430cc-9ca0-4792-8703-e31f944a4715" providerId="ADAL" clId="{F2995603-D316-426B-B838-E7E7BCAEB068}" dt="2025-03-13T01:21:13.034" v="1812" actId="20577"/>
          <ac:spMkLst>
            <pc:docMk/>
            <pc:sldMk cId="375470283" sldId="2147473444"/>
            <ac:spMk id="5" creationId="{2748DB12-566D-B381-93FC-F54F6B58DE6C}"/>
          </ac:spMkLst>
        </pc:spChg>
        <pc:spChg chg="del mod">
          <ac:chgData name="川上梓紗 / KAWAKAMI，AZUSA" userId="434430cc-9ca0-4792-8703-e31f944a4715" providerId="ADAL" clId="{F2995603-D316-426B-B838-E7E7BCAEB068}" dt="2025-03-13T01:20:03.954" v="1770" actId="478"/>
          <ac:spMkLst>
            <pc:docMk/>
            <pc:sldMk cId="375470283" sldId="2147473444"/>
            <ac:spMk id="6" creationId="{CADB1B1F-2249-3B2E-A226-225590E74970}"/>
          </ac:spMkLst>
        </pc:spChg>
        <pc:spChg chg="add mod">
          <ac:chgData name="川上梓紗 / KAWAKAMI，AZUSA" userId="434430cc-9ca0-4792-8703-e31f944a4715" providerId="ADAL" clId="{F2995603-D316-426B-B838-E7E7BCAEB068}" dt="2025-03-13T01:20:48.185" v="1771" actId="20577"/>
          <ac:spMkLst>
            <pc:docMk/>
            <pc:sldMk cId="375470283" sldId="2147473444"/>
            <ac:spMk id="7" creationId="{CC1CE4F3-28A2-E2B2-0C84-C01CF296E686}"/>
          </ac:spMkLst>
        </pc:spChg>
        <pc:spChg chg="add del mod">
          <ac:chgData name="川上梓紗 / KAWAKAMI，AZUSA" userId="434430cc-9ca0-4792-8703-e31f944a4715" providerId="ADAL" clId="{F2995603-D316-426B-B838-E7E7BCAEB068}" dt="2025-03-13T01:22:06.037" v="1890" actId="478"/>
          <ac:spMkLst>
            <pc:docMk/>
            <pc:sldMk cId="375470283" sldId="2147473444"/>
            <ac:spMk id="8" creationId="{D003C94D-1A74-E18D-6E0D-548A36349655}"/>
          </ac:spMkLst>
        </pc:spChg>
        <pc:spChg chg="add mod">
          <ac:chgData name="川上梓紗 / KAWAKAMI，AZUSA" userId="434430cc-9ca0-4792-8703-e31f944a4715" providerId="ADAL" clId="{F2995603-D316-426B-B838-E7E7BCAEB068}" dt="2025-03-13T01:35:51.487" v="2047" actId="20577"/>
          <ac:spMkLst>
            <pc:docMk/>
            <pc:sldMk cId="375470283" sldId="2147473444"/>
            <ac:spMk id="9" creationId="{D7F38686-69B9-1923-8CC1-9057F736752C}"/>
          </ac:spMkLst>
        </pc:spChg>
        <pc:spChg chg="mod">
          <ac:chgData name="川上梓紗 / KAWAKAMI，AZUSA" userId="434430cc-9ca0-4792-8703-e31f944a4715" providerId="ADAL" clId="{F2995603-D316-426B-B838-E7E7BCAEB068}" dt="2025-03-13T01:19:37.056" v="1765" actId="113"/>
          <ac:spMkLst>
            <pc:docMk/>
            <pc:sldMk cId="375470283" sldId="2147473444"/>
            <ac:spMk id="12" creationId="{CD7A7FFC-B72D-8134-1AB4-8CBD09CAE0D4}"/>
          </ac:spMkLst>
        </pc:spChg>
        <pc:spChg chg="mod">
          <ac:chgData name="川上梓紗 / KAWAKAMI，AZUSA" userId="434430cc-9ca0-4792-8703-e31f944a4715" providerId="ADAL" clId="{F2995603-D316-426B-B838-E7E7BCAEB068}" dt="2025-03-13T01:19:13.017" v="1713" actId="20577"/>
          <ac:spMkLst>
            <pc:docMk/>
            <pc:sldMk cId="375470283" sldId="2147473444"/>
            <ac:spMk id="29" creationId="{6677B307-2A95-CBC6-017C-7BB3FD75CEC7}"/>
          </ac:spMkLst>
        </pc:spChg>
        <pc:grpChg chg="add del">
          <ac:chgData name="川上梓紗 / KAWAKAMI，AZUSA" userId="434430cc-9ca0-4792-8703-e31f944a4715" providerId="ADAL" clId="{F2995603-D316-426B-B838-E7E7BCAEB068}" dt="2025-03-13T01:22:04.578" v="1889" actId="478"/>
          <ac:grpSpMkLst>
            <pc:docMk/>
            <pc:sldMk cId="375470283" sldId="2147473444"/>
            <ac:grpSpMk id="3" creationId="{B2510348-10FE-2E31-F9B9-63CD31830D5E}"/>
          </ac:grpSpMkLst>
        </pc:grpChg>
      </pc:sldChg>
      <pc:sldChg chg="addSp delSp modSp add mod">
        <pc:chgData name="川上梓紗 / KAWAKAMI，AZUSA" userId="434430cc-9ca0-4792-8703-e31f944a4715" providerId="ADAL" clId="{F2995603-D316-426B-B838-E7E7BCAEB068}" dt="2025-03-13T02:42:04.576" v="5195" actId="20577"/>
        <pc:sldMkLst>
          <pc:docMk/>
          <pc:sldMk cId="1858117371" sldId="2147473445"/>
        </pc:sldMkLst>
        <pc:spChg chg="add mod">
          <ac:chgData name="川上梓紗 / KAWAKAMI，AZUSA" userId="434430cc-9ca0-4792-8703-e31f944a4715" providerId="ADAL" clId="{F2995603-D316-426B-B838-E7E7BCAEB068}" dt="2025-03-13T01:05:53.444" v="572" actId="14100"/>
          <ac:spMkLst>
            <pc:docMk/>
            <pc:sldMk cId="1858117371" sldId="2147473445"/>
            <ac:spMk id="3" creationId="{FBB66B96-C429-93D1-409E-4B7A0F73769B}"/>
          </ac:spMkLst>
        </pc:spChg>
        <pc:spChg chg="add del mod">
          <ac:chgData name="川上梓紗 / KAWAKAMI，AZUSA" userId="434430cc-9ca0-4792-8703-e31f944a4715" providerId="ADAL" clId="{F2995603-D316-426B-B838-E7E7BCAEB068}" dt="2025-03-13T01:36:18.263" v="2052" actId="478"/>
          <ac:spMkLst>
            <pc:docMk/>
            <pc:sldMk cId="1858117371" sldId="2147473445"/>
            <ac:spMk id="5" creationId="{50159C21-5D7F-E261-A44B-11AEBAD1A0EC}"/>
          </ac:spMkLst>
        </pc:spChg>
        <pc:spChg chg="del">
          <ac:chgData name="川上梓紗 / KAWAKAMI，AZUSA" userId="434430cc-9ca0-4792-8703-e31f944a4715" providerId="ADAL" clId="{F2995603-D316-426B-B838-E7E7BCAEB068}" dt="2025-03-13T01:36:16.505" v="2051" actId="478"/>
          <ac:spMkLst>
            <pc:docMk/>
            <pc:sldMk cId="1858117371" sldId="2147473445"/>
            <ac:spMk id="6" creationId="{095E35A4-DC06-5599-0DE8-A18531DE585F}"/>
          </ac:spMkLst>
        </pc:spChg>
        <pc:spChg chg="add mod">
          <ac:chgData name="川上梓紗 / KAWAKAMI，AZUSA" userId="434430cc-9ca0-4792-8703-e31f944a4715" providerId="ADAL" clId="{F2995603-D316-426B-B838-E7E7BCAEB068}" dt="2025-03-13T01:36:18.461" v="2053"/>
          <ac:spMkLst>
            <pc:docMk/>
            <pc:sldMk cId="1858117371" sldId="2147473445"/>
            <ac:spMk id="7" creationId="{1D64AF90-524C-236F-0D29-D313CEB66EBA}"/>
          </ac:spMkLst>
        </pc:spChg>
        <pc:spChg chg="mod">
          <ac:chgData name="川上梓紗 / KAWAKAMI，AZUSA" userId="434430cc-9ca0-4792-8703-e31f944a4715" providerId="ADAL" clId="{F2995603-D316-426B-B838-E7E7BCAEB068}" dt="2025-03-13T01:06:54.737" v="574" actId="552"/>
          <ac:spMkLst>
            <pc:docMk/>
            <pc:sldMk cId="1858117371" sldId="2147473445"/>
            <ac:spMk id="14" creationId="{D1B5958D-36E5-4DAA-B608-9B566771D753}"/>
          </ac:spMkLst>
        </pc:spChg>
        <pc:spChg chg="mod">
          <ac:chgData name="川上梓紗 / KAWAKAMI，AZUSA" userId="434430cc-9ca0-4792-8703-e31f944a4715" providerId="ADAL" clId="{F2995603-D316-426B-B838-E7E7BCAEB068}" dt="2025-03-13T01:06:54.737" v="574" actId="552"/>
          <ac:spMkLst>
            <pc:docMk/>
            <pc:sldMk cId="1858117371" sldId="2147473445"/>
            <ac:spMk id="15" creationId="{C40080B0-B0C9-4C48-C110-731A937C0B9F}"/>
          </ac:spMkLst>
        </pc:spChg>
        <pc:spChg chg="mod">
          <ac:chgData name="川上梓紗 / KAWAKAMI，AZUSA" userId="434430cc-9ca0-4792-8703-e31f944a4715" providerId="ADAL" clId="{F2995603-D316-426B-B838-E7E7BCAEB068}" dt="2025-03-13T01:06:54.737" v="574" actId="552"/>
          <ac:spMkLst>
            <pc:docMk/>
            <pc:sldMk cId="1858117371" sldId="2147473445"/>
            <ac:spMk id="17" creationId="{9B67A617-12E1-605A-E783-607AD10DEBB6}"/>
          </ac:spMkLst>
        </pc:spChg>
        <pc:spChg chg="mod">
          <ac:chgData name="川上梓紗 / KAWAKAMI，AZUSA" userId="434430cc-9ca0-4792-8703-e31f944a4715" providerId="ADAL" clId="{F2995603-D316-426B-B838-E7E7BCAEB068}" dt="2025-03-13T02:42:04.576" v="5195" actId="20577"/>
          <ac:spMkLst>
            <pc:docMk/>
            <pc:sldMk cId="1858117371" sldId="2147473445"/>
            <ac:spMk id="22" creationId="{20064D86-4E6B-2550-6658-88D996678C2E}"/>
          </ac:spMkLst>
        </pc:spChg>
        <pc:spChg chg="mod">
          <ac:chgData name="川上梓紗 / KAWAKAMI，AZUSA" userId="434430cc-9ca0-4792-8703-e31f944a4715" providerId="ADAL" clId="{F2995603-D316-426B-B838-E7E7BCAEB068}" dt="2025-03-13T01:08:39.162" v="591" actId="1076"/>
          <ac:spMkLst>
            <pc:docMk/>
            <pc:sldMk cId="1858117371" sldId="2147473445"/>
            <ac:spMk id="32" creationId="{EFF3896E-DA84-E835-F086-05034E4C79F4}"/>
          </ac:spMkLst>
        </pc:spChg>
        <pc:spChg chg="mod">
          <ac:chgData name="川上梓紗 / KAWAKAMI，AZUSA" userId="434430cc-9ca0-4792-8703-e31f944a4715" providerId="ADAL" clId="{F2995603-D316-426B-B838-E7E7BCAEB068}" dt="2025-03-13T01:08:49.664" v="593" actId="12789"/>
          <ac:spMkLst>
            <pc:docMk/>
            <pc:sldMk cId="1858117371" sldId="2147473445"/>
            <ac:spMk id="35" creationId="{5F01E06B-316B-8A9C-42A0-11F44A87EB33}"/>
          </ac:spMkLst>
        </pc:spChg>
        <pc:spChg chg="mod">
          <ac:chgData name="川上梓紗 / KAWAKAMI，AZUSA" userId="434430cc-9ca0-4792-8703-e31f944a4715" providerId="ADAL" clId="{F2995603-D316-426B-B838-E7E7BCAEB068}" dt="2025-03-13T01:08:49.664" v="593" actId="12789"/>
          <ac:spMkLst>
            <pc:docMk/>
            <pc:sldMk cId="1858117371" sldId="2147473445"/>
            <ac:spMk id="36" creationId="{CDD3F9EF-D538-9726-58CA-9EEB4BBDB654}"/>
          </ac:spMkLst>
        </pc:spChg>
        <pc:spChg chg="mod">
          <ac:chgData name="川上梓紗 / KAWAKAMI，AZUSA" userId="434430cc-9ca0-4792-8703-e31f944a4715" providerId="ADAL" clId="{F2995603-D316-426B-B838-E7E7BCAEB068}" dt="2025-03-13T01:08:49.664" v="593" actId="12789"/>
          <ac:spMkLst>
            <pc:docMk/>
            <pc:sldMk cId="1858117371" sldId="2147473445"/>
            <ac:spMk id="37" creationId="{3A238FFF-7DD8-DEE6-3DD4-B6B20D405A54}"/>
          </ac:spMkLst>
        </pc:spChg>
        <pc:spChg chg="mod">
          <ac:chgData name="川上梓紗 / KAWAKAMI，AZUSA" userId="434430cc-9ca0-4792-8703-e31f944a4715" providerId="ADAL" clId="{F2995603-D316-426B-B838-E7E7BCAEB068}" dt="2025-03-13T01:08:49.664" v="593" actId="12789"/>
          <ac:spMkLst>
            <pc:docMk/>
            <pc:sldMk cId="1858117371" sldId="2147473445"/>
            <ac:spMk id="38" creationId="{06772FE0-3C47-660F-4E50-948365C9F3BB}"/>
          </ac:spMkLst>
        </pc:spChg>
        <pc:spChg chg="mod">
          <ac:chgData name="川上梓紗 / KAWAKAMI，AZUSA" userId="434430cc-9ca0-4792-8703-e31f944a4715" providerId="ADAL" clId="{F2995603-D316-426B-B838-E7E7BCAEB068}" dt="2025-03-13T01:06:58.822" v="575" actId="552"/>
          <ac:spMkLst>
            <pc:docMk/>
            <pc:sldMk cId="1858117371" sldId="2147473445"/>
            <ac:spMk id="39" creationId="{094C806D-E058-935B-4E80-FC5B368CF33B}"/>
          </ac:spMkLst>
        </pc:spChg>
        <pc:spChg chg="mod">
          <ac:chgData name="川上梓紗 / KAWAKAMI，AZUSA" userId="434430cc-9ca0-4792-8703-e31f944a4715" providerId="ADAL" clId="{F2995603-D316-426B-B838-E7E7BCAEB068}" dt="2025-03-13T01:06:58.822" v="575" actId="552"/>
          <ac:spMkLst>
            <pc:docMk/>
            <pc:sldMk cId="1858117371" sldId="2147473445"/>
            <ac:spMk id="40" creationId="{776885A2-DE5A-C3B4-B629-980EEF5C5740}"/>
          </ac:spMkLst>
        </pc:spChg>
        <pc:spChg chg="mod">
          <ac:chgData name="川上梓紗 / KAWAKAMI，AZUSA" userId="434430cc-9ca0-4792-8703-e31f944a4715" providerId="ADAL" clId="{F2995603-D316-426B-B838-E7E7BCAEB068}" dt="2025-03-13T01:06:58.822" v="575" actId="552"/>
          <ac:spMkLst>
            <pc:docMk/>
            <pc:sldMk cId="1858117371" sldId="2147473445"/>
            <ac:spMk id="41" creationId="{D3BC2C25-944B-8D69-681E-525C7BA5F0A1}"/>
          </ac:spMkLst>
        </pc:spChg>
        <pc:spChg chg="mod">
          <ac:chgData name="川上梓紗 / KAWAKAMI，AZUSA" userId="434430cc-9ca0-4792-8703-e31f944a4715" providerId="ADAL" clId="{F2995603-D316-426B-B838-E7E7BCAEB068}" dt="2025-03-13T01:07:04.423" v="576" actId="552"/>
          <ac:spMkLst>
            <pc:docMk/>
            <pc:sldMk cId="1858117371" sldId="2147473445"/>
            <ac:spMk id="42" creationId="{C69C5F2B-4E4C-0CB4-86F7-6E5C89516B4B}"/>
          </ac:spMkLst>
        </pc:spChg>
        <pc:spChg chg="mod">
          <ac:chgData name="川上梓紗 / KAWAKAMI，AZUSA" userId="434430cc-9ca0-4792-8703-e31f944a4715" providerId="ADAL" clId="{F2995603-D316-426B-B838-E7E7BCAEB068}" dt="2025-03-13T01:08:39.162" v="591" actId="1076"/>
          <ac:spMkLst>
            <pc:docMk/>
            <pc:sldMk cId="1858117371" sldId="2147473445"/>
            <ac:spMk id="44" creationId="{B094C20E-339E-6CC2-BAEC-DB4BF1AEC354}"/>
          </ac:spMkLst>
        </pc:spChg>
        <pc:spChg chg="mod">
          <ac:chgData name="川上梓紗 / KAWAKAMI，AZUSA" userId="434430cc-9ca0-4792-8703-e31f944a4715" providerId="ADAL" clId="{F2995603-D316-426B-B838-E7E7BCAEB068}" dt="2025-03-13T01:08:39.162" v="591" actId="1076"/>
          <ac:spMkLst>
            <pc:docMk/>
            <pc:sldMk cId="1858117371" sldId="2147473445"/>
            <ac:spMk id="45" creationId="{D501C0D6-EF25-9595-A719-BC09E22E7E55}"/>
          </ac:spMkLst>
        </pc:spChg>
        <pc:spChg chg="mod">
          <ac:chgData name="川上梓紗 / KAWAKAMI，AZUSA" userId="434430cc-9ca0-4792-8703-e31f944a4715" providerId="ADAL" clId="{F2995603-D316-426B-B838-E7E7BCAEB068}" dt="2025-03-13T01:06:38.215" v="573" actId="554"/>
          <ac:spMkLst>
            <pc:docMk/>
            <pc:sldMk cId="1858117371" sldId="2147473445"/>
            <ac:spMk id="49" creationId="{44A18A9A-6915-DD8F-A755-BE9A149C3B6D}"/>
          </ac:spMkLst>
        </pc:spChg>
        <pc:spChg chg="mod">
          <ac:chgData name="川上梓紗 / KAWAKAMI，AZUSA" userId="434430cc-9ca0-4792-8703-e31f944a4715" providerId="ADAL" clId="{F2995603-D316-426B-B838-E7E7BCAEB068}" dt="2025-03-13T01:07:04.423" v="576" actId="552"/>
          <ac:spMkLst>
            <pc:docMk/>
            <pc:sldMk cId="1858117371" sldId="2147473445"/>
            <ac:spMk id="53" creationId="{CC9BBCAC-88E6-7740-B1BF-B7BE107DF8B9}"/>
          </ac:spMkLst>
        </pc:spChg>
        <pc:spChg chg="mod">
          <ac:chgData name="川上梓紗 / KAWAKAMI，AZUSA" userId="434430cc-9ca0-4792-8703-e31f944a4715" providerId="ADAL" clId="{F2995603-D316-426B-B838-E7E7BCAEB068}" dt="2025-03-13T01:07:14.418" v="577" actId="552"/>
          <ac:spMkLst>
            <pc:docMk/>
            <pc:sldMk cId="1858117371" sldId="2147473445"/>
            <ac:spMk id="54" creationId="{06B113EA-615E-E04F-83F0-9E4341F44826}"/>
          </ac:spMkLst>
        </pc:spChg>
        <pc:spChg chg="mod">
          <ac:chgData name="川上梓紗 / KAWAKAMI，AZUSA" userId="434430cc-9ca0-4792-8703-e31f944a4715" providerId="ADAL" clId="{F2995603-D316-426B-B838-E7E7BCAEB068}" dt="2025-03-13T01:07:14.418" v="577" actId="552"/>
          <ac:spMkLst>
            <pc:docMk/>
            <pc:sldMk cId="1858117371" sldId="2147473445"/>
            <ac:spMk id="55" creationId="{FF1EEC02-E6E4-06CA-3ADF-ECF859513E37}"/>
          </ac:spMkLst>
        </pc:spChg>
        <pc:spChg chg="mod">
          <ac:chgData name="川上梓紗 / KAWAKAMI，AZUSA" userId="434430cc-9ca0-4792-8703-e31f944a4715" providerId="ADAL" clId="{F2995603-D316-426B-B838-E7E7BCAEB068}" dt="2025-03-13T01:08:39.162" v="591" actId="1076"/>
          <ac:spMkLst>
            <pc:docMk/>
            <pc:sldMk cId="1858117371" sldId="2147473445"/>
            <ac:spMk id="56" creationId="{0E30A0E2-7C7D-379A-56FD-D651BD9995B0}"/>
          </ac:spMkLst>
        </pc:spChg>
        <pc:spChg chg="mod">
          <ac:chgData name="川上梓紗 / KAWAKAMI，AZUSA" userId="434430cc-9ca0-4792-8703-e31f944a4715" providerId="ADAL" clId="{F2995603-D316-426B-B838-E7E7BCAEB068}" dt="2025-03-13T01:08:39.162" v="591" actId="1076"/>
          <ac:spMkLst>
            <pc:docMk/>
            <pc:sldMk cId="1858117371" sldId="2147473445"/>
            <ac:spMk id="57" creationId="{C46D5E5F-DABC-4718-FCA3-BA04AE758CBD}"/>
          </ac:spMkLst>
        </pc:spChg>
        <pc:spChg chg="mod">
          <ac:chgData name="川上梓紗 / KAWAKAMI，AZUSA" userId="434430cc-9ca0-4792-8703-e31f944a4715" providerId="ADAL" clId="{F2995603-D316-426B-B838-E7E7BCAEB068}" dt="2025-03-13T01:07:27.886" v="584" actId="14100"/>
          <ac:spMkLst>
            <pc:docMk/>
            <pc:sldMk cId="1858117371" sldId="2147473445"/>
            <ac:spMk id="58" creationId="{8F7B473E-2ECD-4D2D-0BB4-8A7A22A7995A}"/>
          </ac:spMkLst>
        </pc:spChg>
        <pc:spChg chg="mod">
          <ac:chgData name="川上梓紗 / KAWAKAMI，AZUSA" userId="434430cc-9ca0-4792-8703-e31f944a4715" providerId="ADAL" clId="{F2995603-D316-426B-B838-E7E7BCAEB068}" dt="2025-03-13T01:08:08.791" v="586" actId="1076"/>
          <ac:spMkLst>
            <pc:docMk/>
            <pc:sldMk cId="1858117371" sldId="2147473445"/>
            <ac:spMk id="60" creationId="{7CCC5D59-5EE7-5D3D-10CD-749C8928D528}"/>
          </ac:spMkLst>
        </pc:spChg>
        <pc:spChg chg="mod">
          <ac:chgData name="川上梓紗 / KAWAKAMI，AZUSA" userId="434430cc-9ca0-4792-8703-e31f944a4715" providerId="ADAL" clId="{F2995603-D316-426B-B838-E7E7BCAEB068}" dt="2025-03-13T01:08:08.791" v="586" actId="1076"/>
          <ac:spMkLst>
            <pc:docMk/>
            <pc:sldMk cId="1858117371" sldId="2147473445"/>
            <ac:spMk id="62" creationId="{458BFDFC-E807-C95A-60DE-A98D1CB83CF4}"/>
          </ac:spMkLst>
        </pc:spChg>
        <pc:spChg chg="mod">
          <ac:chgData name="川上梓紗 / KAWAKAMI，AZUSA" userId="434430cc-9ca0-4792-8703-e31f944a4715" providerId="ADAL" clId="{F2995603-D316-426B-B838-E7E7BCAEB068}" dt="2025-03-13T01:08:08.791" v="586" actId="1076"/>
          <ac:spMkLst>
            <pc:docMk/>
            <pc:sldMk cId="1858117371" sldId="2147473445"/>
            <ac:spMk id="63" creationId="{B4161832-92B1-ED92-1BD7-9510D588E5F2}"/>
          </ac:spMkLst>
        </pc:spChg>
        <pc:spChg chg="mod">
          <ac:chgData name="川上梓紗 / KAWAKAMI，AZUSA" userId="434430cc-9ca0-4792-8703-e31f944a4715" providerId="ADAL" clId="{F2995603-D316-426B-B838-E7E7BCAEB068}" dt="2025-03-13T01:09:11.483" v="594" actId="20577"/>
          <ac:spMkLst>
            <pc:docMk/>
            <pc:sldMk cId="1858117371" sldId="2147473445"/>
            <ac:spMk id="64" creationId="{6C33A2A8-3C7F-E77E-52F2-9D501BAEB504}"/>
          </ac:spMkLst>
        </pc:spChg>
        <pc:spChg chg="mod">
          <ac:chgData name="川上梓紗 / KAWAKAMI，AZUSA" userId="434430cc-9ca0-4792-8703-e31f944a4715" providerId="ADAL" clId="{F2995603-D316-426B-B838-E7E7BCAEB068}" dt="2025-03-13T01:08:13.923" v="587" actId="552"/>
          <ac:spMkLst>
            <pc:docMk/>
            <pc:sldMk cId="1858117371" sldId="2147473445"/>
            <ac:spMk id="65" creationId="{A46D63DA-09B0-70BF-F329-95D92F5A3405}"/>
          </ac:spMkLst>
        </pc:spChg>
        <pc:spChg chg="mod">
          <ac:chgData name="川上梓紗 / KAWAKAMI，AZUSA" userId="434430cc-9ca0-4792-8703-e31f944a4715" providerId="ADAL" clId="{F2995603-D316-426B-B838-E7E7BCAEB068}" dt="2025-03-13T01:08:13.923" v="587" actId="552"/>
          <ac:spMkLst>
            <pc:docMk/>
            <pc:sldMk cId="1858117371" sldId="2147473445"/>
            <ac:spMk id="66" creationId="{D2AE794F-B4E5-BD3E-A3FE-F61BD5C4A48C}"/>
          </ac:spMkLst>
        </pc:spChg>
        <pc:spChg chg="mod">
          <ac:chgData name="川上梓紗 / KAWAKAMI，AZUSA" userId="434430cc-9ca0-4792-8703-e31f944a4715" providerId="ADAL" clId="{F2995603-D316-426B-B838-E7E7BCAEB068}" dt="2025-03-13T01:09:35.644" v="624" actId="20577"/>
          <ac:spMkLst>
            <pc:docMk/>
            <pc:sldMk cId="1858117371" sldId="2147473445"/>
            <ac:spMk id="67" creationId="{D3581A3D-7FC7-4A2B-BDF2-7765DD5D6231}"/>
          </ac:spMkLst>
        </pc:spChg>
        <pc:spChg chg="mod">
          <ac:chgData name="川上梓紗 / KAWAKAMI，AZUSA" userId="434430cc-9ca0-4792-8703-e31f944a4715" providerId="ADAL" clId="{F2995603-D316-426B-B838-E7E7BCAEB068}" dt="2025-03-13T01:08:39.162" v="591" actId="1076"/>
          <ac:spMkLst>
            <pc:docMk/>
            <pc:sldMk cId="1858117371" sldId="2147473445"/>
            <ac:spMk id="68" creationId="{7E7366D7-BA80-091E-045E-81250447A612}"/>
          </ac:spMkLst>
        </pc:spChg>
        <pc:spChg chg="mod">
          <ac:chgData name="川上梓紗 / KAWAKAMI，AZUSA" userId="434430cc-9ca0-4792-8703-e31f944a4715" providerId="ADAL" clId="{F2995603-D316-426B-B838-E7E7BCAEB068}" dt="2025-03-13T01:08:39.162" v="591" actId="1076"/>
          <ac:spMkLst>
            <pc:docMk/>
            <pc:sldMk cId="1858117371" sldId="2147473445"/>
            <ac:spMk id="69" creationId="{4E11AA37-FB85-B406-A8E3-E82B8FB83558}"/>
          </ac:spMkLst>
        </pc:spChg>
        <pc:spChg chg="mod">
          <ac:chgData name="川上梓紗 / KAWAKAMI，AZUSA" userId="434430cc-9ca0-4792-8703-e31f944a4715" providerId="ADAL" clId="{F2995603-D316-426B-B838-E7E7BCAEB068}" dt="2025-03-13T01:06:54.737" v="574" actId="552"/>
          <ac:spMkLst>
            <pc:docMk/>
            <pc:sldMk cId="1858117371" sldId="2147473445"/>
            <ac:spMk id="72" creationId="{62DF89E5-564D-2FE2-813C-43C539633607}"/>
          </ac:spMkLst>
        </pc:spChg>
        <pc:spChg chg="mod">
          <ac:chgData name="川上梓紗 / KAWAKAMI，AZUSA" userId="434430cc-9ca0-4792-8703-e31f944a4715" providerId="ADAL" clId="{F2995603-D316-426B-B838-E7E7BCAEB068}" dt="2025-03-13T01:07:04.423" v="576" actId="552"/>
          <ac:spMkLst>
            <pc:docMk/>
            <pc:sldMk cId="1858117371" sldId="2147473445"/>
            <ac:spMk id="73" creationId="{67783261-A851-4E91-C6DA-4CAE14E15E0A}"/>
          </ac:spMkLst>
        </pc:spChg>
        <pc:spChg chg="mod">
          <ac:chgData name="川上梓紗 / KAWAKAMI，AZUSA" userId="434430cc-9ca0-4792-8703-e31f944a4715" providerId="ADAL" clId="{F2995603-D316-426B-B838-E7E7BCAEB068}" dt="2025-03-13T01:08:21.204" v="589" actId="20577"/>
          <ac:spMkLst>
            <pc:docMk/>
            <pc:sldMk cId="1858117371" sldId="2147473445"/>
            <ac:spMk id="74" creationId="{B578A7F5-3755-EADF-0D8D-36E6E6B4AB5E}"/>
          </ac:spMkLst>
        </pc:spChg>
        <pc:spChg chg="mod">
          <ac:chgData name="川上梓紗 / KAWAKAMI，AZUSA" userId="434430cc-9ca0-4792-8703-e31f944a4715" providerId="ADAL" clId="{F2995603-D316-426B-B838-E7E7BCAEB068}" dt="2025-03-13T01:06:58.822" v="575" actId="552"/>
          <ac:spMkLst>
            <pc:docMk/>
            <pc:sldMk cId="1858117371" sldId="2147473445"/>
            <ac:spMk id="75" creationId="{FC453D04-BA47-2810-EBE8-A7FCF73DDDE3}"/>
          </ac:spMkLst>
        </pc:spChg>
        <pc:spChg chg="mod">
          <ac:chgData name="川上梓紗 / KAWAKAMI，AZUSA" userId="434430cc-9ca0-4792-8703-e31f944a4715" providerId="ADAL" clId="{F2995603-D316-426B-B838-E7E7BCAEB068}" dt="2025-03-13T01:07:14.418" v="577" actId="552"/>
          <ac:spMkLst>
            <pc:docMk/>
            <pc:sldMk cId="1858117371" sldId="2147473445"/>
            <ac:spMk id="76" creationId="{B772BD98-0B79-139E-F0BB-70A3CDB149E2}"/>
          </ac:spMkLst>
        </pc:spChg>
        <pc:spChg chg="mod">
          <ac:chgData name="川上梓紗 / KAWAKAMI，AZUSA" userId="434430cc-9ca0-4792-8703-e31f944a4715" providerId="ADAL" clId="{F2995603-D316-426B-B838-E7E7BCAEB068}" dt="2025-03-13T01:08:13.923" v="587" actId="552"/>
          <ac:spMkLst>
            <pc:docMk/>
            <pc:sldMk cId="1858117371" sldId="2147473445"/>
            <ac:spMk id="77" creationId="{B86B132A-2FEF-48BB-17B3-13A6E10411C2}"/>
          </ac:spMkLst>
        </pc:spChg>
      </pc:sldChg>
      <pc:sldChg chg="addSp delSp modSp add mod">
        <pc:chgData name="川上梓紗 / KAWAKAMI，AZUSA" userId="434430cc-9ca0-4792-8703-e31f944a4715" providerId="ADAL" clId="{F2995603-D316-426B-B838-E7E7BCAEB068}" dt="2025-03-13T01:36:13.393" v="2050"/>
        <pc:sldMkLst>
          <pc:docMk/>
          <pc:sldMk cId="4031694166" sldId="2147473446"/>
        </pc:sldMkLst>
        <pc:spChg chg="del">
          <ac:chgData name="川上梓紗 / KAWAKAMI，AZUSA" userId="434430cc-9ca0-4792-8703-e31f944a4715" providerId="ADAL" clId="{F2995603-D316-426B-B838-E7E7BCAEB068}" dt="2025-03-13T01:36:10.709" v="2048" actId="478"/>
          <ac:spMkLst>
            <pc:docMk/>
            <pc:sldMk cId="4031694166" sldId="2147473446"/>
            <ac:spMk id="6" creationId="{1B80EDC9-9CB9-F636-679F-CE74E7F9F154}"/>
          </ac:spMkLst>
        </pc:spChg>
        <pc:spChg chg="add del mod">
          <ac:chgData name="川上梓紗 / KAWAKAMI，AZUSA" userId="434430cc-9ca0-4792-8703-e31f944a4715" providerId="ADAL" clId="{F2995603-D316-426B-B838-E7E7BCAEB068}" dt="2025-03-13T01:36:13.032" v="2049" actId="478"/>
          <ac:spMkLst>
            <pc:docMk/>
            <pc:sldMk cId="4031694166" sldId="2147473446"/>
            <ac:spMk id="15" creationId="{CC669661-BED6-BFFF-767E-05546B135198}"/>
          </ac:spMkLst>
        </pc:spChg>
        <pc:spChg chg="add mod">
          <ac:chgData name="川上梓紗 / KAWAKAMI，AZUSA" userId="434430cc-9ca0-4792-8703-e31f944a4715" providerId="ADAL" clId="{F2995603-D316-426B-B838-E7E7BCAEB068}" dt="2025-03-13T01:36:13.393" v="2050"/>
          <ac:spMkLst>
            <pc:docMk/>
            <pc:sldMk cId="4031694166" sldId="2147473446"/>
            <ac:spMk id="17" creationId="{CFF7D3A5-D3AB-8721-2E5B-8A90C5D33ADC}"/>
          </ac:spMkLst>
        </pc:spChg>
      </pc:sldChg>
      <pc:sldChg chg="addSp delSp modSp add mod">
        <pc:chgData name="川上梓紗 / KAWAKAMI，AZUSA" userId="434430cc-9ca0-4792-8703-e31f944a4715" providerId="ADAL" clId="{F2995603-D316-426B-B838-E7E7BCAEB068}" dt="2025-03-13T01:37:31.708" v="2198" actId="20577"/>
        <pc:sldMkLst>
          <pc:docMk/>
          <pc:sldMk cId="723918521" sldId="2147473447"/>
        </pc:sldMkLst>
        <pc:spChg chg="add mod">
          <ac:chgData name="川上梓紗 / KAWAKAMI，AZUSA" userId="434430cc-9ca0-4792-8703-e31f944a4715" providerId="ADAL" clId="{F2995603-D316-426B-B838-E7E7BCAEB068}" dt="2025-03-13T01:37:13.828" v="2143"/>
          <ac:spMkLst>
            <pc:docMk/>
            <pc:sldMk cId="723918521" sldId="2147473447"/>
            <ac:spMk id="3" creationId="{607D9D0A-E814-4D93-7C10-D90EC718BDA5}"/>
          </ac:spMkLst>
        </pc:spChg>
        <pc:spChg chg="mod">
          <ac:chgData name="川上梓紗 / KAWAKAMI，AZUSA" userId="434430cc-9ca0-4792-8703-e31f944a4715" providerId="ADAL" clId="{F2995603-D316-426B-B838-E7E7BCAEB068}" dt="2025-03-13T01:37:31.708" v="2198" actId="20577"/>
          <ac:spMkLst>
            <pc:docMk/>
            <pc:sldMk cId="723918521" sldId="2147473447"/>
            <ac:spMk id="5" creationId="{CA091398-D52C-E690-0953-BB9344BD0C87}"/>
          </ac:spMkLst>
        </pc:spChg>
        <pc:spChg chg="del mod">
          <ac:chgData name="川上梓紗 / KAWAKAMI，AZUSA" userId="434430cc-9ca0-4792-8703-e31f944a4715" providerId="ADAL" clId="{F2995603-D316-426B-B838-E7E7BCAEB068}" dt="2025-03-13T01:37:16.563" v="2144" actId="478"/>
          <ac:spMkLst>
            <pc:docMk/>
            <pc:sldMk cId="723918521" sldId="2147473447"/>
            <ac:spMk id="6" creationId="{B0CF1FC3-0207-5F24-AAAF-AA9A7AA8E8C7}"/>
          </ac:spMkLst>
        </pc:spChg>
      </pc:sldChg>
      <pc:sldChg chg="addSp delSp modSp add mod">
        <pc:chgData name="川上梓紗 / KAWAKAMI，AZUSA" userId="434430cc-9ca0-4792-8703-e31f944a4715" providerId="ADAL" clId="{F2995603-D316-426B-B838-E7E7BCAEB068}" dt="2025-03-13T01:40:23.635" v="2520" actId="20577"/>
        <pc:sldMkLst>
          <pc:docMk/>
          <pc:sldMk cId="3347226863" sldId="2147473448"/>
        </pc:sldMkLst>
        <pc:spChg chg="mod">
          <ac:chgData name="川上梓紗 / KAWAKAMI，AZUSA" userId="434430cc-9ca0-4792-8703-e31f944a4715" providerId="ADAL" clId="{F2995603-D316-426B-B838-E7E7BCAEB068}" dt="2025-03-13T01:40:23.635" v="2520" actId="20577"/>
          <ac:spMkLst>
            <pc:docMk/>
            <pc:sldMk cId="3347226863" sldId="2147473448"/>
            <ac:spMk id="5" creationId="{FCBAFD2D-A95D-7DEE-466F-D98C93D76300}"/>
          </ac:spMkLst>
        </pc:spChg>
        <pc:spChg chg="del">
          <ac:chgData name="川上梓紗 / KAWAKAMI，AZUSA" userId="434430cc-9ca0-4792-8703-e31f944a4715" providerId="ADAL" clId="{F2995603-D316-426B-B838-E7E7BCAEB068}" dt="2025-03-13T01:37:36.656" v="2199" actId="478"/>
          <ac:spMkLst>
            <pc:docMk/>
            <pc:sldMk cId="3347226863" sldId="2147473448"/>
            <ac:spMk id="6" creationId="{20753275-159E-574A-6AEB-5D72D3A84EAC}"/>
          </ac:spMkLst>
        </pc:spChg>
        <pc:spChg chg="add del mod">
          <ac:chgData name="川上梓紗 / KAWAKAMI，AZUSA" userId="434430cc-9ca0-4792-8703-e31f944a4715" providerId="ADAL" clId="{F2995603-D316-426B-B838-E7E7BCAEB068}" dt="2025-03-13T01:37:38.731" v="2200" actId="478"/>
          <ac:spMkLst>
            <pc:docMk/>
            <pc:sldMk cId="3347226863" sldId="2147473448"/>
            <ac:spMk id="24" creationId="{D52FADD9-A68D-E9C8-2890-FA591D779B7A}"/>
          </ac:spMkLst>
        </pc:spChg>
        <pc:spChg chg="add mod">
          <ac:chgData name="川上梓紗 / KAWAKAMI，AZUSA" userId="434430cc-9ca0-4792-8703-e31f944a4715" providerId="ADAL" clId="{F2995603-D316-426B-B838-E7E7BCAEB068}" dt="2025-03-13T01:37:43.712" v="2201"/>
          <ac:spMkLst>
            <pc:docMk/>
            <pc:sldMk cId="3347226863" sldId="2147473448"/>
            <ac:spMk id="25" creationId="{62C7D135-DA13-4088-52EF-D3BACF137CD4}"/>
          </ac:spMkLst>
        </pc:spChg>
      </pc:sldChg>
      <pc:sldChg chg="addSp delSp modSp add mod">
        <pc:chgData name="川上梓紗 / KAWAKAMI，AZUSA" userId="434430cc-9ca0-4792-8703-e31f944a4715" providerId="ADAL" clId="{F2995603-D316-426B-B838-E7E7BCAEB068}" dt="2025-03-13T02:36:02.577" v="4553" actId="20577"/>
        <pc:sldMkLst>
          <pc:docMk/>
          <pc:sldMk cId="536770802" sldId="2147473449"/>
        </pc:sldMkLst>
        <pc:spChg chg="mod">
          <ac:chgData name="川上梓紗 / KAWAKAMI，AZUSA" userId="434430cc-9ca0-4792-8703-e31f944a4715" providerId="ADAL" clId="{F2995603-D316-426B-B838-E7E7BCAEB068}" dt="2025-03-13T02:35:59.013" v="4547" actId="20577"/>
          <ac:spMkLst>
            <pc:docMk/>
            <pc:sldMk cId="536770802" sldId="2147473449"/>
            <ac:spMk id="4" creationId="{E997AA54-D2DA-C54F-8D05-51836A9A1A57}"/>
          </ac:spMkLst>
        </pc:spChg>
        <pc:spChg chg="del">
          <ac:chgData name="川上梓紗 / KAWAKAMI，AZUSA" userId="434430cc-9ca0-4792-8703-e31f944a4715" providerId="ADAL" clId="{F2995603-D316-426B-B838-E7E7BCAEB068}" dt="2025-03-13T01:42:04.546" v="2635" actId="478"/>
          <ac:spMkLst>
            <pc:docMk/>
            <pc:sldMk cId="536770802" sldId="2147473449"/>
            <ac:spMk id="5" creationId="{C9D68F73-3B38-18D1-F82A-9ED5C9D9994B}"/>
          </ac:spMkLst>
        </pc:spChg>
        <pc:spChg chg="del">
          <ac:chgData name="川上梓紗 / KAWAKAMI，AZUSA" userId="434430cc-9ca0-4792-8703-e31f944a4715" providerId="ADAL" clId="{F2995603-D316-426B-B838-E7E7BCAEB068}" dt="2025-03-13T01:42:04.546" v="2635" actId="478"/>
          <ac:spMkLst>
            <pc:docMk/>
            <pc:sldMk cId="536770802" sldId="2147473449"/>
            <ac:spMk id="6" creationId="{08C32774-5C7A-BE32-85A8-33FA15D5D9A8}"/>
          </ac:spMkLst>
        </pc:spChg>
        <pc:spChg chg="del">
          <ac:chgData name="川上梓紗 / KAWAKAMI，AZUSA" userId="434430cc-9ca0-4792-8703-e31f944a4715" providerId="ADAL" clId="{F2995603-D316-426B-B838-E7E7BCAEB068}" dt="2025-03-13T01:42:04.546" v="2635" actId="478"/>
          <ac:spMkLst>
            <pc:docMk/>
            <pc:sldMk cId="536770802" sldId="2147473449"/>
            <ac:spMk id="8" creationId="{0B1C46B9-9747-88B1-375C-B574B5F71648}"/>
          </ac:spMkLst>
        </pc:spChg>
        <pc:spChg chg="del">
          <ac:chgData name="川上梓紗 / KAWAKAMI，AZUSA" userId="434430cc-9ca0-4792-8703-e31f944a4715" providerId="ADAL" clId="{F2995603-D316-426B-B838-E7E7BCAEB068}" dt="2025-03-13T01:42:04.546" v="2635" actId="478"/>
          <ac:spMkLst>
            <pc:docMk/>
            <pc:sldMk cId="536770802" sldId="2147473449"/>
            <ac:spMk id="10" creationId="{E95D8EC8-A8BC-0168-55B0-417DEE00203A}"/>
          </ac:spMkLst>
        </pc:spChg>
        <pc:spChg chg="del">
          <ac:chgData name="川上梓紗 / KAWAKAMI，AZUSA" userId="434430cc-9ca0-4792-8703-e31f944a4715" providerId="ADAL" clId="{F2995603-D316-426B-B838-E7E7BCAEB068}" dt="2025-03-13T01:42:04.546" v="2635" actId="478"/>
          <ac:spMkLst>
            <pc:docMk/>
            <pc:sldMk cId="536770802" sldId="2147473449"/>
            <ac:spMk id="12" creationId="{78C4335A-2010-DBF5-58A8-0F5C3C64887C}"/>
          </ac:spMkLst>
        </pc:spChg>
        <pc:spChg chg="del">
          <ac:chgData name="川上梓紗 / KAWAKAMI，AZUSA" userId="434430cc-9ca0-4792-8703-e31f944a4715" providerId="ADAL" clId="{F2995603-D316-426B-B838-E7E7BCAEB068}" dt="2025-03-13T01:42:04.546" v="2635" actId="478"/>
          <ac:spMkLst>
            <pc:docMk/>
            <pc:sldMk cId="536770802" sldId="2147473449"/>
            <ac:spMk id="14" creationId="{A0E90020-64AA-6487-9E7E-4D5F4F1193DA}"/>
          </ac:spMkLst>
        </pc:spChg>
        <pc:spChg chg="del">
          <ac:chgData name="川上梓紗 / KAWAKAMI，AZUSA" userId="434430cc-9ca0-4792-8703-e31f944a4715" providerId="ADAL" clId="{F2995603-D316-426B-B838-E7E7BCAEB068}" dt="2025-03-13T01:42:04.546" v="2635" actId="478"/>
          <ac:spMkLst>
            <pc:docMk/>
            <pc:sldMk cId="536770802" sldId="2147473449"/>
            <ac:spMk id="15" creationId="{6530993A-26B8-F750-C667-6C9C49ED8441}"/>
          </ac:spMkLst>
        </pc:spChg>
        <pc:spChg chg="del">
          <ac:chgData name="川上梓紗 / KAWAKAMI，AZUSA" userId="434430cc-9ca0-4792-8703-e31f944a4715" providerId="ADAL" clId="{F2995603-D316-426B-B838-E7E7BCAEB068}" dt="2025-03-13T01:42:04.546" v="2635" actId="478"/>
          <ac:spMkLst>
            <pc:docMk/>
            <pc:sldMk cId="536770802" sldId="2147473449"/>
            <ac:spMk id="17" creationId="{9787951E-766E-2C76-B4BB-951F8B78ED15}"/>
          </ac:spMkLst>
        </pc:spChg>
        <pc:spChg chg="mod">
          <ac:chgData name="川上梓紗 / KAWAKAMI，AZUSA" userId="434430cc-9ca0-4792-8703-e31f944a4715" providerId="ADAL" clId="{F2995603-D316-426B-B838-E7E7BCAEB068}" dt="2025-03-13T02:36:02.577" v="4553" actId="20577"/>
          <ac:spMkLst>
            <pc:docMk/>
            <pc:sldMk cId="536770802" sldId="2147473449"/>
            <ac:spMk id="18" creationId="{F6D8EA91-8ABC-7A49-03B2-967EAAB7FF2E}"/>
          </ac:spMkLst>
        </pc:spChg>
        <pc:spChg chg="del">
          <ac:chgData name="川上梓紗 / KAWAKAMI，AZUSA" userId="434430cc-9ca0-4792-8703-e31f944a4715" providerId="ADAL" clId="{F2995603-D316-426B-B838-E7E7BCAEB068}" dt="2025-03-13T01:42:04.546" v="2635" actId="478"/>
          <ac:spMkLst>
            <pc:docMk/>
            <pc:sldMk cId="536770802" sldId="2147473449"/>
            <ac:spMk id="31" creationId="{0BE20646-7190-08CC-961C-D614726E4223}"/>
          </ac:spMkLst>
        </pc:spChg>
        <pc:spChg chg="del">
          <ac:chgData name="川上梓紗 / KAWAKAMI，AZUSA" userId="434430cc-9ca0-4792-8703-e31f944a4715" providerId="ADAL" clId="{F2995603-D316-426B-B838-E7E7BCAEB068}" dt="2025-03-13T01:42:04.546" v="2635" actId="478"/>
          <ac:spMkLst>
            <pc:docMk/>
            <pc:sldMk cId="536770802" sldId="2147473449"/>
            <ac:spMk id="47" creationId="{1C26B106-8150-F332-D162-6F6378C62B11}"/>
          </ac:spMkLst>
        </pc:spChg>
        <pc:graphicFrameChg chg="add mod modGraphic">
          <ac:chgData name="川上梓紗 / KAWAKAMI，AZUSA" userId="434430cc-9ca0-4792-8703-e31f944a4715" providerId="ADAL" clId="{F2995603-D316-426B-B838-E7E7BCAEB068}" dt="2025-03-13T02:35:37.883" v="4525" actId="20577"/>
          <ac:graphicFrameMkLst>
            <pc:docMk/>
            <pc:sldMk cId="536770802" sldId="2147473449"/>
            <ac:graphicFrameMk id="9" creationId="{8FA727F1-90FA-EA21-7641-A7FC8F99B180}"/>
          </ac:graphicFrameMkLst>
        </pc:graphicFrameChg>
        <pc:picChg chg="add del mod">
          <ac:chgData name="川上梓紗 / KAWAKAMI，AZUSA" userId="434430cc-9ca0-4792-8703-e31f944a4715" providerId="ADAL" clId="{F2995603-D316-426B-B838-E7E7BCAEB068}" dt="2025-03-13T02:22:31.834" v="3338" actId="21"/>
          <ac:picMkLst>
            <pc:docMk/>
            <pc:sldMk cId="536770802" sldId="2147473449"/>
            <ac:picMk id="16" creationId="{1B294DC1-0A12-901A-7F4C-202E8DA8028B}"/>
          </ac:picMkLst>
        </pc:picChg>
        <pc:picChg chg="add del mod">
          <ac:chgData name="川上梓紗 / KAWAKAMI，AZUSA" userId="434430cc-9ca0-4792-8703-e31f944a4715" providerId="ADAL" clId="{F2995603-D316-426B-B838-E7E7BCAEB068}" dt="2025-03-13T02:24:43.540" v="3428" actId="21"/>
          <ac:picMkLst>
            <pc:docMk/>
            <pc:sldMk cId="536770802" sldId="2147473449"/>
            <ac:picMk id="19" creationId="{1B294DC1-0A12-901A-7F4C-202E8DA8028B}"/>
          </ac:picMkLst>
        </pc:picChg>
      </pc:sldChg>
      <pc:sldChg chg="addSp delSp modSp add mod">
        <pc:chgData name="川上梓紗 / KAWAKAMI，AZUSA" userId="434430cc-9ca0-4792-8703-e31f944a4715" providerId="ADAL" clId="{F2995603-D316-426B-B838-E7E7BCAEB068}" dt="2025-03-13T03:15:05.514" v="5554" actId="20577"/>
        <pc:sldMkLst>
          <pc:docMk/>
          <pc:sldMk cId="3689391536" sldId="2147473450"/>
        </pc:sldMkLst>
        <pc:spChg chg="add mod">
          <ac:chgData name="川上梓紗 / KAWAKAMI，AZUSA" userId="434430cc-9ca0-4792-8703-e31f944a4715" providerId="ADAL" clId="{F2995603-D316-426B-B838-E7E7BCAEB068}" dt="2025-03-13T03:09:23.657" v="5247" actId="2711"/>
          <ac:spMkLst>
            <pc:docMk/>
            <pc:sldMk cId="3689391536" sldId="2147473450"/>
            <ac:spMk id="2" creationId="{BCDA1A9C-ABCB-BE78-465F-55179A9A5DE3}"/>
          </ac:spMkLst>
        </pc:spChg>
        <pc:spChg chg="del">
          <ac:chgData name="川上梓紗 / KAWAKAMI，AZUSA" userId="434430cc-9ca0-4792-8703-e31f944a4715" providerId="ADAL" clId="{F2995603-D316-426B-B838-E7E7BCAEB068}" dt="2025-03-13T02:24:50.799" v="3431" actId="478"/>
          <ac:spMkLst>
            <pc:docMk/>
            <pc:sldMk cId="3689391536" sldId="2147473450"/>
            <ac:spMk id="4" creationId="{E619ED16-8A54-BF2A-73F4-452A080F3AF5}"/>
          </ac:spMkLst>
        </pc:spChg>
        <pc:spChg chg="add mod">
          <ac:chgData name="川上梓紗 / KAWAKAMI，AZUSA" userId="434430cc-9ca0-4792-8703-e31f944a4715" providerId="ADAL" clId="{F2995603-D316-426B-B838-E7E7BCAEB068}" dt="2025-03-13T03:15:05.514" v="5554" actId="20577"/>
          <ac:spMkLst>
            <pc:docMk/>
            <pc:sldMk cId="3689391536" sldId="2147473450"/>
            <ac:spMk id="5" creationId="{0F1C0119-023B-6D41-28B5-CE80C118619C}"/>
          </ac:spMkLst>
        </pc:spChg>
        <pc:spChg chg="add mod">
          <ac:chgData name="川上梓紗 / KAWAKAMI，AZUSA" userId="434430cc-9ca0-4792-8703-e31f944a4715" providerId="ADAL" clId="{F2995603-D316-426B-B838-E7E7BCAEB068}" dt="2025-03-13T02:26:08.810" v="3580" actId="14100"/>
          <ac:spMkLst>
            <pc:docMk/>
            <pc:sldMk cId="3689391536" sldId="2147473450"/>
            <ac:spMk id="6" creationId="{8976D26F-B2BE-B0A1-4316-7130FCE6EF5D}"/>
          </ac:spMkLst>
        </pc:spChg>
        <pc:graphicFrameChg chg="del">
          <ac:chgData name="川上梓紗 / KAWAKAMI，AZUSA" userId="434430cc-9ca0-4792-8703-e31f944a4715" providerId="ADAL" clId="{F2995603-D316-426B-B838-E7E7BCAEB068}" dt="2025-03-13T02:24:49.292" v="3430" actId="478"/>
          <ac:graphicFrameMkLst>
            <pc:docMk/>
            <pc:sldMk cId="3689391536" sldId="2147473450"/>
            <ac:graphicFrameMk id="9" creationId="{856D5FAA-2E05-62FA-4B81-7DFF983646E5}"/>
          </ac:graphicFrameMkLst>
        </pc:graphicFrameChg>
        <pc:picChg chg="add del mod">
          <ac:chgData name="川上梓紗 / KAWAKAMI，AZUSA" userId="434430cc-9ca0-4792-8703-e31f944a4715" providerId="ADAL" clId="{F2995603-D316-426B-B838-E7E7BCAEB068}" dt="2025-03-13T03:08:54.487" v="5196" actId="478"/>
          <ac:picMkLst>
            <pc:docMk/>
            <pc:sldMk cId="3689391536" sldId="2147473450"/>
            <ac:picMk id="3" creationId="{4435205F-F069-7E40-57DB-38CD678A85BA}"/>
          </ac:picMkLst>
        </pc:picChg>
      </pc:sldChg>
      <pc:sldChg chg="delSp modSp add mod">
        <pc:chgData name="川上梓紗 / KAWAKAMI，AZUSA" userId="434430cc-9ca0-4792-8703-e31f944a4715" providerId="ADAL" clId="{F2995603-D316-426B-B838-E7E7BCAEB068}" dt="2025-03-13T02:41:50.842" v="5192" actId="20577"/>
        <pc:sldMkLst>
          <pc:docMk/>
          <pc:sldMk cId="1567507662" sldId="2147473451"/>
        </pc:sldMkLst>
        <pc:spChg chg="mod">
          <ac:chgData name="川上梓紗 / KAWAKAMI，AZUSA" userId="434430cc-9ca0-4792-8703-e31f944a4715" providerId="ADAL" clId="{F2995603-D316-426B-B838-E7E7BCAEB068}" dt="2025-03-13T02:38:57.475" v="4580" actId="20577"/>
          <ac:spMkLst>
            <pc:docMk/>
            <pc:sldMk cId="1567507662" sldId="2147473451"/>
            <ac:spMk id="3" creationId="{0CB422C6-9040-DB1F-B97F-3D2055075B87}"/>
          </ac:spMkLst>
        </pc:spChg>
        <pc:spChg chg="mod">
          <ac:chgData name="川上梓紗 / KAWAKAMI，AZUSA" userId="434430cc-9ca0-4792-8703-e31f944a4715" providerId="ADAL" clId="{F2995603-D316-426B-B838-E7E7BCAEB068}" dt="2025-03-13T02:41:50.842" v="5192" actId="20577"/>
          <ac:spMkLst>
            <pc:docMk/>
            <pc:sldMk cId="1567507662" sldId="2147473451"/>
            <ac:spMk id="5" creationId="{3F4D5B31-579C-055C-7B42-954068A08E1E}"/>
          </ac:spMkLst>
        </pc:spChg>
        <pc:spChg chg="del">
          <ac:chgData name="川上梓紗 / KAWAKAMI，AZUSA" userId="434430cc-9ca0-4792-8703-e31f944a4715" providerId="ADAL" clId="{F2995603-D316-426B-B838-E7E7BCAEB068}" dt="2025-03-13T02:39:00.695" v="4582" actId="478"/>
          <ac:spMkLst>
            <pc:docMk/>
            <pc:sldMk cId="1567507662" sldId="2147473451"/>
            <ac:spMk id="7" creationId="{541B3EF2-F52E-E260-C401-501127B6B6BE}"/>
          </ac:spMkLst>
        </pc:spChg>
        <pc:spChg chg="del">
          <ac:chgData name="川上梓紗 / KAWAKAMI，AZUSA" userId="434430cc-9ca0-4792-8703-e31f944a4715" providerId="ADAL" clId="{F2995603-D316-426B-B838-E7E7BCAEB068}" dt="2025-03-13T02:39:00.695" v="4582" actId="478"/>
          <ac:spMkLst>
            <pc:docMk/>
            <pc:sldMk cId="1567507662" sldId="2147473451"/>
            <ac:spMk id="11" creationId="{A1D01325-500E-95D6-162A-010A1A6AEE0C}"/>
          </ac:spMkLst>
        </pc:spChg>
        <pc:spChg chg="del">
          <ac:chgData name="川上梓紗 / KAWAKAMI，AZUSA" userId="434430cc-9ca0-4792-8703-e31f944a4715" providerId="ADAL" clId="{F2995603-D316-426B-B838-E7E7BCAEB068}" dt="2025-03-13T02:39:00.695" v="4582" actId="478"/>
          <ac:spMkLst>
            <pc:docMk/>
            <pc:sldMk cId="1567507662" sldId="2147473451"/>
            <ac:spMk id="14" creationId="{5F1A3807-95C9-6A39-C868-9A46C8370666}"/>
          </ac:spMkLst>
        </pc:spChg>
        <pc:spChg chg="del">
          <ac:chgData name="川上梓紗 / KAWAKAMI，AZUSA" userId="434430cc-9ca0-4792-8703-e31f944a4715" providerId="ADAL" clId="{F2995603-D316-426B-B838-E7E7BCAEB068}" dt="2025-03-13T02:39:00.695" v="4582" actId="478"/>
          <ac:spMkLst>
            <pc:docMk/>
            <pc:sldMk cId="1567507662" sldId="2147473451"/>
            <ac:spMk id="37" creationId="{E86A9706-7A8F-5AE0-11FE-C1ACCB829A2A}"/>
          </ac:spMkLst>
        </pc:spChg>
        <pc:spChg chg="del">
          <ac:chgData name="川上梓紗 / KAWAKAMI，AZUSA" userId="434430cc-9ca0-4792-8703-e31f944a4715" providerId="ADAL" clId="{F2995603-D316-426B-B838-E7E7BCAEB068}" dt="2025-03-13T02:39:00.695" v="4582" actId="478"/>
          <ac:spMkLst>
            <pc:docMk/>
            <pc:sldMk cId="1567507662" sldId="2147473451"/>
            <ac:spMk id="52" creationId="{BC496AF2-8829-6A3F-9822-F32FF2C42A86}"/>
          </ac:spMkLst>
        </pc:spChg>
        <pc:spChg chg="del">
          <ac:chgData name="川上梓紗 / KAWAKAMI，AZUSA" userId="434430cc-9ca0-4792-8703-e31f944a4715" providerId="ADAL" clId="{F2995603-D316-426B-B838-E7E7BCAEB068}" dt="2025-03-13T02:39:00.695" v="4582" actId="478"/>
          <ac:spMkLst>
            <pc:docMk/>
            <pc:sldMk cId="1567507662" sldId="2147473451"/>
            <ac:spMk id="58" creationId="{DC1AB2C0-9238-C4E0-F68B-03B193B102BC}"/>
          </ac:spMkLst>
        </pc:spChg>
        <pc:spChg chg="del">
          <ac:chgData name="川上梓紗 / KAWAKAMI，AZUSA" userId="434430cc-9ca0-4792-8703-e31f944a4715" providerId="ADAL" clId="{F2995603-D316-426B-B838-E7E7BCAEB068}" dt="2025-03-13T02:39:00.695" v="4582" actId="478"/>
          <ac:spMkLst>
            <pc:docMk/>
            <pc:sldMk cId="1567507662" sldId="2147473451"/>
            <ac:spMk id="59" creationId="{59E7AC1B-DC49-25B5-51FC-B853B2B092EB}"/>
          </ac:spMkLst>
        </pc:spChg>
        <pc:spChg chg="del">
          <ac:chgData name="川上梓紗 / KAWAKAMI，AZUSA" userId="434430cc-9ca0-4792-8703-e31f944a4715" providerId="ADAL" clId="{F2995603-D316-426B-B838-E7E7BCAEB068}" dt="2025-03-13T02:39:00.695" v="4582" actId="478"/>
          <ac:spMkLst>
            <pc:docMk/>
            <pc:sldMk cId="1567507662" sldId="2147473451"/>
            <ac:spMk id="66" creationId="{433423DD-060D-A655-C63E-1B934077C42D}"/>
          </ac:spMkLst>
        </pc:spChg>
        <pc:spChg chg="del mod">
          <ac:chgData name="川上梓紗 / KAWAKAMI，AZUSA" userId="434430cc-9ca0-4792-8703-e31f944a4715" providerId="ADAL" clId="{F2995603-D316-426B-B838-E7E7BCAEB068}" dt="2025-03-13T02:39:00.695" v="4582" actId="478"/>
          <ac:spMkLst>
            <pc:docMk/>
            <pc:sldMk cId="1567507662" sldId="2147473451"/>
            <ac:spMk id="71" creationId="{0D7A9831-7897-EFC2-2E96-F5827113F76F}"/>
          </ac:spMkLst>
        </pc:spChg>
        <pc:spChg chg="del">
          <ac:chgData name="川上梓紗 / KAWAKAMI，AZUSA" userId="434430cc-9ca0-4792-8703-e31f944a4715" providerId="ADAL" clId="{F2995603-D316-426B-B838-E7E7BCAEB068}" dt="2025-03-13T02:39:00.695" v="4582" actId="478"/>
          <ac:spMkLst>
            <pc:docMk/>
            <pc:sldMk cId="1567507662" sldId="2147473451"/>
            <ac:spMk id="74" creationId="{04FF7A5C-CB04-46D7-8629-9DA37E9AC94E}"/>
          </ac:spMkLst>
        </pc:spChg>
      </pc:sldChg>
      <pc:sldChg chg="add del">
        <pc:chgData name="川上梓紗 / KAWAKAMI，AZUSA" userId="434430cc-9ca0-4792-8703-e31f944a4715" providerId="ADAL" clId="{F2995603-D316-426B-B838-E7E7BCAEB068}" dt="2025-03-13T02:24:51.772" v="3433"/>
        <pc:sldMkLst>
          <pc:docMk/>
          <pc:sldMk cId="2321288081" sldId="2147473451"/>
        </pc:sldMkLst>
      </pc:sldChg>
    </pc:docChg>
  </pc:docChgLst>
  <pc:docChgLst>
    <pc:chgData name="橋場俊哉 / TOSHIYA，HASHIBA" userId="6c2423e1-d247-468d-97ed-9480b683644c" providerId="ADAL" clId="{DEDC0D19-282D-461C-99AD-DB5CB419D776}"/>
    <pc:docChg chg="custSel delSld modSld">
      <pc:chgData name="橋場俊哉 / TOSHIYA，HASHIBA" userId="6c2423e1-d247-468d-97ed-9480b683644c" providerId="ADAL" clId="{DEDC0D19-282D-461C-99AD-DB5CB419D776}" dt="2025-03-06T09:24:42.917" v="204"/>
      <pc:docMkLst>
        <pc:docMk/>
      </pc:docMkLst>
      <pc:sldChg chg="del">
        <pc:chgData name="橋場俊哉 / TOSHIYA，HASHIBA" userId="6c2423e1-d247-468d-97ed-9480b683644c" providerId="ADAL" clId="{DEDC0D19-282D-461C-99AD-DB5CB419D776}" dt="2025-03-06T09:20:37.318" v="0" actId="47"/>
        <pc:sldMkLst>
          <pc:docMk/>
          <pc:sldMk cId="1021288445" sldId="2147473351"/>
        </pc:sldMkLst>
      </pc:sldChg>
      <pc:sldChg chg="addSp delSp modSp mod">
        <pc:chgData name="橋場俊哉 / TOSHIYA，HASHIBA" userId="6c2423e1-d247-468d-97ed-9480b683644c" providerId="ADAL" clId="{DEDC0D19-282D-461C-99AD-DB5CB419D776}" dt="2025-03-06T09:22:28.518" v="66" actId="478"/>
        <pc:sldMkLst>
          <pc:docMk/>
          <pc:sldMk cId="1154872186" sldId="2147473434"/>
        </pc:sldMkLst>
      </pc:sldChg>
      <pc:sldChg chg="addSp delSp modSp mod">
        <pc:chgData name="橋場俊哉 / TOSHIYA，HASHIBA" userId="6c2423e1-d247-468d-97ed-9480b683644c" providerId="ADAL" clId="{DEDC0D19-282D-461C-99AD-DB5CB419D776}" dt="2025-03-06T09:24:40.045" v="203" actId="1076"/>
        <pc:sldMkLst>
          <pc:docMk/>
          <pc:sldMk cId="903565925" sldId="2147473435"/>
        </pc:sldMkLst>
      </pc:sldChg>
      <pc:sldChg chg="addSp delSp modSp mod">
        <pc:chgData name="橋場俊哉 / TOSHIYA，HASHIBA" userId="6c2423e1-d247-468d-97ed-9480b683644c" providerId="ADAL" clId="{DEDC0D19-282D-461C-99AD-DB5CB419D776}" dt="2025-03-06T09:21:37.749" v="7" actId="113"/>
        <pc:sldMkLst>
          <pc:docMk/>
          <pc:sldMk cId="1601835721" sldId="2147473437"/>
        </pc:sldMkLst>
      </pc:sldChg>
      <pc:sldChg chg="addSp delSp modSp mod">
        <pc:chgData name="橋場俊哉 / TOSHIYA，HASHIBA" userId="6c2423e1-d247-468d-97ed-9480b683644c" providerId="ADAL" clId="{DEDC0D19-282D-461C-99AD-DB5CB419D776}" dt="2025-03-06T09:24:42.917" v="204"/>
        <pc:sldMkLst>
          <pc:docMk/>
          <pc:sldMk cId="3941839987" sldId="214747343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1026"/>
          <p:cNvSpPr>
            <a:spLocks noGrp="1" noChangeArrowheads="1"/>
          </p:cNvSpPr>
          <p:nvPr>
            <p:ph type="hdr" sz="quarter"/>
          </p:nvPr>
        </p:nvSpPr>
        <p:spPr bwMode="auto">
          <a:xfrm>
            <a:off x="0" y="0"/>
            <a:ext cx="2918193" cy="493628"/>
          </a:xfrm>
          <a:prstGeom prst="rect">
            <a:avLst/>
          </a:prstGeom>
          <a:noFill/>
          <a:ln w="9525">
            <a:noFill/>
            <a:miter lim="800000"/>
            <a:headEnd/>
            <a:tailEnd/>
          </a:ln>
          <a:effectLst/>
        </p:spPr>
        <p:txBody>
          <a:bodyPr vert="horz" wrap="square" lIns="90756" tIns="45379" rIns="90756" bIns="45379"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5" name="Rectangle 1027"/>
          <p:cNvSpPr>
            <a:spLocks noGrp="1" noChangeArrowheads="1"/>
          </p:cNvSpPr>
          <p:nvPr>
            <p:ph type="dt" sz="quarter" idx="1"/>
          </p:nvPr>
        </p:nvSpPr>
        <p:spPr bwMode="auto">
          <a:xfrm>
            <a:off x="3817571" y="0"/>
            <a:ext cx="2918193" cy="493628"/>
          </a:xfrm>
          <a:prstGeom prst="rect">
            <a:avLst/>
          </a:prstGeom>
          <a:noFill/>
          <a:ln w="9525">
            <a:noFill/>
            <a:miter lim="800000"/>
            <a:headEnd/>
            <a:tailEnd/>
          </a:ln>
          <a:effectLst/>
        </p:spPr>
        <p:txBody>
          <a:bodyPr vert="horz" wrap="square" lIns="90756" tIns="45379" rIns="90756" bIns="45379"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33796" name="Rectangle 1028"/>
          <p:cNvSpPr>
            <a:spLocks noGrp="1" noChangeArrowheads="1"/>
          </p:cNvSpPr>
          <p:nvPr>
            <p:ph type="ftr" sz="quarter" idx="2"/>
          </p:nvPr>
        </p:nvSpPr>
        <p:spPr bwMode="auto">
          <a:xfrm>
            <a:off x="0" y="9372687"/>
            <a:ext cx="2918193" cy="493626"/>
          </a:xfrm>
          <a:prstGeom prst="rect">
            <a:avLst/>
          </a:prstGeom>
          <a:noFill/>
          <a:ln w="9525">
            <a:noFill/>
            <a:miter lim="800000"/>
            <a:headEnd/>
            <a:tailEnd/>
          </a:ln>
          <a:effectLst/>
        </p:spPr>
        <p:txBody>
          <a:bodyPr vert="horz" wrap="square" lIns="90756" tIns="45379" rIns="90756" bIns="45379"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7" name="Rectangle 1029"/>
          <p:cNvSpPr>
            <a:spLocks noGrp="1" noChangeArrowheads="1"/>
          </p:cNvSpPr>
          <p:nvPr>
            <p:ph type="sldNum" sz="quarter" idx="3"/>
          </p:nvPr>
        </p:nvSpPr>
        <p:spPr bwMode="auto">
          <a:xfrm>
            <a:off x="3817571" y="9372687"/>
            <a:ext cx="2918193" cy="493626"/>
          </a:xfrm>
          <a:prstGeom prst="rect">
            <a:avLst/>
          </a:prstGeom>
          <a:noFill/>
          <a:ln w="9525">
            <a:noFill/>
            <a:miter lim="800000"/>
            <a:headEnd/>
            <a:tailEnd/>
          </a:ln>
          <a:effectLst/>
        </p:spPr>
        <p:txBody>
          <a:bodyPr vert="horz" wrap="square" lIns="90756" tIns="45379" rIns="90756" bIns="45379"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97EB0BD7-0D1B-461F-96D2-458D4659D7B9}" type="slidenum">
              <a:rPr lang="en-US" altLang="ja-JP"/>
              <a:pPr/>
              <a:t>‹#›</a:t>
            </a:fld>
            <a:endParaRPr lang="en-US" altLang="ja-JP"/>
          </a:p>
        </p:txBody>
      </p:sp>
    </p:spTree>
    <p:extLst>
      <p:ext uri="{BB962C8B-B14F-4D97-AF65-F5344CB8AC3E}">
        <p14:creationId xmlns:p14="http://schemas.microsoft.com/office/powerpoint/2010/main" val="2909896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1026"/>
          <p:cNvSpPr>
            <a:spLocks noGrp="1" noChangeArrowheads="1"/>
          </p:cNvSpPr>
          <p:nvPr>
            <p:ph type="hdr" sz="quarter"/>
          </p:nvPr>
        </p:nvSpPr>
        <p:spPr bwMode="auto">
          <a:xfrm>
            <a:off x="0" y="0"/>
            <a:ext cx="2918193" cy="493628"/>
          </a:xfrm>
          <a:prstGeom prst="rect">
            <a:avLst/>
          </a:prstGeom>
          <a:noFill/>
          <a:ln w="9525">
            <a:noFill/>
            <a:miter lim="800000"/>
            <a:headEnd/>
            <a:tailEnd/>
          </a:ln>
          <a:effectLst/>
        </p:spPr>
        <p:txBody>
          <a:bodyPr vert="horz" wrap="square" lIns="90756" tIns="45379" rIns="90756" bIns="45379"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3" name="Rectangle 1027"/>
          <p:cNvSpPr>
            <a:spLocks noGrp="1" noChangeArrowheads="1"/>
          </p:cNvSpPr>
          <p:nvPr>
            <p:ph type="dt" idx="1"/>
          </p:nvPr>
        </p:nvSpPr>
        <p:spPr bwMode="auto">
          <a:xfrm>
            <a:off x="3817571" y="0"/>
            <a:ext cx="2918193" cy="493628"/>
          </a:xfrm>
          <a:prstGeom prst="rect">
            <a:avLst/>
          </a:prstGeom>
          <a:noFill/>
          <a:ln w="9525">
            <a:noFill/>
            <a:miter lim="800000"/>
            <a:headEnd/>
            <a:tailEnd/>
          </a:ln>
          <a:effectLst/>
        </p:spPr>
        <p:txBody>
          <a:bodyPr vert="horz" wrap="square" lIns="90756" tIns="45379" rIns="90756" bIns="45379"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25604" name="Rectangle 1028"/>
          <p:cNvSpPr>
            <a:spLocks noGrp="1" noRot="1" noChangeAspect="1" noChangeArrowheads="1" noTextEdit="1"/>
          </p:cNvSpPr>
          <p:nvPr>
            <p:ph type="sldImg" idx="2"/>
          </p:nvPr>
        </p:nvSpPr>
        <p:spPr bwMode="auto">
          <a:xfrm>
            <a:off x="79375" y="739775"/>
            <a:ext cx="6577013" cy="3700463"/>
          </a:xfrm>
          <a:prstGeom prst="rect">
            <a:avLst/>
          </a:prstGeom>
          <a:noFill/>
          <a:ln w="9525">
            <a:solidFill>
              <a:srgbClr val="000000"/>
            </a:solidFill>
            <a:miter lim="800000"/>
            <a:headEnd/>
            <a:tailEnd/>
          </a:ln>
          <a:effectLst/>
        </p:spPr>
      </p:sp>
      <p:sp>
        <p:nvSpPr>
          <p:cNvPr id="25605" name="Rectangle 1029"/>
          <p:cNvSpPr>
            <a:spLocks noGrp="1" noChangeArrowheads="1"/>
          </p:cNvSpPr>
          <p:nvPr>
            <p:ph type="body" sz="quarter" idx="3"/>
          </p:nvPr>
        </p:nvSpPr>
        <p:spPr bwMode="auto">
          <a:xfrm>
            <a:off x="897785" y="4687122"/>
            <a:ext cx="4940198" cy="4439530"/>
          </a:xfrm>
          <a:prstGeom prst="rect">
            <a:avLst/>
          </a:prstGeom>
          <a:noFill/>
          <a:ln w="9525">
            <a:noFill/>
            <a:miter lim="800000"/>
            <a:headEnd/>
            <a:tailEnd/>
          </a:ln>
          <a:effectLst/>
        </p:spPr>
        <p:txBody>
          <a:bodyPr vert="horz" wrap="square" lIns="90756" tIns="45379" rIns="90756" bIns="45379"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5606" name="Rectangle 1030"/>
          <p:cNvSpPr>
            <a:spLocks noGrp="1" noChangeArrowheads="1"/>
          </p:cNvSpPr>
          <p:nvPr>
            <p:ph type="ftr" sz="quarter" idx="4"/>
          </p:nvPr>
        </p:nvSpPr>
        <p:spPr bwMode="auto">
          <a:xfrm>
            <a:off x="0" y="9372687"/>
            <a:ext cx="2918193" cy="493626"/>
          </a:xfrm>
          <a:prstGeom prst="rect">
            <a:avLst/>
          </a:prstGeom>
          <a:noFill/>
          <a:ln w="9525">
            <a:noFill/>
            <a:miter lim="800000"/>
            <a:headEnd/>
            <a:tailEnd/>
          </a:ln>
          <a:effectLst/>
        </p:spPr>
        <p:txBody>
          <a:bodyPr vert="horz" wrap="square" lIns="90756" tIns="45379" rIns="90756" bIns="45379"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7" name="Rectangle 1031"/>
          <p:cNvSpPr>
            <a:spLocks noGrp="1" noChangeArrowheads="1"/>
          </p:cNvSpPr>
          <p:nvPr>
            <p:ph type="sldNum" sz="quarter" idx="5"/>
          </p:nvPr>
        </p:nvSpPr>
        <p:spPr bwMode="auto">
          <a:xfrm>
            <a:off x="3817571" y="9372687"/>
            <a:ext cx="2918193" cy="493626"/>
          </a:xfrm>
          <a:prstGeom prst="rect">
            <a:avLst/>
          </a:prstGeom>
          <a:noFill/>
          <a:ln w="9525">
            <a:noFill/>
            <a:miter lim="800000"/>
            <a:headEnd/>
            <a:tailEnd/>
          </a:ln>
          <a:effectLst/>
        </p:spPr>
        <p:txBody>
          <a:bodyPr vert="horz" wrap="square" lIns="90756" tIns="45379" rIns="90756" bIns="45379"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8AF01994-2739-4319-8C13-74EB71056E38}" type="slidenum">
              <a:rPr lang="en-US" altLang="ja-JP"/>
              <a:pPr/>
              <a:t>‹#›</a:t>
            </a:fld>
            <a:endParaRPr lang="en-US" altLang="ja-JP"/>
          </a:p>
        </p:txBody>
      </p:sp>
    </p:spTree>
    <p:extLst>
      <p:ext uri="{BB962C8B-B14F-4D97-AF65-F5344CB8AC3E}">
        <p14:creationId xmlns:p14="http://schemas.microsoft.com/office/powerpoint/2010/main" val="77175069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charset="0"/>
        <a:ea typeface="ＭＳ Ｐ明朝" charset="-128"/>
        <a:cs typeface="+mn-cs"/>
      </a:defRPr>
    </a:lvl1pPr>
    <a:lvl2pPr marL="457200" algn="l" rtl="0" fontAlgn="base">
      <a:spcBef>
        <a:spcPct val="30000"/>
      </a:spcBef>
      <a:spcAft>
        <a:spcPct val="0"/>
      </a:spcAft>
      <a:defRPr kumimoji="1" sz="1200" kern="1200">
        <a:solidFill>
          <a:schemeClr val="tx1"/>
        </a:solidFill>
        <a:latin typeface="Times New Roman" charset="0"/>
        <a:ea typeface="ＭＳ Ｐ明朝" charset="-128"/>
        <a:cs typeface="+mn-cs"/>
      </a:defRPr>
    </a:lvl2pPr>
    <a:lvl3pPr marL="914400" algn="l" rtl="0" fontAlgn="base">
      <a:spcBef>
        <a:spcPct val="30000"/>
      </a:spcBef>
      <a:spcAft>
        <a:spcPct val="0"/>
      </a:spcAft>
      <a:defRPr kumimoji="1" sz="1200" kern="1200">
        <a:solidFill>
          <a:schemeClr val="tx1"/>
        </a:solidFill>
        <a:latin typeface="Times New Roman" charset="0"/>
        <a:ea typeface="ＭＳ Ｐ明朝" charset="-128"/>
        <a:cs typeface="+mn-cs"/>
      </a:defRPr>
    </a:lvl3pPr>
    <a:lvl4pPr marL="1371600" algn="l" rtl="0" fontAlgn="base">
      <a:spcBef>
        <a:spcPct val="30000"/>
      </a:spcBef>
      <a:spcAft>
        <a:spcPct val="0"/>
      </a:spcAft>
      <a:defRPr kumimoji="1" sz="1200" kern="1200">
        <a:solidFill>
          <a:schemeClr val="tx1"/>
        </a:solidFill>
        <a:latin typeface="Times New Roman" charset="0"/>
        <a:ea typeface="ＭＳ Ｐ明朝" charset="-128"/>
        <a:cs typeface="+mn-cs"/>
      </a:defRPr>
    </a:lvl4pPr>
    <a:lvl5pPr marL="1828800" algn="l" rtl="0" fontAlgn="base">
      <a:spcBef>
        <a:spcPct val="30000"/>
      </a:spcBef>
      <a:spcAft>
        <a:spcPct val="0"/>
      </a:spcAft>
      <a:defRPr kumimoji="1" sz="1200" kern="1200">
        <a:solidFill>
          <a:schemeClr val="tx1"/>
        </a:solidFill>
        <a:latin typeface="Times New Roman"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79375" y="739775"/>
            <a:ext cx="6577013" cy="37004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8AF01994-2739-4319-8C13-74EB71056E38}" type="slidenum">
              <a:rPr lang="en-US" altLang="ja-JP" smtClean="0"/>
              <a:pPr/>
              <a:t>1</a:t>
            </a:fld>
            <a:endParaRPr lang="en-US" altLang="ja-JP"/>
          </a:p>
        </p:txBody>
      </p:sp>
    </p:spTree>
    <p:extLst>
      <p:ext uri="{BB962C8B-B14F-4D97-AF65-F5344CB8AC3E}">
        <p14:creationId xmlns:p14="http://schemas.microsoft.com/office/powerpoint/2010/main" val="398175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8AF01994-2739-4319-8C13-74EB71056E38}" type="slidenum">
              <a:rPr lang="en-US" altLang="ja-JP" smtClean="0"/>
              <a:pPr/>
              <a:t>2</a:t>
            </a:fld>
            <a:endParaRPr lang="en-US" altLang="ja-JP"/>
          </a:p>
        </p:txBody>
      </p:sp>
    </p:spTree>
    <p:extLst>
      <p:ext uri="{BB962C8B-B14F-4D97-AF65-F5344CB8AC3E}">
        <p14:creationId xmlns:p14="http://schemas.microsoft.com/office/powerpoint/2010/main" val="954496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E1F01-253F-CA1C-7143-82BFE182C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6D2AD48-44D6-5952-80C0-D6566DD7AC48}"/>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876E7731-061D-CB36-F064-BA227C771E0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1BDF7EC-0751-C51D-9B3E-645CC99CEDF5}"/>
              </a:ext>
            </a:extLst>
          </p:cNvPr>
          <p:cNvSpPr>
            <a:spLocks noGrp="1"/>
          </p:cNvSpPr>
          <p:nvPr>
            <p:ph type="sldNum" sz="quarter" idx="5"/>
          </p:nvPr>
        </p:nvSpPr>
        <p:spPr/>
        <p:txBody>
          <a:bodyPr/>
          <a:lstStyle/>
          <a:p>
            <a:fld id="{8AF01994-2739-4319-8C13-74EB71056E38}" type="slidenum">
              <a:rPr lang="en-US" altLang="ja-JP" smtClean="0"/>
              <a:pPr/>
              <a:t>3</a:t>
            </a:fld>
            <a:endParaRPr lang="en-US" altLang="ja-JP"/>
          </a:p>
        </p:txBody>
      </p:sp>
    </p:spTree>
    <p:extLst>
      <p:ext uri="{BB962C8B-B14F-4D97-AF65-F5344CB8AC3E}">
        <p14:creationId xmlns:p14="http://schemas.microsoft.com/office/powerpoint/2010/main" val="1424085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F2C7B-E683-2642-E247-865D7EB561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E3614F0-6656-2A30-EB72-5333C41E7F01}"/>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EFC093E7-AF1C-0816-9B13-2C07CE2DC8E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E970654-9C66-B0DC-7455-8762859DF06F}"/>
              </a:ext>
            </a:extLst>
          </p:cNvPr>
          <p:cNvSpPr>
            <a:spLocks noGrp="1"/>
          </p:cNvSpPr>
          <p:nvPr>
            <p:ph type="sldNum" sz="quarter" idx="5"/>
          </p:nvPr>
        </p:nvSpPr>
        <p:spPr/>
        <p:txBody>
          <a:bodyPr/>
          <a:lstStyle/>
          <a:p>
            <a:fld id="{8AF01994-2739-4319-8C13-74EB71056E38}" type="slidenum">
              <a:rPr lang="en-US" altLang="ja-JP" smtClean="0"/>
              <a:pPr/>
              <a:t>4</a:t>
            </a:fld>
            <a:endParaRPr lang="en-US" altLang="ja-JP"/>
          </a:p>
        </p:txBody>
      </p:sp>
    </p:spTree>
    <p:extLst>
      <p:ext uri="{BB962C8B-B14F-4D97-AF65-F5344CB8AC3E}">
        <p14:creationId xmlns:p14="http://schemas.microsoft.com/office/powerpoint/2010/main" val="1248653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F2583-A7B4-4E1B-22AB-D928ED62D5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A2C25-4A2F-71D6-B256-38C44E7564EF}"/>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B93F2C56-DB27-ADB1-34B0-54990428A3F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63A6BC6-0ED7-A1B0-3E34-69F36FB5093F}"/>
              </a:ext>
            </a:extLst>
          </p:cNvPr>
          <p:cNvSpPr>
            <a:spLocks noGrp="1"/>
          </p:cNvSpPr>
          <p:nvPr>
            <p:ph type="sldNum" sz="quarter" idx="5"/>
          </p:nvPr>
        </p:nvSpPr>
        <p:spPr/>
        <p:txBody>
          <a:bodyPr/>
          <a:lstStyle/>
          <a:p>
            <a:fld id="{8AF01994-2739-4319-8C13-74EB71056E38}" type="slidenum">
              <a:rPr lang="en-US" altLang="ja-JP" smtClean="0"/>
              <a:pPr/>
              <a:t>5</a:t>
            </a:fld>
            <a:endParaRPr lang="en-US" altLang="ja-JP"/>
          </a:p>
        </p:txBody>
      </p:sp>
    </p:spTree>
    <p:extLst>
      <p:ext uri="{BB962C8B-B14F-4D97-AF65-F5344CB8AC3E}">
        <p14:creationId xmlns:p14="http://schemas.microsoft.com/office/powerpoint/2010/main" val="380761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6CBA1-488E-1CAC-5992-B7C8BE7DE0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79887E4-C539-DF4C-89E3-D8E2CAADB502}"/>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1FA57536-DA28-3F8E-1B5D-FE974D75931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8AF5EF2-261B-31DA-077E-A4D4AEFAD9DA}"/>
              </a:ext>
            </a:extLst>
          </p:cNvPr>
          <p:cNvSpPr>
            <a:spLocks noGrp="1"/>
          </p:cNvSpPr>
          <p:nvPr>
            <p:ph type="sldNum" sz="quarter" idx="5"/>
          </p:nvPr>
        </p:nvSpPr>
        <p:spPr/>
        <p:txBody>
          <a:bodyPr/>
          <a:lstStyle/>
          <a:p>
            <a:fld id="{8AF01994-2739-4319-8C13-74EB71056E38}" type="slidenum">
              <a:rPr lang="en-US" altLang="ja-JP" smtClean="0"/>
              <a:pPr/>
              <a:t>19</a:t>
            </a:fld>
            <a:endParaRPr lang="en-US" altLang="ja-JP"/>
          </a:p>
        </p:txBody>
      </p:sp>
    </p:spTree>
    <p:extLst>
      <p:ext uri="{BB962C8B-B14F-4D97-AF65-F5344CB8AC3E}">
        <p14:creationId xmlns:p14="http://schemas.microsoft.com/office/powerpoint/2010/main" val="3889049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B11CB-8754-4FE1-0831-E1001321F9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F3204-0C25-694C-E4BC-4B65C037F756}"/>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F5169F73-0B3A-3187-D93F-8DBA56675D5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52FDA84-FE8E-F0C6-F078-66507CD8F5FB}"/>
              </a:ext>
            </a:extLst>
          </p:cNvPr>
          <p:cNvSpPr>
            <a:spLocks noGrp="1"/>
          </p:cNvSpPr>
          <p:nvPr>
            <p:ph type="sldNum" sz="quarter" idx="5"/>
          </p:nvPr>
        </p:nvSpPr>
        <p:spPr/>
        <p:txBody>
          <a:bodyPr/>
          <a:lstStyle/>
          <a:p>
            <a:fld id="{8AF01994-2739-4319-8C13-74EB71056E38}" type="slidenum">
              <a:rPr lang="en-US" altLang="ja-JP" smtClean="0"/>
              <a:pPr/>
              <a:t>21</a:t>
            </a:fld>
            <a:endParaRPr lang="en-US" altLang="ja-JP"/>
          </a:p>
        </p:txBody>
      </p:sp>
    </p:spTree>
    <p:extLst>
      <p:ext uri="{BB962C8B-B14F-4D97-AF65-F5344CB8AC3E}">
        <p14:creationId xmlns:p14="http://schemas.microsoft.com/office/powerpoint/2010/main" val="3114121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C605C-9501-2EE0-F6E9-31F34EB0B1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3ECF50-0360-7CEF-DAF1-5B586B8C9402}"/>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4C500F5A-F5B0-2090-FC71-4378796237F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125D3EE-799E-B3A9-BCAE-7382B762B919}"/>
              </a:ext>
            </a:extLst>
          </p:cNvPr>
          <p:cNvSpPr>
            <a:spLocks noGrp="1"/>
          </p:cNvSpPr>
          <p:nvPr>
            <p:ph type="sldNum" sz="quarter" idx="5"/>
          </p:nvPr>
        </p:nvSpPr>
        <p:spPr/>
        <p:txBody>
          <a:bodyPr/>
          <a:lstStyle/>
          <a:p>
            <a:fld id="{8AF01994-2739-4319-8C13-74EB71056E38}" type="slidenum">
              <a:rPr lang="en-US" altLang="ja-JP" smtClean="0"/>
              <a:pPr/>
              <a:t>22</a:t>
            </a:fld>
            <a:endParaRPr lang="en-US" altLang="ja-JP"/>
          </a:p>
        </p:txBody>
      </p:sp>
    </p:spTree>
    <p:extLst>
      <p:ext uri="{BB962C8B-B14F-4D97-AF65-F5344CB8AC3E}">
        <p14:creationId xmlns:p14="http://schemas.microsoft.com/office/powerpoint/2010/main" val="2581771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0AB01-5CB1-68E7-A388-96FF89CA24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477D694-C049-CA5D-12FE-1105902806F3}"/>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84BD124C-933B-727C-9CFA-A8500C73626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3EBB1C3-45ED-18AA-8AAE-FC93CC39606B}"/>
              </a:ext>
            </a:extLst>
          </p:cNvPr>
          <p:cNvSpPr>
            <a:spLocks noGrp="1"/>
          </p:cNvSpPr>
          <p:nvPr>
            <p:ph type="sldNum" sz="quarter" idx="5"/>
          </p:nvPr>
        </p:nvSpPr>
        <p:spPr/>
        <p:txBody>
          <a:bodyPr/>
          <a:lstStyle/>
          <a:p>
            <a:fld id="{8AF01994-2739-4319-8C13-74EB71056E38}" type="slidenum">
              <a:rPr lang="en-US" altLang="ja-JP" smtClean="0"/>
              <a:pPr/>
              <a:t>23</a:t>
            </a:fld>
            <a:endParaRPr lang="en-US" altLang="ja-JP"/>
          </a:p>
        </p:txBody>
      </p:sp>
    </p:spTree>
    <p:extLst>
      <p:ext uri="{BB962C8B-B14F-4D97-AF65-F5344CB8AC3E}">
        <p14:creationId xmlns:p14="http://schemas.microsoft.com/office/powerpoint/2010/main" val="148166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BADDE-EC8B-BD7F-BFEA-3A7B9D64C8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06FA42-6AEC-7913-F61B-52970ADFD2FB}"/>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14557B49-4327-7361-9662-3081EDC2F5F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36B33F5-C32C-E793-5E7E-343E385D3D10}"/>
              </a:ext>
            </a:extLst>
          </p:cNvPr>
          <p:cNvSpPr>
            <a:spLocks noGrp="1"/>
          </p:cNvSpPr>
          <p:nvPr>
            <p:ph type="sldNum" sz="quarter" idx="5"/>
          </p:nvPr>
        </p:nvSpPr>
        <p:spPr/>
        <p:txBody>
          <a:bodyPr/>
          <a:lstStyle/>
          <a:p>
            <a:fld id="{8AF01994-2739-4319-8C13-74EB71056E38}" type="slidenum">
              <a:rPr lang="en-US" altLang="ja-JP" smtClean="0"/>
              <a:pPr/>
              <a:t>24</a:t>
            </a:fld>
            <a:endParaRPr lang="en-US" altLang="ja-JP"/>
          </a:p>
        </p:txBody>
      </p:sp>
    </p:spTree>
    <p:extLst>
      <p:ext uri="{BB962C8B-B14F-4D97-AF65-F5344CB8AC3E}">
        <p14:creationId xmlns:p14="http://schemas.microsoft.com/office/powerpoint/2010/main" val="1434499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7D7DF-AB4B-7EC6-CFFE-E98A727802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F7DBBC-ADC3-309B-01EE-E2F5C7F9804B}"/>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42A3B865-9958-D15F-5CE2-5A564CBB85F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0EA63B9-16BC-9F54-354E-ADA3024835BD}"/>
              </a:ext>
            </a:extLst>
          </p:cNvPr>
          <p:cNvSpPr>
            <a:spLocks noGrp="1"/>
          </p:cNvSpPr>
          <p:nvPr>
            <p:ph type="sldNum" sz="quarter" idx="5"/>
          </p:nvPr>
        </p:nvSpPr>
        <p:spPr/>
        <p:txBody>
          <a:bodyPr/>
          <a:lstStyle/>
          <a:p>
            <a:fld id="{8AF01994-2739-4319-8C13-74EB71056E38}" type="slidenum">
              <a:rPr lang="en-US" altLang="ja-JP" smtClean="0"/>
              <a:pPr/>
              <a:t>25</a:t>
            </a:fld>
            <a:endParaRPr lang="en-US" altLang="ja-JP"/>
          </a:p>
        </p:txBody>
      </p:sp>
    </p:spTree>
    <p:extLst>
      <p:ext uri="{BB962C8B-B14F-4D97-AF65-F5344CB8AC3E}">
        <p14:creationId xmlns:p14="http://schemas.microsoft.com/office/powerpoint/2010/main" val="3266374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52180-CC78-B97D-6F85-4FA84F84B1D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EBD40B-14C6-1633-D2A0-927C3390E5CB}"/>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4B9ACC80-9DEF-FA45-F2F8-118FEBD7B8E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F3B96C1-554E-80C8-887B-BF877F5CF0F8}"/>
              </a:ext>
            </a:extLst>
          </p:cNvPr>
          <p:cNvSpPr>
            <a:spLocks noGrp="1"/>
          </p:cNvSpPr>
          <p:nvPr>
            <p:ph type="sldNum" sz="quarter" idx="5"/>
          </p:nvPr>
        </p:nvSpPr>
        <p:spPr/>
        <p:txBody>
          <a:bodyPr/>
          <a:lstStyle/>
          <a:p>
            <a:fld id="{8AF01994-2739-4319-8C13-74EB71056E38}" type="slidenum">
              <a:rPr lang="en-US" altLang="ja-JP" smtClean="0"/>
              <a:pPr/>
              <a:t>26</a:t>
            </a:fld>
            <a:endParaRPr lang="en-US" altLang="ja-JP"/>
          </a:p>
        </p:txBody>
      </p:sp>
    </p:spTree>
    <p:extLst>
      <p:ext uri="{BB962C8B-B14F-4D97-AF65-F5344CB8AC3E}">
        <p14:creationId xmlns:p14="http://schemas.microsoft.com/office/powerpoint/2010/main" val="764058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1E0E1-EB13-1C1C-47F9-F2122EEA055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CAF381-53D5-F48C-E9A0-CF9CC8730EB1}"/>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93C0887E-2DB0-0AC8-FA2F-65431838601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170B03C-84B0-1812-301E-2FB608E6D7C0}"/>
              </a:ext>
            </a:extLst>
          </p:cNvPr>
          <p:cNvSpPr>
            <a:spLocks noGrp="1"/>
          </p:cNvSpPr>
          <p:nvPr>
            <p:ph type="sldNum" sz="quarter" idx="5"/>
          </p:nvPr>
        </p:nvSpPr>
        <p:spPr/>
        <p:txBody>
          <a:bodyPr/>
          <a:lstStyle/>
          <a:p>
            <a:fld id="{8AF01994-2739-4319-8C13-74EB71056E38}" type="slidenum">
              <a:rPr lang="en-US" altLang="ja-JP" smtClean="0"/>
              <a:pPr/>
              <a:t>27</a:t>
            </a:fld>
            <a:endParaRPr lang="en-US" altLang="ja-JP"/>
          </a:p>
        </p:txBody>
      </p:sp>
    </p:spTree>
    <p:extLst>
      <p:ext uri="{BB962C8B-B14F-4D97-AF65-F5344CB8AC3E}">
        <p14:creationId xmlns:p14="http://schemas.microsoft.com/office/powerpoint/2010/main" val="1513816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C4292-F9C6-3DC8-D620-09993FBBEC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4C4E8B-33CB-11F2-5DD2-9E845A8C45CD}"/>
              </a:ext>
            </a:extLst>
          </p:cNvPr>
          <p:cNvSpPr>
            <a:spLocks noGrp="1" noRot="1" noChangeAspect="1"/>
          </p:cNvSpPr>
          <p:nvPr>
            <p:ph type="sldImg"/>
          </p:nvPr>
        </p:nvSpPr>
        <p:spPr>
          <a:xfrm>
            <a:off x="79375" y="739775"/>
            <a:ext cx="6577013" cy="3700463"/>
          </a:xfrm>
        </p:spPr>
      </p:sp>
      <p:sp>
        <p:nvSpPr>
          <p:cNvPr id="3" name="ノート プレースホルダー 2">
            <a:extLst>
              <a:ext uri="{FF2B5EF4-FFF2-40B4-BE49-F238E27FC236}">
                <a16:creationId xmlns:a16="http://schemas.microsoft.com/office/drawing/2014/main" id="{B3AD058C-D1E7-FD89-E4AF-1099BC7E52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1A104F3-F63C-2F17-D6C0-C30455AC3D0A}"/>
              </a:ext>
            </a:extLst>
          </p:cNvPr>
          <p:cNvSpPr>
            <a:spLocks noGrp="1"/>
          </p:cNvSpPr>
          <p:nvPr>
            <p:ph type="sldNum" sz="quarter" idx="5"/>
          </p:nvPr>
        </p:nvSpPr>
        <p:spPr/>
        <p:txBody>
          <a:bodyPr/>
          <a:lstStyle/>
          <a:p>
            <a:fld id="{8AF01994-2739-4319-8C13-74EB71056E38}" type="slidenum">
              <a:rPr lang="en-US" altLang="ja-JP" smtClean="0"/>
              <a:pPr/>
              <a:t>28</a:t>
            </a:fld>
            <a:endParaRPr lang="en-US" altLang="ja-JP"/>
          </a:p>
        </p:txBody>
      </p:sp>
    </p:spTree>
    <p:extLst>
      <p:ext uri="{BB962C8B-B14F-4D97-AF65-F5344CB8AC3E}">
        <p14:creationId xmlns:p14="http://schemas.microsoft.com/office/powerpoint/2010/main" val="623173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表紙">
    <p:spTree>
      <p:nvGrpSpPr>
        <p:cNvPr id="1" name=""/>
        <p:cNvGrpSpPr/>
        <p:nvPr/>
      </p:nvGrpSpPr>
      <p:grpSpPr>
        <a:xfrm>
          <a:off x="0" y="0"/>
          <a:ext cx="0" cy="0"/>
          <a:chOff x="0" y="0"/>
          <a:chExt cx="0" cy="0"/>
        </a:xfrm>
      </p:grpSpPr>
      <p:sp>
        <p:nvSpPr>
          <p:cNvPr id="100" name="正方形/長方形 11"/>
          <p:cNvSpPr>
            <a:spLocks noChangeArrowheads="1"/>
          </p:cNvSpPr>
          <p:nvPr/>
        </p:nvSpPr>
        <p:spPr bwMode="gray">
          <a:xfrm>
            <a:off x="432859" y="2763059"/>
            <a:ext cx="11336867" cy="109537"/>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63" name="グループ化 62"/>
          <p:cNvGrpSpPr/>
          <p:nvPr userDrawn="1"/>
        </p:nvGrpSpPr>
        <p:grpSpPr bwMode="gray">
          <a:xfrm>
            <a:off x="432858" y="2763059"/>
            <a:ext cx="2904596" cy="109537"/>
            <a:chOff x="312738" y="2747963"/>
            <a:chExt cx="1970087" cy="109537"/>
          </a:xfrm>
        </p:grpSpPr>
        <p:sp>
          <p:nvSpPr>
            <p:cNvPr id="64" name="正方形/長方形 63"/>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65" name="正方形/長方形 64"/>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2" name="スライド番号プレースホルダ 2"/>
          <p:cNvSpPr>
            <a:spLocks noGrp="1"/>
          </p:cNvSpPr>
          <p:nvPr userDrawn="1">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3237989" y="3113706"/>
            <a:ext cx="4253087" cy="538609"/>
          </a:xfrm>
          <a:prstGeom prst="rect">
            <a:avLst/>
          </a:prstGeom>
        </p:spPr>
        <p:txBody>
          <a:bodyPr wrap="none">
            <a:spAutoFit/>
          </a:bodyPr>
          <a:lstStyle>
            <a:lvl1pPr>
              <a:lnSpc>
                <a:spcPct val="100000"/>
              </a:lnSpc>
              <a:defRPr sz="2900" baseline="0">
                <a:solidFill>
                  <a:schemeClr val="tx1"/>
                </a:solidFill>
                <a:latin typeface="Arial Black" pitchFamily="34" charset="0"/>
                <a:ea typeface="HGP創英角ｺﾞｼｯｸUB"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3237989" y="3656176"/>
            <a:ext cx="3408305" cy="430887"/>
          </a:xfrm>
          <a:prstGeom prst="rect">
            <a:avLst/>
          </a:prstGeom>
        </p:spPr>
        <p:txBody>
          <a:bodyPr wrap="none">
            <a:spAutoFit/>
          </a:bodyPr>
          <a:lstStyle>
            <a:lvl1pPr>
              <a:buNone/>
              <a:defRPr sz="2200" baseline="0">
                <a:latin typeface="Arial Black" pitchFamily="34" charset="0"/>
                <a:ea typeface="+mn-ea"/>
              </a:defRPr>
            </a:lvl1pPr>
          </a:lstStyle>
          <a:p>
            <a:pPr lvl="0"/>
            <a:r>
              <a:rPr kumimoji="1" lang="ja-JP" altLang="en-US"/>
              <a:t>マスタ テキストの書式設定</a:t>
            </a:r>
          </a:p>
        </p:txBody>
      </p:sp>
      <p:grpSp>
        <p:nvGrpSpPr>
          <p:cNvPr id="98" name="グループ化 97"/>
          <p:cNvGrpSpPr/>
          <p:nvPr userDrawn="1"/>
        </p:nvGrpSpPr>
        <p:grpSpPr bwMode="gray">
          <a:xfrm>
            <a:off x="9126008" y="547567"/>
            <a:ext cx="2643717" cy="569913"/>
            <a:chOff x="6642100" y="547566"/>
            <a:chExt cx="1982788" cy="569913"/>
          </a:xfrm>
        </p:grpSpPr>
        <p:sp>
          <p:nvSpPr>
            <p:cNvPr id="7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目次①">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B69A64E9-DEE1-40B5-88E8-A6C3DD001D0B}" type="slidenum">
              <a:rPr lang="en-US" altLang="ja-JP" smtClean="0"/>
              <a:pPr>
                <a:defRPr/>
              </a:pPr>
              <a:t>‹#›</a:t>
            </a:fld>
            <a:endParaRPr lang="en-US" altLang="ja-JP"/>
          </a:p>
        </p:txBody>
      </p:sp>
      <p:sp>
        <p:nvSpPr>
          <p:cNvPr id="36" name="正方形/長方形 11"/>
          <p:cNvSpPr>
            <a:spLocks noChangeArrowheads="1"/>
          </p:cNvSpPr>
          <p:nvPr userDrawn="1"/>
        </p:nvSpPr>
        <p:spPr bwMode="gray">
          <a:xfrm>
            <a:off x="1" y="739776"/>
            <a:ext cx="12192000" cy="74485"/>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2" name="グループ化 62"/>
          <p:cNvGrpSpPr/>
          <p:nvPr userDrawn="1"/>
        </p:nvGrpSpPr>
        <p:grpSpPr bwMode="gray">
          <a:xfrm>
            <a:off x="-6" y="739776"/>
            <a:ext cx="1975115" cy="74485"/>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0" name="正方形/長方形 39"/>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3" name="グループ化 41"/>
          <p:cNvGrpSpPr/>
          <p:nvPr userDrawn="1"/>
        </p:nvGrpSpPr>
        <p:grpSpPr bwMode="gray">
          <a:xfrm>
            <a:off x="10167006" y="202285"/>
            <a:ext cx="1793220" cy="386569"/>
            <a:chOff x="6642100" y="547566"/>
            <a:chExt cx="1982788" cy="569913"/>
          </a:xfrm>
        </p:grpSpPr>
        <p:sp>
          <p:nvSpPr>
            <p:cNvPr id="4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5"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6"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7"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0"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7"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8"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9"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0"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1"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2"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3"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4"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5"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6"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7"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8"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39" name="タイトル 1"/>
          <p:cNvSpPr>
            <a:spLocks noGrp="1"/>
          </p:cNvSpPr>
          <p:nvPr>
            <p:ph type="title" hasCustomPrompt="1"/>
          </p:nvPr>
        </p:nvSpPr>
        <p:spPr>
          <a:xfrm>
            <a:off x="148801" y="266400"/>
            <a:ext cx="8301303" cy="449263"/>
          </a:xfrm>
          <a:prstGeom prst="rect">
            <a:avLst/>
          </a:prstGeom>
        </p:spPr>
        <p:txBody>
          <a:bodyPr anchor="ctr"/>
          <a:lstStyle>
            <a:lvl1pPr>
              <a:lnSpc>
                <a:spcPct val="100000"/>
              </a:lnSpc>
              <a:defRPr sz="2400" baseline="0">
                <a:solidFill>
                  <a:schemeClr val="tx1"/>
                </a:solidFill>
                <a:latin typeface="+mj-ea"/>
                <a:ea typeface="+mj-ea"/>
              </a:defRPr>
            </a:lvl1pPr>
          </a:lstStyle>
          <a:p>
            <a:r>
              <a:rPr lang="en-US" altLang="ja-JP"/>
              <a:t>Contents</a:t>
            </a:r>
            <a:endParaRPr lang="ja-JP" altLang="en-US"/>
          </a:p>
        </p:txBody>
      </p:sp>
      <p:sp>
        <p:nvSpPr>
          <p:cNvPr id="60" name="テキスト プレースホルダ 45"/>
          <p:cNvSpPr>
            <a:spLocks noGrp="1"/>
          </p:cNvSpPr>
          <p:nvPr>
            <p:ph type="body" sz="quarter" idx="11"/>
          </p:nvPr>
        </p:nvSpPr>
        <p:spPr>
          <a:xfrm>
            <a:off x="960968" y="1630653"/>
            <a:ext cx="7203017" cy="4741862"/>
          </a:xfrm>
          <a:prstGeom prst="rect">
            <a:avLst/>
          </a:prstGeom>
        </p:spPr>
        <p:txBody>
          <a:bodyPr/>
          <a:lstStyle>
            <a:lvl1pPr marL="0" indent="0">
              <a:lnSpc>
                <a:spcPct val="150000"/>
              </a:lnSpc>
              <a:spcBef>
                <a:spcPts val="0"/>
              </a:spcBef>
              <a:buFont typeface="+mj-lt"/>
              <a:buAutoNum type="arabicPeriod"/>
              <a:defRPr sz="1800" baseline="0">
                <a:latin typeface="+mn-ea"/>
                <a:ea typeface="+mn-ea"/>
              </a:defRPr>
            </a:lvl1pPr>
            <a:lvl2pPr marL="0" indent="0">
              <a:lnSpc>
                <a:spcPct val="150000"/>
              </a:lnSpc>
              <a:spcBef>
                <a:spcPts val="0"/>
              </a:spcBef>
              <a:buFontTx/>
              <a:buNone/>
              <a:defRPr sz="1600" baseline="0">
                <a:latin typeface="+mn-ea"/>
                <a:ea typeface="+mn-ea"/>
              </a:defRPr>
            </a:lvl2pPr>
            <a:lvl3pPr marL="1371600" indent="-457200">
              <a:buFont typeface="+mj-lt"/>
              <a:buAutoNum type="arabicPeriod"/>
              <a:defRPr sz="1800"/>
            </a:lvl3pPr>
            <a:lvl4pPr marL="1828800" indent="-457200">
              <a:buFont typeface="+mj-lt"/>
              <a:buAutoNum type="arabicPeriod"/>
              <a:defRPr sz="1800"/>
            </a:lvl4pPr>
            <a:lvl5pPr marL="2286000" indent="-457200">
              <a:buFont typeface="+mj-lt"/>
              <a:buAutoNum type="arabicPeriod"/>
              <a:defRPr sz="1800"/>
            </a:lvl5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p:txBody>
      </p:sp>
      <p:sp>
        <p:nvSpPr>
          <p:cNvPr id="61" name="テキスト プレースホルダ 47"/>
          <p:cNvSpPr>
            <a:spLocks noGrp="1"/>
          </p:cNvSpPr>
          <p:nvPr>
            <p:ph type="body" sz="quarter" idx="12" hasCustomPrompt="1"/>
          </p:nvPr>
        </p:nvSpPr>
        <p:spPr>
          <a:xfrm>
            <a:off x="8774534" y="1636795"/>
            <a:ext cx="1182265" cy="4770437"/>
          </a:xfrm>
          <a:prstGeom prst="rect">
            <a:avLst/>
          </a:prstGeom>
        </p:spPr>
        <p:txBody>
          <a:bodyPr/>
          <a:lstStyle>
            <a:lvl1pPr marL="0" indent="0" algn="r">
              <a:lnSpc>
                <a:spcPct val="150000"/>
              </a:lnSpc>
              <a:spcBef>
                <a:spcPts val="0"/>
              </a:spcBef>
              <a:buFontTx/>
              <a:buNone/>
              <a:defRPr sz="1800" baseline="0">
                <a:latin typeface="+mn-ea"/>
                <a:ea typeface="+mn-ea"/>
              </a:defRPr>
            </a:lvl1pPr>
            <a:lvl2pPr>
              <a:buFontTx/>
              <a:buNone/>
              <a:defRPr sz="1800" baseline="0">
                <a:latin typeface="Arial Rounded MT Bold" pitchFamily="34" charset="0"/>
              </a:defRPr>
            </a:lvl2pPr>
            <a:lvl3pPr>
              <a:buFontTx/>
              <a:buNone/>
              <a:defRPr sz="1800" baseline="0">
                <a:latin typeface="Arial Rounded MT Bold" pitchFamily="34" charset="0"/>
              </a:defRPr>
            </a:lvl3pPr>
            <a:lvl4pPr>
              <a:buFontTx/>
              <a:buNone/>
              <a:defRPr sz="1800" baseline="0">
                <a:latin typeface="Arial Rounded MT Bold" pitchFamily="34" charset="0"/>
              </a:defRPr>
            </a:lvl4pPr>
            <a:lvl5pPr>
              <a:buFontTx/>
              <a:buNone/>
              <a:defRPr sz="1800" baseline="0">
                <a:latin typeface="Arial Rounded MT Bold" pitchFamily="34" charset="0"/>
              </a:defRPr>
            </a:lvl5pPr>
          </a:lstStyle>
          <a:p>
            <a:pPr lvl="0"/>
            <a:r>
              <a:rPr kumimoji="1" lang="en-US" altLang="ja-JP"/>
              <a:t>0</a:t>
            </a:r>
          </a:p>
          <a:p>
            <a:pPr lvl="0"/>
            <a:r>
              <a:rPr kumimoji="1" lang="en-US" altLang="ja-JP"/>
              <a:t>00</a:t>
            </a:r>
          </a:p>
          <a:p>
            <a:pPr lvl="0"/>
            <a:r>
              <a:rPr kumimoji="1" lang="en-US" altLang="ja-JP"/>
              <a:t>00</a:t>
            </a:r>
          </a:p>
          <a:p>
            <a:pPr lvl="0"/>
            <a:r>
              <a:rPr kumimoji="1" lang="en-US" altLang="ja-JP"/>
              <a:t>00</a:t>
            </a:r>
          </a:p>
          <a:p>
            <a:pPr lvl="0"/>
            <a:r>
              <a:rPr kumimoji="1" lang="en-US" altLang="ja-JP"/>
              <a:t>00</a:t>
            </a:r>
          </a:p>
          <a:p>
            <a:pPr lvl="0"/>
            <a:r>
              <a:rPr kumimoji="1" lang="en-US" altLang="ja-JP"/>
              <a:t>00</a:t>
            </a:r>
          </a:p>
          <a:p>
            <a:pPr lvl="0"/>
            <a:r>
              <a:rPr kumimoji="1" lang="en-US" altLang="ja-JP"/>
              <a:t>00</a:t>
            </a:r>
          </a:p>
          <a:p>
            <a:pPr lvl="0"/>
            <a:r>
              <a:rPr kumimoji="1" lang="en-US" altLang="ja-JP"/>
              <a:t>00</a:t>
            </a:r>
          </a:p>
          <a:p>
            <a:pPr lvl="0"/>
            <a:r>
              <a:rPr kumimoji="1" lang="en-US" altLang="ja-JP"/>
              <a:t>00</a:t>
            </a:r>
          </a:p>
          <a:p>
            <a:pPr lvl="0"/>
            <a:r>
              <a:rPr kumimoji="1" lang="en-US" altLang="ja-JP"/>
              <a:t>00</a:t>
            </a:r>
          </a:p>
          <a:p>
            <a:pPr lvl="0"/>
            <a:r>
              <a:rPr kumimoji="1" lang="en-US" altLang="ja-JP"/>
              <a:t>000</a:t>
            </a:r>
          </a:p>
          <a:p>
            <a:pPr lvl="0"/>
            <a:endParaRPr kumimoji="1" lang="en-US" altLang="ja-JP"/>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目次②">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B69A64E9-DEE1-40B5-88E8-A6C3DD001D0B}" type="slidenum">
              <a:rPr lang="en-US" altLang="ja-JP" smtClean="0"/>
              <a:pPr>
                <a:defRPr/>
              </a:pPr>
              <a:t>‹#›</a:t>
            </a:fld>
            <a:endParaRPr lang="en-US" altLang="ja-JP"/>
          </a:p>
        </p:txBody>
      </p:sp>
      <p:sp>
        <p:nvSpPr>
          <p:cNvPr id="36" name="正方形/長方形 11"/>
          <p:cNvSpPr>
            <a:spLocks noChangeArrowheads="1"/>
          </p:cNvSpPr>
          <p:nvPr userDrawn="1"/>
        </p:nvSpPr>
        <p:spPr bwMode="gray">
          <a:xfrm>
            <a:off x="1" y="739776"/>
            <a:ext cx="12192000" cy="74485"/>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2" name="グループ化 62"/>
          <p:cNvGrpSpPr/>
          <p:nvPr userDrawn="1"/>
        </p:nvGrpSpPr>
        <p:grpSpPr bwMode="gray">
          <a:xfrm>
            <a:off x="-6" y="739776"/>
            <a:ext cx="1975115" cy="74485"/>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0" name="正方形/長方形 39"/>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3" name="グループ化 41"/>
          <p:cNvGrpSpPr/>
          <p:nvPr userDrawn="1"/>
        </p:nvGrpSpPr>
        <p:grpSpPr bwMode="gray">
          <a:xfrm>
            <a:off x="10167006" y="202285"/>
            <a:ext cx="1793220" cy="386569"/>
            <a:chOff x="6642100" y="547566"/>
            <a:chExt cx="1982788" cy="569913"/>
          </a:xfrm>
        </p:grpSpPr>
        <p:sp>
          <p:nvSpPr>
            <p:cNvPr id="4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5"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6"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7"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0"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7"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8"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9"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0"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1"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2"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3"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4"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5"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6"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7"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8"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39" name="タイトル 1"/>
          <p:cNvSpPr>
            <a:spLocks noGrp="1"/>
          </p:cNvSpPr>
          <p:nvPr>
            <p:ph type="title" hasCustomPrompt="1"/>
          </p:nvPr>
        </p:nvSpPr>
        <p:spPr>
          <a:xfrm>
            <a:off x="148801" y="266400"/>
            <a:ext cx="8301303" cy="449263"/>
          </a:xfrm>
          <a:prstGeom prst="rect">
            <a:avLst/>
          </a:prstGeom>
        </p:spPr>
        <p:txBody>
          <a:bodyPr anchor="ctr"/>
          <a:lstStyle>
            <a:lvl1pPr>
              <a:lnSpc>
                <a:spcPct val="100000"/>
              </a:lnSpc>
              <a:defRPr sz="2400" baseline="0">
                <a:solidFill>
                  <a:schemeClr val="tx1"/>
                </a:solidFill>
                <a:latin typeface="+mj-ea"/>
                <a:ea typeface="+mj-ea"/>
              </a:defRPr>
            </a:lvl1pPr>
          </a:lstStyle>
          <a:p>
            <a:r>
              <a:rPr lang="en-US" altLang="ja-JP"/>
              <a:t>Contents</a:t>
            </a:r>
            <a:endParaRPr lang="ja-JP" altLang="en-US"/>
          </a:p>
        </p:txBody>
      </p:sp>
      <p:sp>
        <p:nvSpPr>
          <p:cNvPr id="37" name="テキスト プレースホルダ 48"/>
          <p:cNvSpPr>
            <a:spLocks noGrp="1"/>
          </p:cNvSpPr>
          <p:nvPr>
            <p:ph type="body" sz="quarter" idx="11" hasCustomPrompt="1"/>
          </p:nvPr>
        </p:nvSpPr>
        <p:spPr>
          <a:xfrm>
            <a:off x="5368121" y="1440001"/>
            <a:ext cx="727880" cy="4948583"/>
          </a:xfrm>
          <a:prstGeom prst="rect">
            <a:avLst/>
          </a:prstGeom>
        </p:spPr>
        <p:txBody>
          <a:bodyPr/>
          <a:lstStyle>
            <a:lvl1pPr algn="r">
              <a:lnSpc>
                <a:spcPts val="2300"/>
              </a:lnSpc>
              <a:buFontTx/>
              <a:buNone/>
              <a:defRPr sz="1100" baseline="0">
                <a:latin typeface="+mn-ea"/>
                <a:ea typeface="+mn-ea"/>
                <a:cs typeface="Arial" pitchFamily="34" charset="0"/>
              </a:defRPr>
            </a:lvl1pPr>
            <a:lvl2pPr algn="r">
              <a:buFontTx/>
              <a:buNone/>
              <a:defRPr sz="1800">
                <a:latin typeface="Arial" pitchFamily="34" charset="0"/>
                <a:cs typeface="Arial" pitchFamily="34" charset="0"/>
              </a:defRPr>
            </a:lvl2pPr>
            <a:lvl3pPr algn="r">
              <a:buFontTx/>
              <a:buNone/>
              <a:defRPr sz="1800">
                <a:latin typeface="Arial" pitchFamily="34" charset="0"/>
                <a:cs typeface="Arial" pitchFamily="34" charset="0"/>
              </a:defRPr>
            </a:lvl3pPr>
            <a:lvl4pPr algn="r">
              <a:buFontTx/>
              <a:buNone/>
              <a:defRPr sz="1800">
                <a:latin typeface="Arial" pitchFamily="34" charset="0"/>
                <a:cs typeface="Arial" pitchFamily="34" charset="0"/>
              </a:defRPr>
            </a:lvl4pPr>
            <a:lvl5pPr algn="r">
              <a:buFontTx/>
              <a:buNone/>
              <a:defRPr sz="1800">
                <a:latin typeface="Arial" pitchFamily="34" charset="0"/>
                <a:cs typeface="Arial" pitchFamily="34" charset="0"/>
              </a:defRPr>
            </a:lvl5pPr>
          </a:lstStyle>
          <a:p>
            <a:pPr lvl="0"/>
            <a:r>
              <a:rPr kumimoji="1" lang="en-US" altLang="ja-JP"/>
              <a:t>XX</a:t>
            </a:r>
          </a:p>
          <a:p>
            <a:pPr lvl="0"/>
            <a:r>
              <a:rPr kumimoji="1" lang="en-US" altLang="ja-JP"/>
              <a:t>XX</a:t>
            </a:r>
          </a:p>
          <a:p>
            <a:pPr lvl="0"/>
            <a:r>
              <a:rPr kumimoji="1" lang="en-US" altLang="ja-JP"/>
              <a:t>XX</a:t>
            </a:r>
          </a:p>
          <a:p>
            <a:pPr lvl="0"/>
            <a:r>
              <a:rPr kumimoji="1" lang="en-US" altLang="ja-JP"/>
              <a:t>XX</a:t>
            </a:r>
          </a:p>
          <a:p>
            <a:pPr lvl="0"/>
            <a:r>
              <a:rPr kumimoji="1" lang="en-US" altLang="ja-JP"/>
              <a:t>XX</a:t>
            </a:r>
            <a:endParaRPr kumimoji="1" lang="ja-JP" altLang="en-US"/>
          </a:p>
        </p:txBody>
      </p:sp>
      <p:sp>
        <p:nvSpPr>
          <p:cNvPr id="41" name="テキスト プレースホルダ 46"/>
          <p:cNvSpPr>
            <a:spLocks noGrp="1"/>
          </p:cNvSpPr>
          <p:nvPr>
            <p:ph type="body" sz="quarter" idx="12"/>
          </p:nvPr>
        </p:nvSpPr>
        <p:spPr>
          <a:xfrm>
            <a:off x="289984" y="1440001"/>
            <a:ext cx="5205251" cy="4948583"/>
          </a:xfrm>
          <a:prstGeom prst="rect">
            <a:avLst/>
          </a:prstGeom>
        </p:spPr>
        <p:txBody>
          <a:bodyPr/>
          <a:lstStyle>
            <a:lvl1pPr marL="514350" indent="-360000">
              <a:buFont typeface="+mj-lt"/>
              <a:buAutoNum type="arabicPeriod"/>
              <a:defRPr sz="1600" baseline="0">
                <a:latin typeface="+mn-ea"/>
                <a:ea typeface="+mn-ea"/>
              </a:defRPr>
            </a:lvl1pPr>
            <a:lvl2pPr marL="648000" indent="-360000">
              <a:buFontTx/>
              <a:buNone/>
              <a:defRPr sz="1100" baseline="0">
                <a:latin typeface="+mn-ea"/>
                <a:ea typeface="+mn-ea"/>
              </a:defRPr>
            </a:lvl2pPr>
            <a:lvl3pPr marL="936000" indent="-360000">
              <a:buFont typeface="+mj-lt"/>
              <a:buNone/>
              <a:defRPr sz="1100" baseline="0">
                <a:latin typeface="+mn-ea"/>
                <a:ea typeface="+mn-ea"/>
              </a:defRPr>
            </a:lvl3pPr>
            <a:lvl4pPr marL="1828800" indent="-457200">
              <a:buFont typeface="+mj-lt"/>
              <a:buAutoNum type="arabicPeriod"/>
              <a:defRPr sz="1800"/>
            </a:lvl4pPr>
            <a:lvl5pPr marL="2286000" indent="-457200">
              <a:buFont typeface="+mj-lt"/>
              <a:buAutoNum type="arabicPeriod"/>
              <a:defRPr sz="1800"/>
            </a:lvl5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endParaRPr kumimoji="1" lang="en-US" altLang="ja-JP"/>
          </a:p>
          <a:p>
            <a:pPr lvl="2"/>
            <a:r>
              <a:rPr kumimoji="1" lang="ja-JP" altLang="en-US" sz="1400"/>
              <a:t>第３レベル</a:t>
            </a:r>
            <a:endParaRPr kumimoji="1" lang="ja-JP" altLang="en-US"/>
          </a:p>
        </p:txBody>
      </p:sp>
      <p:sp>
        <p:nvSpPr>
          <p:cNvPr id="42" name="テキスト プレースホルダ 48"/>
          <p:cNvSpPr>
            <a:spLocks noGrp="1"/>
          </p:cNvSpPr>
          <p:nvPr>
            <p:ph type="body" sz="quarter" idx="13" hasCustomPrompt="1"/>
          </p:nvPr>
        </p:nvSpPr>
        <p:spPr>
          <a:xfrm>
            <a:off x="11136575" y="1440001"/>
            <a:ext cx="765443" cy="4948583"/>
          </a:xfrm>
          <a:prstGeom prst="rect">
            <a:avLst/>
          </a:prstGeom>
        </p:spPr>
        <p:txBody>
          <a:bodyPr/>
          <a:lstStyle>
            <a:lvl1pPr algn="r">
              <a:lnSpc>
                <a:spcPts val="2300"/>
              </a:lnSpc>
              <a:buFontTx/>
              <a:buNone/>
              <a:defRPr sz="1100" baseline="0">
                <a:latin typeface="+mn-ea"/>
                <a:ea typeface="+mn-ea"/>
                <a:cs typeface="Arial" pitchFamily="34" charset="0"/>
              </a:defRPr>
            </a:lvl1pPr>
            <a:lvl2pPr algn="r">
              <a:buFontTx/>
              <a:buNone/>
              <a:defRPr sz="1800">
                <a:latin typeface="Arial" pitchFamily="34" charset="0"/>
                <a:cs typeface="Arial" pitchFamily="34" charset="0"/>
              </a:defRPr>
            </a:lvl2pPr>
            <a:lvl3pPr algn="r">
              <a:buFontTx/>
              <a:buNone/>
              <a:defRPr sz="1800">
                <a:latin typeface="Arial" pitchFamily="34" charset="0"/>
                <a:cs typeface="Arial" pitchFamily="34" charset="0"/>
              </a:defRPr>
            </a:lvl3pPr>
            <a:lvl4pPr algn="r">
              <a:buFontTx/>
              <a:buNone/>
              <a:defRPr sz="1800">
                <a:latin typeface="Arial" pitchFamily="34" charset="0"/>
                <a:cs typeface="Arial" pitchFamily="34" charset="0"/>
              </a:defRPr>
            </a:lvl4pPr>
            <a:lvl5pPr algn="r">
              <a:buFontTx/>
              <a:buNone/>
              <a:defRPr sz="1800">
                <a:latin typeface="Arial" pitchFamily="34" charset="0"/>
                <a:cs typeface="Arial" pitchFamily="34" charset="0"/>
              </a:defRPr>
            </a:lvl5pPr>
          </a:lstStyle>
          <a:p>
            <a:pPr lvl="0"/>
            <a:r>
              <a:rPr kumimoji="1" lang="en-US" altLang="ja-JP"/>
              <a:t>XX</a:t>
            </a:r>
          </a:p>
          <a:p>
            <a:pPr lvl="0"/>
            <a:r>
              <a:rPr kumimoji="1" lang="en-US" altLang="ja-JP"/>
              <a:t>XX</a:t>
            </a:r>
          </a:p>
          <a:p>
            <a:pPr lvl="0"/>
            <a:r>
              <a:rPr kumimoji="1" lang="en-US" altLang="ja-JP"/>
              <a:t>XX</a:t>
            </a:r>
          </a:p>
          <a:p>
            <a:pPr lvl="0"/>
            <a:r>
              <a:rPr kumimoji="1" lang="en-US" altLang="ja-JP"/>
              <a:t>XX</a:t>
            </a:r>
          </a:p>
          <a:p>
            <a:pPr lvl="0"/>
            <a:r>
              <a:rPr kumimoji="1" lang="en-US" altLang="ja-JP"/>
              <a:t>XX</a:t>
            </a:r>
            <a:endParaRPr kumimoji="1" lang="ja-JP" altLang="en-US"/>
          </a:p>
        </p:txBody>
      </p:sp>
      <p:sp>
        <p:nvSpPr>
          <p:cNvPr id="44" name="テキスト プレースホルダ 46"/>
          <p:cNvSpPr>
            <a:spLocks noGrp="1"/>
          </p:cNvSpPr>
          <p:nvPr>
            <p:ph type="body" sz="quarter" idx="14"/>
          </p:nvPr>
        </p:nvSpPr>
        <p:spPr>
          <a:xfrm>
            <a:off x="6096000" y="1440001"/>
            <a:ext cx="5205251" cy="4948583"/>
          </a:xfrm>
          <a:prstGeom prst="rect">
            <a:avLst/>
          </a:prstGeom>
        </p:spPr>
        <p:txBody>
          <a:bodyPr/>
          <a:lstStyle>
            <a:lvl1pPr marL="514350" indent="-360000">
              <a:buFont typeface="+mj-lt"/>
              <a:buAutoNum type="arabicPeriod"/>
              <a:defRPr sz="1600" baseline="0">
                <a:latin typeface="+mn-ea"/>
                <a:ea typeface="+mn-ea"/>
              </a:defRPr>
            </a:lvl1pPr>
            <a:lvl2pPr marL="648000" indent="-360000">
              <a:buFontTx/>
              <a:buNone/>
              <a:defRPr sz="1100" baseline="0">
                <a:latin typeface="+mn-ea"/>
                <a:ea typeface="+mn-ea"/>
              </a:defRPr>
            </a:lvl2pPr>
            <a:lvl3pPr marL="936000" indent="-360000">
              <a:buFont typeface="+mj-lt"/>
              <a:buAutoNum type="arabicPeriod"/>
              <a:defRPr sz="1800"/>
            </a:lvl3pPr>
            <a:lvl4pPr marL="1828800" indent="-457200">
              <a:buFont typeface="+mj-lt"/>
              <a:buAutoNum type="arabicPeriod"/>
              <a:defRPr sz="1800"/>
            </a:lvl4pPr>
            <a:lvl5pPr marL="2286000" indent="-457200">
              <a:buFont typeface="+mj-lt"/>
              <a:buAutoNum type="arabicPeriod"/>
              <a:defRPr sz="1800"/>
            </a:lvl5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p:txBody>
      </p:sp>
      <p:sp>
        <p:nvSpPr>
          <p:cNvPr id="51" name="正方形/長方形 50"/>
          <p:cNvSpPr/>
          <p:nvPr userDrawn="1"/>
        </p:nvSpPr>
        <p:spPr bwMode="auto">
          <a:xfrm>
            <a:off x="379924" y="1450414"/>
            <a:ext cx="192000" cy="2483411"/>
          </a:xfrm>
          <a:prstGeom prst="rect">
            <a:avLst/>
          </a:prstGeom>
          <a:solidFill>
            <a:srgbClr val="D9D9D9"/>
          </a:solidFill>
          <a:ln w="9525">
            <a:noFill/>
            <a:miter lim="800000"/>
            <a:headEnd/>
            <a:tailEnd/>
          </a:ln>
          <a:effectLst/>
        </p:spPr>
        <p:txBody>
          <a:bodyPr wrap="square" rtlCol="0" anchor="ctr">
            <a:noAutofit/>
          </a:bodyPr>
          <a:lstStyle/>
          <a:p>
            <a:pPr algn="ctr"/>
            <a:endParaRPr lang="ja-JP" altLang="en-US" sz="2600">
              <a:solidFill>
                <a:srgbClr val="772335"/>
              </a:solidFill>
              <a:latin typeface="+mn-ea"/>
              <a:ea typeface="+mn-ea"/>
            </a:endParaRPr>
          </a:p>
        </p:txBody>
      </p:sp>
      <p:sp>
        <p:nvSpPr>
          <p:cNvPr id="52" name="正方形/長方形 51"/>
          <p:cNvSpPr/>
          <p:nvPr userDrawn="1"/>
        </p:nvSpPr>
        <p:spPr bwMode="auto">
          <a:xfrm>
            <a:off x="6192535" y="1451914"/>
            <a:ext cx="190832" cy="1728000"/>
          </a:xfrm>
          <a:prstGeom prst="rect">
            <a:avLst/>
          </a:prstGeom>
          <a:solidFill>
            <a:srgbClr val="D9D9D9"/>
          </a:solidFill>
          <a:ln w="9525">
            <a:noFill/>
            <a:miter lim="800000"/>
            <a:headEnd/>
            <a:tailEnd/>
          </a:ln>
          <a:effectLst/>
        </p:spPr>
        <p:txBody>
          <a:bodyPr wrap="square" rtlCol="0" anchor="ctr">
            <a:noAutofit/>
          </a:bodyPr>
          <a:lstStyle/>
          <a:p>
            <a:pPr algn="ctr"/>
            <a:endParaRPr lang="ja-JP" altLang="en-US" sz="2600">
              <a:solidFill>
                <a:srgbClr val="772335"/>
              </a:solidFill>
              <a:latin typeface="+mn-ea"/>
              <a:ea typeface="+mn-ea"/>
            </a:endParaRPr>
          </a:p>
        </p:txBody>
      </p:sp>
      <p:sp>
        <p:nvSpPr>
          <p:cNvPr id="53" name="正方形/長方形 52"/>
          <p:cNvSpPr/>
          <p:nvPr userDrawn="1"/>
        </p:nvSpPr>
        <p:spPr bwMode="auto">
          <a:xfrm>
            <a:off x="379924" y="3766299"/>
            <a:ext cx="190832" cy="2448000"/>
          </a:xfrm>
          <a:prstGeom prst="rect">
            <a:avLst/>
          </a:prstGeom>
          <a:solidFill>
            <a:srgbClr val="D9D9D9"/>
          </a:solidFill>
          <a:ln w="9525">
            <a:noFill/>
            <a:miter lim="800000"/>
            <a:headEnd/>
            <a:tailEnd/>
          </a:ln>
          <a:effectLst/>
        </p:spPr>
        <p:txBody>
          <a:bodyPr rtlCol="0" anchor="ctr">
            <a:noAutofit/>
          </a:bodyPr>
          <a:lstStyle/>
          <a:p>
            <a:pPr algn="ctr"/>
            <a:endParaRPr lang="ja-JP" altLang="en-US" sz="2600">
              <a:solidFill>
                <a:srgbClr val="772335"/>
              </a:solidFill>
              <a:latin typeface="+mn-ea"/>
              <a:ea typeface="+mn-ea"/>
            </a:endParaRPr>
          </a:p>
        </p:txBody>
      </p:sp>
      <p:sp>
        <p:nvSpPr>
          <p:cNvPr id="54" name="正方形/長方形 53"/>
          <p:cNvSpPr/>
          <p:nvPr userDrawn="1"/>
        </p:nvSpPr>
        <p:spPr bwMode="auto">
          <a:xfrm>
            <a:off x="6192534" y="3095626"/>
            <a:ext cx="205796" cy="3105833"/>
          </a:xfrm>
          <a:prstGeom prst="rect">
            <a:avLst/>
          </a:prstGeom>
          <a:solidFill>
            <a:srgbClr val="D9D9D9"/>
          </a:solidFill>
          <a:ln w="9525">
            <a:noFill/>
            <a:miter lim="800000"/>
            <a:headEnd/>
            <a:tailEnd/>
          </a:ln>
          <a:effectLst/>
        </p:spPr>
        <p:txBody>
          <a:bodyPr rtlCol="0" anchor="ctr">
            <a:noAutofit/>
          </a:bodyPr>
          <a:lstStyle/>
          <a:p>
            <a:pPr algn="ctr"/>
            <a:endParaRPr lang="ja-JP" altLang="en-US" sz="2600">
              <a:solidFill>
                <a:srgbClr val="772335"/>
              </a:solidFill>
              <a:latin typeface="+mn-ea"/>
              <a:ea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扉ページ">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ED881F7E-4721-4672-B9D1-22F8E31EDEB5}" type="slidenum">
              <a:rPr lang="en-US" altLang="ja-JP" smtClean="0"/>
              <a:pPr>
                <a:defRPr/>
              </a:pPr>
              <a:t>‹#›</a:t>
            </a:fld>
            <a:endParaRPr lang="en-US" altLang="ja-JP"/>
          </a:p>
        </p:txBody>
      </p:sp>
      <p:grpSp>
        <p:nvGrpSpPr>
          <p:cNvPr id="2" name="グループ化 94"/>
          <p:cNvGrpSpPr/>
          <p:nvPr userDrawn="1"/>
        </p:nvGrpSpPr>
        <p:grpSpPr bwMode="gray">
          <a:xfrm>
            <a:off x="9126008" y="547567"/>
            <a:ext cx="2643717" cy="569913"/>
            <a:chOff x="6642100" y="547566"/>
            <a:chExt cx="1982788" cy="569913"/>
          </a:xfrm>
        </p:grpSpPr>
        <p:sp>
          <p:nvSpPr>
            <p:cNvPr id="96"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7"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8"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9"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0"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1"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2"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3"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4"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5"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6"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7"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8"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9"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0"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1"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2"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3"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4"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5"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6"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7"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8"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39" name="正方形/長方形 11"/>
          <p:cNvSpPr>
            <a:spLocks noChangeArrowheads="1"/>
          </p:cNvSpPr>
          <p:nvPr userDrawn="1"/>
        </p:nvSpPr>
        <p:spPr bwMode="gray">
          <a:xfrm>
            <a:off x="432859" y="2763059"/>
            <a:ext cx="11336867" cy="109537"/>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3" name="グループ化 39"/>
          <p:cNvGrpSpPr/>
          <p:nvPr userDrawn="1"/>
        </p:nvGrpSpPr>
        <p:grpSpPr bwMode="gray">
          <a:xfrm>
            <a:off x="432858" y="2763059"/>
            <a:ext cx="2904596" cy="109537"/>
            <a:chOff x="312738" y="2747963"/>
            <a:chExt cx="1970087" cy="109537"/>
          </a:xfrm>
        </p:grpSpPr>
        <p:sp>
          <p:nvSpPr>
            <p:cNvPr id="41" name="正方形/長方形 40"/>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2" name="正方形/長方形 41"/>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38" name="テキスト プレースホルダ 45"/>
          <p:cNvSpPr>
            <a:spLocks noGrp="1"/>
          </p:cNvSpPr>
          <p:nvPr>
            <p:ph type="body" sz="quarter" idx="11" hasCustomPrompt="1"/>
          </p:nvPr>
        </p:nvSpPr>
        <p:spPr>
          <a:xfrm>
            <a:off x="1903801" y="3031045"/>
            <a:ext cx="9600000" cy="2598737"/>
          </a:xfrm>
          <a:prstGeom prst="rect">
            <a:avLst/>
          </a:prstGeom>
        </p:spPr>
        <p:txBody>
          <a:bodyPr/>
          <a:lstStyle>
            <a:lvl1pPr marL="0" indent="0">
              <a:buFontTx/>
              <a:buNone/>
              <a:defRPr sz="1800" baseline="0">
                <a:latin typeface="Arial Rounded MT Bold" pitchFamily="34" charset="0"/>
                <a:ea typeface="HGPｺﾞｼｯｸE" pitchFamily="50" charset="-128"/>
              </a:defRPr>
            </a:lvl1pPr>
            <a:lvl2pPr>
              <a:buFontTx/>
              <a:buNone/>
              <a:defRPr sz="1800"/>
            </a:lvl2pPr>
            <a:lvl3pPr>
              <a:buFontTx/>
              <a:buNone/>
              <a:defRPr sz="1800"/>
            </a:lvl3pPr>
            <a:lvl4pPr>
              <a:buFontTx/>
              <a:buNone/>
              <a:defRPr sz="1800"/>
            </a:lvl4pPr>
            <a:lvl5pPr>
              <a:buFontTx/>
              <a:buNone/>
              <a:defRPr sz="1800"/>
            </a:lvl5pPr>
          </a:lstStyle>
          <a:p>
            <a:pPr lvl="0"/>
            <a:r>
              <a:rPr kumimoji="1" lang="en-US" altLang="ja-JP"/>
              <a:t>1-1</a:t>
            </a:r>
            <a:r>
              <a:rPr kumimoji="1" lang="ja-JP" altLang="en-US"/>
              <a:t>　貴社を取り巻く経営環境・課題と取組みテーマ</a:t>
            </a:r>
            <a:endParaRPr kumimoji="1" lang="en-US" altLang="ja-JP"/>
          </a:p>
          <a:p>
            <a:pPr lvl="0"/>
            <a:r>
              <a:rPr kumimoji="1" lang="en-US" altLang="ja-JP"/>
              <a:t>1-2</a:t>
            </a:r>
            <a:r>
              <a:rPr kumimoji="1" lang="ja-JP" altLang="en-US"/>
              <a:t>　主要課題と解決策</a:t>
            </a:r>
            <a:endParaRPr kumimoji="1" lang="en-US" altLang="ja-JP"/>
          </a:p>
          <a:p>
            <a:pPr lvl="0"/>
            <a:r>
              <a:rPr kumimoji="1" lang="en-US" altLang="ja-JP"/>
              <a:t>1-3</a:t>
            </a:r>
            <a:r>
              <a:rPr kumimoji="1" lang="ja-JP" altLang="en-US"/>
              <a:t>　日立の提案コンセプト</a:t>
            </a:r>
            <a:endParaRPr kumimoji="1" lang="en-US" altLang="ja-JP"/>
          </a:p>
        </p:txBody>
      </p:sp>
      <p:sp>
        <p:nvSpPr>
          <p:cNvPr id="43" name="テキスト プレースホルダ 50"/>
          <p:cNvSpPr>
            <a:spLocks noGrp="1"/>
          </p:cNvSpPr>
          <p:nvPr>
            <p:ph type="body" sz="quarter" idx="12" hasCustomPrompt="1"/>
          </p:nvPr>
        </p:nvSpPr>
        <p:spPr>
          <a:xfrm>
            <a:off x="1905600" y="2072962"/>
            <a:ext cx="7702549" cy="523220"/>
          </a:xfrm>
          <a:prstGeom prst="rect">
            <a:avLst/>
          </a:prstGeom>
        </p:spPr>
        <p:txBody>
          <a:bodyPr>
            <a:spAutoFit/>
          </a:bodyPr>
          <a:lstStyle>
            <a:lvl1pPr marL="0" indent="0">
              <a:buNone/>
              <a:defRPr sz="2800" baseline="0">
                <a:latin typeface="Arial Black" pitchFamily="34" charset="0"/>
                <a:ea typeface="+mj-ea"/>
              </a:defRPr>
            </a:lvl1pPr>
            <a:lvl2pPr>
              <a:buNone/>
              <a:defRPr/>
            </a:lvl2pPr>
            <a:lvl3pPr>
              <a:buNone/>
              <a:defRPr/>
            </a:lvl3pPr>
            <a:lvl4pPr>
              <a:buNone/>
              <a:defRPr/>
            </a:lvl4pPr>
            <a:lvl5pPr>
              <a:buNone/>
              <a:defRPr/>
            </a:lvl5pPr>
          </a:lstStyle>
          <a:p>
            <a:pPr lvl="0"/>
            <a:r>
              <a:rPr kumimoji="1" lang="ja-JP" altLang="en-US"/>
              <a:t>タイトル</a:t>
            </a:r>
          </a:p>
        </p:txBody>
      </p:sp>
      <p:sp>
        <p:nvSpPr>
          <p:cNvPr id="35" name="テキスト プレースホルダ 42"/>
          <p:cNvSpPr>
            <a:spLocks noGrp="1"/>
          </p:cNvSpPr>
          <p:nvPr>
            <p:ph type="body" sz="quarter" idx="13" hasCustomPrompt="1"/>
          </p:nvPr>
        </p:nvSpPr>
        <p:spPr>
          <a:xfrm>
            <a:off x="446400" y="1938572"/>
            <a:ext cx="1440000" cy="792000"/>
          </a:xfrm>
          <a:prstGeom prst="rect">
            <a:avLst/>
          </a:prstGeom>
        </p:spPr>
        <p:txBody>
          <a:bodyPr wrap="none" lIns="36000" tIns="36000" rIns="36000" bIns="36000" anchor="ctr" anchorCtr="1"/>
          <a:lstStyle>
            <a:lvl1pPr algn="ctr">
              <a:buFontTx/>
              <a:buNone/>
              <a:defRPr sz="5400">
                <a:solidFill>
                  <a:srgbClr val="B2B2B2"/>
                </a:solidFill>
                <a:latin typeface="Arial Black" pitchFamily="34" charset="0"/>
              </a:defRPr>
            </a:lvl1pPr>
            <a:lvl2pPr>
              <a:buFontTx/>
              <a:buNone/>
              <a:defRPr/>
            </a:lvl2pPr>
            <a:lvl3pPr>
              <a:buFontTx/>
              <a:buNone/>
              <a:defRPr/>
            </a:lvl3pPr>
            <a:lvl4pPr>
              <a:buFontTx/>
              <a:buNone/>
              <a:defRPr/>
            </a:lvl4pPr>
            <a:lvl5pPr>
              <a:buFontTx/>
              <a:buNone/>
              <a:defRPr/>
            </a:lvl5pPr>
          </a:lstStyle>
          <a:p>
            <a:pPr lvl="0"/>
            <a:r>
              <a:rPr kumimoji="1" lang="en-US" altLang="ja-JP"/>
              <a:t>0</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メインスライド①（リード文2段）">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B69A64E9-DEE1-40B5-88E8-A6C3DD001D0B}" type="slidenum">
              <a:rPr lang="en-US" altLang="ja-JP" smtClean="0"/>
              <a:pPr>
                <a:defRPr/>
              </a:pPr>
              <a:t>‹#›</a:t>
            </a:fld>
            <a:endParaRPr lang="en-US" altLang="ja-JP"/>
          </a:p>
        </p:txBody>
      </p:sp>
      <p:sp>
        <p:nvSpPr>
          <p:cNvPr id="36" name="正方形/長方形 11"/>
          <p:cNvSpPr>
            <a:spLocks noChangeArrowheads="1"/>
          </p:cNvSpPr>
          <p:nvPr userDrawn="1"/>
        </p:nvSpPr>
        <p:spPr bwMode="gray">
          <a:xfrm>
            <a:off x="1" y="739776"/>
            <a:ext cx="12192000" cy="74485"/>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2" name="グループ化 62"/>
          <p:cNvGrpSpPr/>
          <p:nvPr userDrawn="1"/>
        </p:nvGrpSpPr>
        <p:grpSpPr bwMode="gray">
          <a:xfrm>
            <a:off x="-6" y="739776"/>
            <a:ext cx="1975115" cy="74485"/>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0" name="正方形/長方形 39"/>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3" name="グループ化 41"/>
          <p:cNvGrpSpPr/>
          <p:nvPr userDrawn="1"/>
        </p:nvGrpSpPr>
        <p:grpSpPr bwMode="gray">
          <a:xfrm>
            <a:off x="10167006" y="202285"/>
            <a:ext cx="1793220" cy="386569"/>
            <a:chOff x="6642100" y="547566"/>
            <a:chExt cx="1982788" cy="569913"/>
          </a:xfrm>
        </p:grpSpPr>
        <p:sp>
          <p:nvSpPr>
            <p:cNvPr id="4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5"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6"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7"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0"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7"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8"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9"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0"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1"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2"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3"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4"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5"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6"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7"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8"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42" name="テキスト プレースホルダ 74"/>
          <p:cNvSpPr>
            <a:spLocks noGrp="1"/>
          </p:cNvSpPr>
          <p:nvPr>
            <p:ph type="body" sz="quarter" idx="11" hasCustomPrompt="1"/>
          </p:nvPr>
        </p:nvSpPr>
        <p:spPr>
          <a:xfrm>
            <a:off x="148800" y="266400"/>
            <a:ext cx="1395267" cy="450000"/>
          </a:xfrm>
          <a:prstGeom prst="rect">
            <a:avLst/>
          </a:prstGeom>
        </p:spPr>
        <p:txBody>
          <a:bodyPr lIns="72000" anchor="ctr"/>
          <a:lstStyle>
            <a:lvl1pPr marL="0" indent="0">
              <a:lnSpc>
                <a:spcPct val="100000"/>
              </a:lnSpc>
              <a:spcBef>
                <a:spcPts val="0"/>
              </a:spcBef>
              <a:buFontTx/>
              <a:buNone/>
              <a:defRPr sz="2400">
                <a:latin typeface="+mj-ea"/>
                <a:ea typeface="+mj-ea"/>
              </a:defRPr>
            </a:lvl1pPr>
            <a:lvl2pPr algn="l">
              <a:buFontTx/>
              <a:buNone/>
              <a:defRPr sz="2600">
                <a:latin typeface="Arial Rounded MT Bold" pitchFamily="34" charset="0"/>
              </a:defRPr>
            </a:lvl2pPr>
            <a:lvl3pPr>
              <a:buFontTx/>
              <a:buNone/>
              <a:defRPr sz="2400"/>
            </a:lvl3pPr>
            <a:lvl4pPr>
              <a:buFontTx/>
              <a:buNone/>
              <a:defRPr sz="2400"/>
            </a:lvl4pPr>
            <a:lvl5pPr>
              <a:buFontTx/>
              <a:buNone/>
              <a:defRPr sz="2400"/>
            </a:lvl5pPr>
          </a:lstStyle>
          <a:p>
            <a:pPr lvl="0"/>
            <a:r>
              <a:rPr kumimoji="1" lang="en-US" altLang="ja-JP"/>
              <a:t>1-1</a:t>
            </a:r>
            <a:endParaRPr kumimoji="1" lang="ja-JP" altLang="en-US"/>
          </a:p>
        </p:txBody>
      </p:sp>
      <p:sp>
        <p:nvSpPr>
          <p:cNvPr id="52" name="テキスト プレースホルダ 9"/>
          <p:cNvSpPr>
            <a:spLocks noGrp="1"/>
          </p:cNvSpPr>
          <p:nvPr>
            <p:ph type="body" sz="quarter" idx="15" hasCustomPrompt="1"/>
          </p:nvPr>
        </p:nvSpPr>
        <p:spPr>
          <a:xfrm>
            <a:off x="838539" y="1386290"/>
            <a:ext cx="10760795" cy="658411"/>
          </a:xfrm>
          <a:prstGeom prst="rect">
            <a:avLst/>
          </a:prstGeom>
        </p:spPr>
        <p:txBody>
          <a:bodyPr tIns="0"/>
          <a:lstStyle>
            <a:lvl1pPr marL="0" indent="0">
              <a:lnSpc>
                <a:spcPts val="1500"/>
              </a:lnSpc>
              <a:buFontTx/>
              <a:buNone/>
              <a:defRPr sz="1400" baseline="0">
                <a:latin typeface="+mn-ea"/>
                <a:ea typeface="+mn-ea"/>
              </a:defRPr>
            </a:lvl1pPr>
            <a:lvl2pPr>
              <a:defRPr sz="1600"/>
            </a:lvl2pPr>
            <a:lvl3pPr>
              <a:defRPr sz="1600"/>
            </a:lvl3pPr>
            <a:lvl4pPr>
              <a:defRPr sz="1600"/>
            </a:lvl4pPr>
            <a:lvl5pPr>
              <a:defRPr sz="1600"/>
            </a:lvl5pPr>
          </a:lstStyle>
          <a:p>
            <a:pPr lvl="0"/>
            <a:r>
              <a:rPr kumimoji="1" lang="ja-JP" altLang="en-US"/>
              <a:t>メインメッセージの説明　　　</a:t>
            </a:r>
            <a:br>
              <a:rPr kumimoji="1" lang="en-US" altLang="ja-JP"/>
            </a:br>
            <a:r>
              <a:rPr kumimoji="1" lang="ja-JP" altLang="en-US"/>
              <a:t>フォント</a:t>
            </a:r>
            <a:r>
              <a:rPr kumimoji="1" lang="en-US" altLang="ja-JP"/>
              <a:t>14</a:t>
            </a:r>
            <a:r>
              <a:rPr kumimoji="1" lang="ja-JP" altLang="en-US"/>
              <a:t>Ｐ、日本語は（</a:t>
            </a:r>
            <a:r>
              <a:rPr kumimoji="1" lang="en-US" altLang="ja-JP"/>
              <a:t>MSP</a:t>
            </a:r>
            <a:r>
              <a:rPr kumimoji="1" lang="ja-JP" altLang="en-US"/>
              <a:t>ゴシック）、英数は半角で（</a:t>
            </a:r>
            <a:r>
              <a:rPr kumimoji="1" lang="en-US" altLang="ja-JP"/>
              <a:t>Arial </a:t>
            </a:r>
            <a:r>
              <a:rPr kumimoji="1" lang="ja-JP" altLang="en-US"/>
              <a:t>）　</a:t>
            </a:r>
            <a:br>
              <a:rPr kumimoji="1" lang="en-US" altLang="ja-JP"/>
            </a:br>
            <a:r>
              <a:rPr kumimoji="1" lang="ja-JP" altLang="en-US"/>
              <a:t>文章量：１文</a:t>
            </a:r>
            <a:r>
              <a:rPr kumimoji="1" lang="en-US" altLang="ja-JP"/>
              <a:t>30</a:t>
            </a:r>
            <a:r>
              <a:rPr kumimoji="1" lang="ja-JP" altLang="en-US"/>
              <a:t>文字程度、</a:t>
            </a:r>
            <a:r>
              <a:rPr kumimoji="1" lang="en-US" altLang="ja-JP"/>
              <a:t>3</a:t>
            </a:r>
            <a:r>
              <a:rPr kumimoji="1" lang="ja-JP" altLang="en-US"/>
              <a:t>行以内　　　「ですます調」が基本　改行時は</a:t>
            </a:r>
            <a:r>
              <a:rPr kumimoji="1" lang="en-US" altLang="ja-JP"/>
              <a:t>sift</a:t>
            </a:r>
            <a:r>
              <a:rPr kumimoji="1" lang="ja-JP" altLang="en-US"/>
              <a:t>キーを押しながら改行</a:t>
            </a:r>
            <a:endParaRPr kumimoji="1" lang="en-US" altLang="ja-JP"/>
          </a:p>
          <a:p>
            <a:pPr lvl="0"/>
            <a:endParaRPr kumimoji="1" lang="en-US" altLang="ja-JP"/>
          </a:p>
        </p:txBody>
      </p:sp>
      <p:sp>
        <p:nvSpPr>
          <p:cNvPr id="53" name="コンテンツ プレースホルダ 2"/>
          <p:cNvSpPr>
            <a:spLocks noGrp="1"/>
          </p:cNvSpPr>
          <p:nvPr>
            <p:ph sz="half" idx="1" hasCustomPrompt="1"/>
          </p:nvPr>
        </p:nvSpPr>
        <p:spPr>
          <a:xfrm>
            <a:off x="480000" y="972000"/>
            <a:ext cx="11232000"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メインメッセージ　（フォント</a:t>
            </a:r>
            <a:r>
              <a:rPr lang="en-US" altLang="ja-JP"/>
              <a:t>20P</a:t>
            </a:r>
            <a:r>
              <a:rPr lang="ja-JP" altLang="en-US"/>
              <a:t>、</a:t>
            </a:r>
            <a:r>
              <a:rPr lang="en-US" altLang="ja-JP"/>
              <a:t>HGP</a:t>
            </a:r>
            <a:r>
              <a:rPr lang="ja-JP" altLang="en-US"/>
              <a:t>ゴシック</a:t>
            </a:r>
            <a:r>
              <a:rPr lang="en-US" altLang="ja-JP"/>
              <a:t>E</a:t>
            </a:r>
            <a:r>
              <a:rPr lang="ja-JP" altLang="en-US"/>
              <a:t>、英数は半角、体言止め）</a:t>
            </a:r>
            <a:r>
              <a:rPr lang="en-US" altLang="ja-JP"/>
              <a:t> </a:t>
            </a:r>
            <a:endParaRPr lang="ja-JP" altLang="en-US"/>
          </a:p>
        </p:txBody>
      </p:sp>
      <p:sp>
        <p:nvSpPr>
          <p:cNvPr id="37" name="タイトル 1"/>
          <p:cNvSpPr>
            <a:spLocks noGrp="1"/>
          </p:cNvSpPr>
          <p:nvPr>
            <p:ph type="title" hasCustomPrompt="1"/>
          </p:nvPr>
        </p:nvSpPr>
        <p:spPr>
          <a:xfrm>
            <a:off x="1531201" y="266400"/>
            <a:ext cx="8301303" cy="449263"/>
          </a:xfrm>
          <a:prstGeom prst="rect">
            <a:avLst/>
          </a:prstGeom>
        </p:spPr>
        <p:txBody>
          <a:bodyPr anchor="ctr"/>
          <a:lstStyle>
            <a:lvl1pPr>
              <a:lnSpc>
                <a:spcPct val="100000"/>
              </a:lnSpc>
              <a:defRPr sz="2400" baseline="0">
                <a:solidFill>
                  <a:schemeClr val="tx1"/>
                </a:solidFill>
                <a:latin typeface="+mj-ea"/>
                <a:ea typeface="+mj-ea"/>
              </a:defRPr>
            </a:lvl1pPr>
          </a:lstStyle>
          <a:p>
            <a:r>
              <a:rPr lang="ja-JP" altLang="en-US"/>
              <a:t>ページタイトル</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メインスライド②（リード文タイトルのみ）">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B69A64E9-DEE1-40B5-88E8-A6C3DD001D0B}" type="slidenum">
              <a:rPr lang="en-US" altLang="ja-JP" smtClean="0"/>
              <a:pPr>
                <a:defRPr/>
              </a:pPr>
              <a:t>‹#›</a:t>
            </a:fld>
            <a:endParaRPr lang="en-US" altLang="ja-JP"/>
          </a:p>
        </p:txBody>
      </p:sp>
      <p:sp>
        <p:nvSpPr>
          <p:cNvPr id="36" name="正方形/長方形 11"/>
          <p:cNvSpPr>
            <a:spLocks noChangeArrowheads="1"/>
          </p:cNvSpPr>
          <p:nvPr userDrawn="1"/>
        </p:nvSpPr>
        <p:spPr bwMode="gray">
          <a:xfrm>
            <a:off x="1" y="739776"/>
            <a:ext cx="12192000" cy="74485"/>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2" name="グループ化 62"/>
          <p:cNvGrpSpPr/>
          <p:nvPr userDrawn="1"/>
        </p:nvGrpSpPr>
        <p:grpSpPr bwMode="gray">
          <a:xfrm>
            <a:off x="-6" y="739776"/>
            <a:ext cx="1975115" cy="74485"/>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0" name="正方形/長方形 39"/>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3" name="グループ化 41"/>
          <p:cNvGrpSpPr/>
          <p:nvPr userDrawn="1"/>
        </p:nvGrpSpPr>
        <p:grpSpPr bwMode="gray">
          <a:xfrm>
            <a:off x="10167006" y="202285"/>
            <a:ext cx="1793220" cy="386569"/>
            <a:chOff x="6642100" y="547566"/>
            <a:chExt cx="1982788" cy="569913"/>
          </a:xfrm>
        </p:grpSpPr>
        <p:sp>
          <p:nvSpPr>
            <p:cNvPr id="4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5"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6"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7"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0"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7"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8"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9"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0"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1"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2"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3"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4"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5"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6"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7"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8"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39" name="タイトル 1"/>
          <p:cNvSpPr>
            <a:spLocks noGrp="1"/>
          </p:cNvSpPr>
          <p:nvPr>
            <p:ph type="title" hasCustomPrompt="1"/>
          </p:nvPr>
        </p:nvSpPr>
        <p:spPr>
          <a:xfrm>
            <a:off x="1531201" y="266400"/>
            <a:ext cx="8301303" cy="449263"/>
          </a:xfrm>
          <a:prstGeom prst="rect">
            <a:avLst/>
          </a:prstGeom>
        </p:spPr>
        <p:txBody>
          <a:bodyPr anchor="ctr"/>
          <a:lstStyle>
            <a:lvl1pPr>
              <a:lnSpc>
                <a:spcPct val="100000"/>
              </a:lnSpc>
              <a:defRPr sz="2400" baseline="0">
                <a:solidFill>
                  <a:schemeClr val="tx1"/>
                </a:solidFill>
                <a:latin typeface="+mj-ea"/>
                <a:ea typeface="+mj-ea"/>
              </a:defRPr>
            </a:lvl1pPr>
          </a:lstStyle>
          <a:p>
            <a:r>
              <a:rPr lang="ja-JP" altLang="en-US"/>
              <a:t>ページタイトル</a:t>
            </a:r>
          </a:p>
        </p:txBody>
      </p:sp>
      <p:sp>
        <p:nvSpPr>
          <p:cNvPr id="42" name="テキスト プレースホルダ 74"/>
          <p:cNvSpPr>
            <a:spLocks noGrp="1"/>
          </p:cNvSpPr>
          <p:nvPr>
            <p:ph type="body" sz="quarter" idx="11" hasCustomPrompt="1"/>
          </p:nvPr>
        </p:nvSpPr>
        <p:spPr>
          <a:xfrm>
            <a:off x="148800" y="266400"/>
            <a:ext cx="1395267" cy="450000"/>
          </a:xfrm>
          <a:prstGeom prst="rect">
            <a:avLst/>
          </a:prstGeom>
        </p:spPr>
        <p:txBody>
          <a:bodyPr lIns="72000" anchor="ctr"/>
          <a:lstStyle>
            <a:lvl1pPr marL="0" indent="0">
              <a:lnSpc>
                <a:spcPct val="100000"/>
              </a:lnSpc>
              <a:spcBef>
                <a:spcPts val="0"/>
              </a:spcBef>
              <a:buFontTx/>
              <a:buNone/>
              <a:defRPr sz="2400">
                <a:latin typeface="+mj-ea"/>
                <a:ea typeface="+mj-ea"/>
              </a:defRPr>
            </a:lvl1pPr>
            <a:lvl2pPr algn="l">
              <a:buFontTx/>
              <a:buNone/>
              <a:defRPr sz="2600">
                <a:latin typeface="Arial Rounded MT Bold" pitchFamily="34" charset="0"/>
              </a:defRPr>
            </a:lvl2pPr>
            <a:lvl3pPr>
              <a:buFontTx/>
              <a:buNone/>
              <a:defRPr sz="2400"/>
            </a:lvl3pPr>
            <a:lvl4pPr>
              <a:buFontTx/>
              <a:buNone/>
              <a:defRPr sz="2400"/>
            </a:lvl4pPr>
            <a:lvl5pPr>
              <a:buFontTx/>
              <a:buNone/>
              <a:defRPr sz="2400"/>
            </a:lvl5pPr>
          </a:lstStyle>
          <a:p>
            <a:pPr lvl="0"/>
            <a:r>
              <a:rPr kumimoji="1" lang="en-US" altLang="ja-JP"/>
              <a:t>1-1</a:t>
            </a:r>
            <a:endParaRPr kumimoji="1" lang="ja-JP" altLang="en-US"/>
          </a:p>
        </p:txBody>
      </p:sp>
      <p:sp>
        <p:nvSpPr>
          <p:cNvPr id="35" name="コンテンツ プレースホルダ 2"/>
          <p:cNvSpPr>
            <a:spLocks noGrp="1"/>
          </p:cNvSpPr>
          <p:nvPr>
            <p:ph sz="half" idx="1" hasCustomPrompt="1"/>
          </p:nvPr>
        </p:nvSpPr>
        <p:spPr>
          <a:xfrm>
            <a:off x="480000" y="972000"/>
            <a:ext cx="11232000"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メインメッセージ　（フォント</a:t>
            </a:r>
            <a:r>
              <a:rPr lang="en-US" altLang="ja-JP"/>
              <a:t>20P</a:t>
            </a:r>
            <a:r>
              <a:rPr lang="ja-JP" altLang="en-US"/>
              <a:t>、</a:t>
            </a:r>
            <a:r>
              <a:rPr lang="en-US" altLang="ja-JP"/>
              <a:t>HGP</a:t>
            </a:r>
            <a:r>
              <a:rPr lang="ja-JP" altLang="en-US"/>
              <a:t>ゴシック</a:t>
            </a:r>
            <a:r>
              <a:rPr lang="en-US" altLang="ja-JP"/>
              <a:t>E</a:t>
            </a:r>
            <a:r>
              <a:rPr lang="ja-JP" altLang="en-US"/>
              <a:t>、英数は半角、体言止め）</a:t>
            </a:r>
            <a:r>
              <a:rPr lang="en-US" altLang="ja-JP"/>
              <a:t> </a:t>
            </a:r>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メインスライド③（リード文なし）">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B69A64E9-DEE1-40B5-88E8-A6C3DD001D0B}" type="slidenum">
              <a:rPr lang="en-US" altLang="ja-JP" smtClean="0"/>
              <a:pPr>
                <a:defRPr/>
              </a:pPr>
              <a:t>‹#›</a:t>
            </a:fld>
            <a:endParaRPr lang="en-US" altLang="ja-JP"/>
          </a:p>
        </p:txBody>
      </p:sp>
      <p:sp>
        <p:nvSpPr>
          <p:cNvPr id="36" name="正方形/長方形 11"/>
          <p:cNvSpPr>
            <a:spLocks noChangeArrowheads="1"/>
          </p:cNvSpPr>
          <p:nvPr userDrawn="1"/>
        </p:nvSpPr>
        <p:spPr bwMode="gray">
          <a:xfrm>
            <a:off x="1" y="739776"/>
            <a:ext cx="12192000" cy="74485"/>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2" name="グループ化 62"/>
          <p:cNvGrpSpPr/>
          <p:nvPr userDrawn="1"/>
        </p:nvGrpSpPr>
        <p:grpSpPr bwMode="gray">
          <a:xfrm>
            <a:off x="-6" y="739776"/>
            <a:ext cx="1975115" cy="74485"/>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0" name="正方形/長方形 39"/>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3" name="グループ化 41"/>
          <p:cNvGrpSpPr/>
          <p:nvPr userDrawn="1"/>
        </p:nvGrpSpPr>
        <p:grpSpPr bwMode="gray">
          <a:xfrm>
            <a:off x="10167006" y="202285"/>
            <a:ext cx="1793220" cy="386569"/>
            <a:chOff x="6642100" y="547566"/>
            <a:chExt cx="1982788" cy="569913"/>
          </a:xfrm>
        </p:grpSpPr>
        <p:sp>
          <p:nvSpPr>
            <p:cNvPr id="4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5"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6"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7"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0"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7"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8"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9"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0"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1"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2"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3"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4"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5"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6"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7"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8"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39" name="タイトル 1"/>
          <p:cNvSpPr>
            <a:spLocks noGrp="1"/>
          </p:cNvSpPr>
          <p:nvPr userDrawn="1">
            <p:ph type="title" hasCustomPrompt="1"/>
          </p:nvPr>
        </p:nvSpPr>
        <p:spPr>
          <a:xfrm>
            <a:off x="1531201" y="266400"/>
            <a:ext cx="8301303" cy="449263"/>
          </a:xfrm>
          <a:prstGeom prst="rect">
            <a:avLst/>
          </a:prstGeom>
        </p:spPr>
        <p:txBody>
          <a:bodyPr anchor="ctr"/>
          <a:lstStyle>
            <a:lvl1pPr>
              <a:lnSpc>
                <a:spcPct val="100000"/>
              </a:lnSpc>
              <a:defRPr sz="2400" baseline="0">
                <a:solidFill>
                  <a:schemeClr val="tx1"/>
                </a:solidFill>
                <a:latin typeface="+mj-ea"/>
                <a:ea typeface="+mj-ea"/>
              </a:defRPr>
            </a:lvl1pPr>
          </a:lstStyle>
          <a:p>
            <a:r>
              <a:rPr lang="ja-JP" altLang="en-US"/>
              <a:t>ページタイトル</a:t>
            </a:r>
          </a:p>
        </p:txBody>
      </p:sp>
      <p:sp>
        <p:nvSpPr>
          <p:cNvPr id="42" name="テキスト プレースホルダ 74"/>
          <p:cNvSpPr>
            <a:spLocks noGrp="1"/>
          </p:cNvSpPr>
          <p:nvPr userDrawn="1">
            <p:ph type="body" sz="quarter" idx="11" hasCustomPrompt="1"/>
          </p:nvPr>
        </p:nvSpPr>
        <p:spPr>
          <a:xfrm>
            <a:off x="148800" y="266400"/>
            <a:ext cx="1395267" cy="450000"/>
          </a:xfrm>
          <a:prstGeom prst="rect">
            <a:avLst/>
          </a:prstGeom>
        </p:spPr>
        <p:txBody>
          <a:bodyPr lIns="72000" anchor="ctr"/>
          <a:lstStyle>
            <a:lvl1pPr marL="0" indent="0">
              <a:lnSpc>
                <a:spcPct val="100000"/>
              </a:lnSpc>
              <a:spcBef>
                <a:spcPts val="0"/>
              </a:spcBef>
              <a:buFontTx/>
              <a:buNone/>
              <a:defRPr sz="2400" baseline="0">
                <a:latin typeface="+mj-ea"/>
                <a:ea typeface="+mj-ea"/>
              </a:defRPr>
            </a:lvl1pPr>
            <a:lvl2pPr algn="l">
              <a:buFontTx/>
              <a:buNone/>
              <a:defRPr sz="2600">
                <a:latin typeface="Arial Rounded MT Bold" pitchFamily="34" charset="0"/>
              </a:defRPr>
            </a:lvl2pPr>
            <a:lvl3pPr>
              <a:buFontTx/>
              <a:buNone/>
              <a:defRPr sz="2400"/>
            </a:lvl3pPr>
            <a:lvl4pPr>
              <a:buFontTx/>
              <a:buNone/>
              <a:defRPr sz="2400"/>
            </a:lvl4pPr>
            <a:lvl5pPr>
              <a:buFontTx/>
              <a:buNone/>
              <a:defRPr sz="2400"/>
            </a:lvl5pPr>
          </a:lstStyle>
          <a:p>
            <a:pPr lvl="0"/>
            <a:r>
              <a:rPr kumimoji="1" lang="en-US" altLang="ja-JP"/>
              <a:t>1-1</a:t>
            </a:r>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裏表紙">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a:lstStyle>
            <a:lvl1pPr algn="r">
              <a:defRPr sz="1400" smtClean="0">
                <a:solidFill>
                  <a:schemeClr val="tx1"/>
                </a:solidFill>
                <a:latin typeface="Arial" pitchFamily="34" charset="0"/>
                <a:cs typeface="Arial" pitchFamily="34" charset="0"/>
              </a:defRPr>
            </a:lvl1pPr>
          </a:lstStyle>
          <a:p>
            <a:pPr>
              <a:defRPr/>
            </a:pPr>
            <a:fld id="{ED881F7E-4721-4672-B9D1-22F8E31EDEB5}" type="slidenum">
              <a:rPr lang="en-US" altLang="ja-JP" smtClean="0"/>
              <a:pPr>
                <a:defRPr/>
              </a:pPr>
              <a:t>‹#›</a:t>
            </a:fld>
            <a:endParaRPr lang="en-US" altLang="ja-JP"/>
          </a:p>
        </p:txBody>
      </p:sp>
      <p:grpSp>
        <p:nvGrpSpPr>
          <p:cNvPr id="94" name="グループ化 93"/>
          <p:cNvGrpSpPr/>
          <p:nvPr userDrawn="1"/>
        </p:nvGrpSpPr>
        <p:grpSpPr bwMode="gray">
          <a:xfrm>
            <a:off x="9126008" y="547567"/>
            <a:ext cx="2643717" cy="569913"/>
            <a:chOff x="6642100" y="547566"/>
            <a:chExt cx="1982788" cy="569913"/>
          </a:xfrm>
        </p:grpSpPr>
        <p:sp>
          <p:nvSpPr>
            <p:cNvPr id="95"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6"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7"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8"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9"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0"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1"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2"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3"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4"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5"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6"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7"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8"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09"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0"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1"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2"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3"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4"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5"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6"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17"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38" name="正方形/長方形 11"/>
          <p:cNvSpPr>
            <a:spLocks noChangeArrowheads="1"/>
          </p:cNvSpPr>
          <p:nvPr userDrawn="1"/>
        </p:nvSpPr>
        <p:spPr bwMode="gray">
          <a:xfrm>
            <a:off x="432859" y="2763059"/>
            <a:ext cx="11336867" cy="109537"/>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39" name="グループ化 38"/>
          <p:cNvGrpSpPr/>
          <p:nvPr userDrawn="1"/>
        </p:nvGrpSpPr>
        <p:grpSpPr bwMode="gray">
          <a:xfrm>
            <a:off x="432858" y="2763059"/>
            <a:ext cx="2904596" cy="109537"/>
            <a:chOff x="312738" y="2747963"/>
            <a:chExt cx="1970087" cy="109537"/>
          </a:xfrm>
        </p:grpSpPr>
        <p:sp>
          <p:nvSpPr>
            <p:cNvPr id="40" name="正方形/長方形 39"/>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1" name="正方形/長方形 40"/>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6_白紙（Inspire the Next有り）">
    <p:spTree>
      <p:nvGrpSpPr>
        <p:cNvPr id="1" name=""/>
        <p:cNvGrpSpPr/>
        <p:nvPr/>
      </p:nvGrpSpPr>
      <p:grpSpPr>
        <a:xfrm>
          <a:off x="0" y="0"/>
          <a:ext cx="0" cy="0"/>
          <a:chOff x="0" y="0"/>
          <a:chExt cx="0" cy="0"/>
        </a:xfrm>
      </p:grpSpPr>
      <p:pic>
        <p:nvPicPr>
          <p:cNvPr id="2" name="図 1" descr="ea60_010_030_dmac [更新済み].wmf"/>
          <p:cNvPicPr>
            <a:picLocks noChangeAspect="1"/>
          </p:cNvPicPr>
          <p:nvPr userDrawn="1"/>
        </p:nvPicPr>
        <p:blipFill>
          <a:blip r:embed="rId2" cstate="screen"/>
          <a:stretch>
            <a:fillRect/>
          </a:stretch>
        </p:blipFill>
        <p:spPr bwMode="gray">
          <a:xfrm>
            <a:off x="3715200" y="2916679"/>
            <a:ext cx="4761600" cy="102464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04_コンテンツ">
    <p:spTree>
      <p:nvGrpSpPr>
        <p:cNvPr id="1" name=""/>
        <p:cNvGrpSpPr/>
        <p:nvPr/>
      </p:nvGrpSpPr>
      <p:grpSpPr>
        <a:xfrm>
          <a:off x="0" y="0"/>
          <a:ext cx="0" cy="0"/>
          <a:chOff x="0" y="0"/>
          <a:chExt cx="0" cy="0"/>
        </a:xfrm>
      </p:grpSpPr>
      <p:sp>
        <p:nvSpPr>
          <p:cNvPr id="2" name="タイトル 1"/>
          <p:cNvSpPr>
            <a:spLocks noGrp="1"/>
          </p:cNvSpPr>
          <p:nvPr userDrawn="1">
            <p:ph type="title"/>
          </p:nvPr>
        </p:nvSpPr>
        <p:spPr bwMode="gray">
          <a:xfrm>
            <a:off x="150923" y="213956"/>
            <a:ext cx="9981984" cy="424732"/>
          </a:xfrm>
          <a:prstGeom prst="rect">
            <a:avLst/>
          </a:prstGeom>
        </p:spPr>
        <p:txBody>
          <a:bodyPr wrap="square">
            <a:spAutoFit/>
          </a:bodyPr>
          <a:lstStyle>
            <a:lvl1pPr>
              <a:defRPr sz="2400" b="1">
                <a:solidFill>
                  <a:schemeClr val="tx1"/>
                </a:solidFill>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73" name="正方形/長方形 11"/>
          <p:cNvSpPr>
            <a:spLocks noChangeArrowheads="1"/>
          </p:cNvSpPr>
          <p:nvPr userDrawn="1"/>
        </p:nvSpPr>
        <p:spPr bwMode="gray">
          <a:xfrm>
            <a:off x="0" y="794368"/>
            <a:ext cx="12192000" cy="88389"/>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74" name="グループ化 62"/>
          <p:cNvGrpSpPr/>
          <p:nvPr userDrawn="1"/>
        </p:nvGrpSpPr>
        <p:grpSpPr bwMode="gray">
          <a:xfrm>
            <a:off x="-2" y="794368"/>
            <a:ext cx="1757857" cy="88389"/>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pic>
        <p:nvPicPr>
          <p:cNvPr id="49" name="図 48" descr="ea60_010_030_dwin.wmf"/>
          <p:cNvPicPr>
            <a:picLocks noChangeAspect="1"/>
          </p:cNvPicPr>
          <p:nvPr userDrawn="1"/>
        </p:nvPicPr>
        <p:blipFill>
          <a:blip r:embed="rId2"/>
          <a:stretch>
            <a:fillRect/>
          </a:stretch>
        </p:blipFill>
        <p:spPr>
          <a:xfrm>
            <a:off x="10365567" y="184156"/>
            <a:ext cx="1593600" cy="457143"/>
          </a:xfrm>
          <a:prstGeom prst="rect">
            <a:avLst/>
          </a:prstGeom>
        </p:spPr>
      </p:pic>
      <p:sp>
        <p:nvSpPr>
          <p:cNvPr id="29" name="スライド番号プレースホルダ 2"/>
          <p:cNvSpPr txBox="1">
            <a:spLocks/>
          </p:cNvSpPr>
          <p:nvPr userDrawn="1"/>
        </p:nvSpPr>
        <p:spPr bwMode="gray">
          <a:xfrm>
            <a:off x="11501123" y="6436750"/>
            <a:ext cx="690879" cy="421251"/>
          </a:xfrm>
          <a:prstGeom prst="rect">
            <a:avLst/>
          </a:prstGeom>
        </p:spPr>
        <p:txBody>
          <a:bodyPr/>
          <a:lstStyle>
            <a:lvl1pPr algn="r">
              <a:defRPr sz="1100" smtClean="0">
                <a:latin typeface="Arial" pitchFamily="34" charset="0"/>
                <a:cs typeface="Arial" pitchFamily="34" charset="0"/>
              </a:defRPr>
            </a:lvl1pPr>
          </a:lstStyle>
          <a:p>
            <a:pPr marL="0" marR="0" lvl="0" indent="0" algn="r" defTabSz="914377"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400" b="0" i="0" u="none" strike="noStrike" kern="1200" cap="none" spc="0" normalizeH="0" baseline="0" noProof="0" smtClean="0">
                <a:ln>
                  <a:noFill/>
                </a:ln>
                <a:solidFill>
                  <a:schemeClr val="tx1"/>
                </a:solidFill>
                <a:effectLst/>
                <a:uLnTx/>
                <a:uFillTx/>
                <a:latin typeface="Meiryo UI" panose="020B0604030504040204" pitchFamily="50" charset="-128"/>
                <a:ea typeface="Meiryo UI" panose="020B0604030504040204" pitchFamily="50" charset="-128"/>
                <a:cs typeface="Arial" pitchFamily="34" charset="0"/>
              </a:rPr>
              <a:pPr marL="0" marR="0" lvl="0" indent="0" algn="r" defTabSz="914377" rtl="0" eaLnBrk="1" fontAlgn="base" latinLnBrk="0" hangingPunct="1">
                <a:lnSpc>
                  <a:spcPct val="90000"/>
                </a:lnSpc>
                <a:spcBef>
                  <a:spcPct val="0"/>
                </a:spcBef>
                <a:spcAft>
                  <a:spcPct val="0"/>
                </a:spcAft>
                <a:buClrTx/>
                <a:buSzTx/>
                <a:buFontTx/>
                <a:buNone/>
                <a:tabLst/>
                <a:defRPr/>
              </a:pPr>
              <a:t>‹#›</a:t>
            </a:fld>
            <a:endPar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2" name="Text Box 63">
            <a:extLst>
              <a:ext uri="{FF2B5EF4-FFF2-40B4-BE49-F238E27FC236}">
                <a16:creationId xmlns:a16="http://schemas.microsoft.com/office/drawing/2014/main" id="{FD70C5BC-AC71-4CEB-88BF-1E0A7F5C6F56}"/>
              </a:ext>
            </a:extLst>
          </p:cNvPr>
          <p:cNvSpPr txBox="1">
            <a:spLocks noChangeArrowheads="1"/>
          </p:cNvSpPr>
          <p:nvPr userDrawn="1"/>
        </p:nvSpPr>
        <p:spPr bwMode="auto">
          <a:xfrm>
            <a:off x="264588" y="6487550"/>
            <a:ext cx="1780231" cy="258532"/>
          </a:xfrm>
          <a:prstGeom prst="rect">
            <a:avLst/>
          </a:prstGeom>
          <a:noFill/>
          <a:ln w="25400">
            <a:noFill/>
            <a:miter lim="800000"/>
            <a:headEnd/>
            <a:tailEnd/>
          </a:ln>
        </p:spPr>
        <p:txBody>
          <a:bodyPr wrap="none">
            <a:spAutoFit/>
          </a:bodyPr>
          <a:lstStyle/>
          <a:p>
            <a:pPr>
              <a:defRPr/>
            </a:pPr>
            <a:r>
              <a:rPr kumimoji="0" lang="en-US" altLang="ja-JP" sz="1200" b="1">
                <a:solidFill>
                  <a:schemeClr val="tx1"/>
                </a:solidFill>
                <a:latin typeface="Meiryo UI" panose="020B0604030504040204" pitchFamily="50" charset="-128"/>
                <a:ea typeface="Meiryo UI" panose="020B0604030504040204" pitchFamily="50" charset="-128"/>
                <a:cs typeface="Meiryo UI" panose="020B0604030504040204" pitchFamily="50" charset="-128"/>
              </a:rPr>
              <a:t>Hitachi Confidential</a:t>
            </a:r>
          </a:p>
        </p:txBody>
      </p:sp>
    </p:spTree>
    <p:extLst>
      <p:ext uri="{BB962C8B-B14F-4D97-AF65-F5344CB8AC3E}">
        <p14:creationId xmlns:p14="http://schemas.microsoft.com/office/powerpoint/2010/main" val="426151619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メインスライド①（リード文2段）">
    <p:spTree>
      <p:nvGrpSpPr>
        <p:cNvPr id="1" name=""/>
        <p:cNvGrpSpPr/>
        <p:nvPr/>
      </p:nvGrpSpPr>
      <p:grpSpPr>
        <a:xfrm>
          <a:off x="0" y="0"/>
          <a:ext cx="0" cy="0"/>
          <a:chOff x="0" y="0"/>
          <a:chExt cx="0" cy="0"/>
        </a:xfrm>
      </p:grpSpPr>
      <p:sp>
        <p:nvSpPr>
          <p:cNvPr id="49" name="スライド番号プレースホルダ 2"/>
          <p:cNvSpPr>
            <a:spLocks noGrp="1"/>
          </p:cNvSpPr>
          <p:nvPr>
            <p:ph type="sldNum" sz="quarter" idx="10"/>
          </p:nvPr>
        </p:nvSpPr>
        <p:spPr bwMode="gray">
          <a:xfrm>
            <a:off x="11472334" y="6545263"/>
            <a:ext cx="651933" cy="304800"/>
          </a:xfrm>
          <a:prstGeom prst="rect">
            <a:avLst/>
          </a:prstGeom>
        </p:spPr>
        <p:txBody>
          <a:bodyPr wrap="none"/>
          <a:lstStyle>
            <a:lvl1pPr algn="r">
              <a:defRPr sz="14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B69A64E9-DEE1-40B5-88E8-A6C3DD001D0B}" type="slidenum">
              <a:rPr lang="en-US" altLang="ja-JP" smtClean="0"/>
              <a:pPr>
                <a:defRPr/>
              </a:pPr>
              <a:t>‹#›</a:t>
            </a:fld>
            <a:endParaRPr lang="en-US" altLang="ja-JP"/>
          </a:p>
        </p:txBody>
      </p:sp>
      <p:sp>
        <p:nvSpPr>
          <p:cNvPr id="36" name="正方形/長方形 11"/>
          <p:cNvSpPr>
            <a:spLocks noChangeArrowheads="1"/>
          </p:cNvSpPr>
          <p:nvPr userDrawn="1"/>
        </p:nvSpPr>
        <p:spPr bwMode="gray">
          <a:xfrm>
            <a:off x="1" y="739776"/>
            <a:ext cx="12192000" cy="74485"/>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2" name="グループ化 62"/>
          <p:cNvGrpSpPr/>
          <p:nvPr userDrawn="1"/>
        </p:nvGrpSpPr>
        <p:grpSpPr bwMode="gray">
          <a:xfrm>
            <a:off x="-6" y="739776"/>
            <a:ext cx="1975115" cy="74485"/>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0" name="正方形/長方形 39"/>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3" name="グループ化 41"/>
          <p:cNvGrpSpPr/>
          <p:nvPr userDrawn="1"/>
        </p:nvGrpSpPr>
        <p:grpSpPr bwMode="gray">
          <a:xfrm>
            <a:off x="10167006" y="202285"/>
            <a:ext cx="1793220" cy="386569"/>
            <a:chOff x="6642100" y="547566"/>
            <a:chExt cx="1982788" cy="569913"/>
          </a:xfrm>
        </p:grpSpPr>
        <p:sp>
          <p:nvSpPr>
            <p:cNvPr id="4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5"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6"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47"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0"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7"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8"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9"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0"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1"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2"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3"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4"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5"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6"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7"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8"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42" name="テキスト プレースホルダ 74"/>
          <p:cNvSpPr>
            <a:spLocks noGrp="1"/>
          </p:cNvSpPr>
          <p:nvPr>
            <p:ph type="body" sz="quarter" idx="11" hasCustomPrompt="1"/>
          </p:nvPr>
        </p:nvSpPr>
        <p:spPr>
          <a:xfrm>
            <a:off x="148800" y="266400"/>
            <a:ext cx="1395267" cy="450000"/>
          </a:xfrm>
          <a:prstGeom prst="rect">
            <a:avLst/>
          </a:prstGeom>
        </p:spPr>
        <p:txBody>
          <a:bodyPr lIns="72000" anchor="ctr"/>
          <a:lstStyle>
            <a:lvl1pPr marL="0" indent="0">
              <a:lnSpc>
                <a:spcPct val="100000"/>
              </a:lnSpc>
              <a:spcBef>
                <a:spcPts val="0"/>
              </a:spcBef>
              <a:buFontTx/>
              <a:buNone/>
              <a:defRPr sz="2400" b="1">
                <a:latin typeface="Meiryo UI" panose="020B0604030504040204" pitchFamily="50" charset="-128"/>
                <a:ea typeface="Meiryo UI" panose="020B0604030504040204" pitchFamily="50" charset="-128"/>
              </a:defRPr>
            </a:lvl1pPr>
            <a:lvl2pPr algn="l">
              <a:buFontTx/>
              <a:buNone/>
              <a:defRPr sz="2600">
                <a:latin typeface="Arial Rounded MT Bold" pitchFamily="34" charset="0"/>
              </a:defRPr>
            </a:lvl2pPr>
            <a:lvl3pPr>
              <a:buFontTx/>
              <a:buNone/>
              <a:defRPr sz="2400"/>
            </a:lvl3pPr>
            <a:lvl4pPr>
              <a:buFontTx/>
              <a:buNone/>
              <a:defRPr sz="2400"/>
            </a:lvl4pPr>
            <a:lvl5pPr>
              <a:buFontTx/>
              <a:buNone/>
              <a:defRPr sz="2400"/>
            </a:lvl5pPr>
          </a:lstStyle>
          <a:p>
            <a:pPr lvl="0"/>
            <a:r>
              <a:rPr kumimoji="1" lang="en-US" altLang="ja-JP"/>
              <a:t>1-1</a:t>
            </a:r>
            <a:endParaRPr kumimoji="1" lang="ja-JP" altLang="en-US"/>
          </a:p>
        </p:txBody>
      </p:sp>
      <p:sp>
        <p:nvSpPr>
          <p:cNvPr id="52" name="テキスト プレースホルダ 9"/>
          <p:cNvSpPr>
            <a:spLocks noGrp="1"/>
          </p:cNvSpPr>
          <p:nvPr>
            <p:ph type="body" sz="quarter" idx="15" hasCustomPrompt="1"/>
          </p:nvPr>
        </p:nvSpPr>
        <p:spPr>
          <a:xfrm>
            <a:off x="838539" y="1386290"/>
            <a:ext cx="10760795" cy="658411"/>
          </a:xfrm>
          <a:prstGeom prst="rect">
            <a:avLst/>
          </a:prstGeom>
        </p:spPr>
        <p:txBody>
          <a:bodyPr tIns="0"/>
          <a:lstStyle>
            <a:lvl1pPr marL="0" indent="0">
              <a:lnSpc>
                <a:spcPts val="1500"/>
              </a:lnSpc>
              <a:buFontTx/>
              <a:buNone/>
              <a:defRPr sz="1400" baseline="0">
                <a:latin typeface="Meiryo UI" panose="020B0604030504040204" pitchFamily="50" charset="-128"/>
                <a:ea typeface="Meiryo UI" panose="020B0604030504040204" pitchFamily="50" charset="-128"/>
              </a:defRPr>
            </a:lvl1pPr>
            <a:lvl2pPr>
              <a:defRPr sz="1600"/>
            </a:lvl2pPr>
            <a:lvl3pPr>
              <a:defRPr sz="1600"/>
            </a:lvl3pPr>
            <a:lvl4pPr>
              <a:defRPr sz="1600"/>
            </a:lvl4pPr>
            <a:lvl5pPr>
              <a:defRPr sz="1600"/>
            </a:lvl5pPr>
          </a:lstStyle>
          <a:p>
            <a:pPr lvl="0"/>
            <a:r>
              <a:rPr kumimoji="1" lang="ja-JP" altLang="en-US"/>
              <a:t>メインメッセージの説明　　　</a:t>
            </a:r>
            <a:br>
              <a:rPr kumimoji="1" lang="ja-JP" altLang="en-US"/>
            </a:br>
            <a:r>
              <a:rPr kumimoji="1" lang="ja-JP" altLang="en-US"/>
              <a:t>フォント</a:t>
            </a:r>
            <a:r>
              <a:rPr kumimoji="1" lang="en-US" altLang="ja-JP"/>
              <a:t>14</a:t>
            </a:r>
            <a:r>
              <a:rPr kumimoji="1" lang="ja-JP" altLang="en-US"/>
              <a:t>Ｐ、日本語は（</a:t>
            </a:r>
            <a:r>
              <a:rPr kumimoji="1" lang="en-US" altLang="ja-JP" err="1"/>
              <a:t>Meryo</a:t>
            </a:r>
            <a:r>
              <a:rPr kumimoji="1" lang="en-US" altLang="ja-JP"/>
              <a:t> UI</a:t>
            </a:r>
            <a:r>
              <a:rPr kumimoji="1" lang="ja-JP" altLang="en-US"/>
              <a:t>）、英数は半角で　</a:t>
            </a:r>
            <a:br>
              <a:rPr kumimoji="1" lang="ja-JP" altLang="en-US"/>
            </a:br>
            <a:r>
              <a:rPr kumimoji="1" lang="ja-JP" altLang="en-US"/>
              <a:t>文章量：１文</a:t>
            </a:r>
            <a:r>
              <a:rPr kumimoji="1" lang="en-US" altLang="ja-JP"/>
              <a:t>30</a:t>
            </a:r>
            <a:r>
              <a:rPr kumimoji="1" lang="ja-JP" altLang="en-US"/>
              <a:t>文字程度、</a:t>
            </a:r>
            <a:r>
              <a:rPr kumimoji="1" lang="en-US" altLang="ja-JP"/>
              <a:t>3</a:t>
            </a:r>
            <a:r>
              <a:rPr kumimoji="1" lang="ja-JP" altLang="en-US"/>
              <a:t>行以内　　　「ですます調」が基本　改行時は</a:t>
            </a:r>
            <a:r>
              <a:rPr kumimoji="1" lang="en-US" altLang="ja-JP"/>
              <a:t>sift</a:t>
            </a:r>
            <a:r>
              <a:rPr kumimoji="1" lang="ja-JP" altLang="en-US"/>
              <a:t>キーを押しながら改行</a:t>
            </a:r>
          </a:p>
          <a:p>
            <a:pPr lvl="0"/>
            <a:endParaRPr kumimoji="1" lang="en-US" altLang="ja-JP"/>
          </a:p>
        </p:txBody>
      </p:sp>
      <p:sp>
        <p:nvSpPr>
          <p:cNvPr id="53" name="コンテンツ プレースホルダ 2"/>
          <p:cNvSpPr>
            <a:spLocks noGrp="1"/>
          </p:cNvSpPr>
          <p:nvPr>
            <p:ph sz="half" idx="1" hasCustomPrompt="1"/>
          </p:nvPr>
        </p:nvSpPr>
        <p:spPr>
          <a:xfrm>
            <a:off x="480000" y="972000"/>
            <a:ext cx="11232000"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b="1" kern="1200" baseline="0" dirty="0">
                <a:solidFill>
                  <a:schemeClr val="tx1"/>
                </a:solidFill>
                <a:latin typeface="Meiryo UI" panose="020B0604030504040204" pitchFamily="50" charset="-128"/>
                <a:ea typeface="Meiryo UI" panose="020B0604030504040204" pitchFamily="50" charset="-128"/>
                <a:cs typeface="+mn-cs"/>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メインメッセージ　（フォント</a:t>
            </a:r>
            <a:r>
              <a:rPr lang="en-US" altLang="ja-JP"/>
              <a:t>20P</a:t>
            </a:r>
            <a:r>
              <a:rPr lang="ja-JP" altLang="en-US"/>
              <a:t>、</a:t>
            </a:r>
            <a:r>
              <a:rPr lang="en-US" altLang="ja-JP" err="1"/>
              <a:t>Meiryo</a:t>
            </a:r>
            <a:r>
              <a:rPr lang="en-US" altLang="ja-JP"/>
              <a:t> UI</a:t>
            </a:r>
            <a:r>
              <a:rPr lang="ja-JP" altLang="en-US"/>
              <a:t>、英数は半角、体言止め</a:t>
            </a:r>
          </a:p>
        </p:txBody>
      </p:sp>
      <p:sp>
        <p:nvSpPr>
          <p:cNvPr id="37" name="タイトル 1"/>
          <p:cNvSpPr>
            <a:spLocks noGrp="1"/>
          </p:cNvSpPr>
          <p:nvPr>
            <p:ph type="title" hasCustomPrompt="1"/>
          </p:nvPr>
        </p:nvSpPr>
        <p:spPr>
          <a:xfrm>
            <a:off x="1531201" y="266400"/>
            <a:ext cx="8301303" cy="449263"/>
          </a:xfrm>
          <a:prstGeom prst="rect">
            <a:avLst/>
          </a:prstGeom>
        </p:spPr>
        <p:txBody>
          <a:bodyPr wrap="none" anchor="ctr"/>
          <a:lstStyle>
            <a:lvl1pPr>
              <a:lnSpc>
                <a:spcPct val="100000"/>
              </a:lnSpc>
              <a:defRPr sz="2400" b="1" baseline="0">
                <a:solidFill>
                  <a:schemeClr val="tx1"/>
                </a:solidFill>
                <a:latin typeface="Meiryo UI" panose="020B0604030504040204" pitchFamily="50" charset="-128"/>
                <a:ea typeface="Meiryo UI" panose="020B0604030504040204" pitchFamily="50" charset="-128"/>
              </a:defRPr>
            </a:lvl1pPr>
          </a:lstStyle>
          <a:p>
            <a:r>
              <a:rPr lang="ja-JP" altLang="en-US"/>
              <a:t>ページタイトル</a:t>
            </a:r>
          </a:p>
        </p:txBody>
      </p:sp>
      <p:sp>
        <p:nvSpPr>
          <p:cNvPr id="39" name="Text Box 63">
            <a:extLst>
              <a:ext uri="{FF2B5EF4-FFF2-40B4-BE49-F238E27FC236}">
                <a16:creationId xmlns:a16="http://schemas.microsoft.com/office/drawing/2014/main" id="{22DAEAD6-23C0-4B6D-AC78-1129B62AF9A4}"/>
              </a:ext>
            </a:extLst>
          </p:cNvPr>
          <p:cNvSpPr txBox="1">
            <a:spLocks noChangeArrowheads="1"/>
          </p:cNvSpPr>
          <p:nvPr userDrawn="1"/>
        </p:nvSpPr>
        <p:spPr bwMode="auto">
          <a:xfrm>
            <a:off x="264585" y="6587062"/>
            <a:ext cx="1780231" cy="258532"/>
          </a:xfrm>
          <a:prstGeom prst="rect">
            <a:avLst/>
          </a:prstGeom>
          <a:noFill/>
          <a:ln w="25400">
            <a:noFill/>
            <a:miter lim="800000"/>
            <a:headEnd/>
            <a:tailEnd/>
          </a:ln>
        </p:spPr>
        <p:txBody>
          <a:bodyPr wrap="none">
            <a:spAutoFit/>
          </a:bodyPr>
          <a:lstStyle/>
          <a:p>
            <a:pPr>
              <a:defRPr/>
            </a:pPr>
            <a:r>
              <a:rPr kumimoji="0" lang="en-US" altLang="ja-JP" sz="1200" b="1">
                <a:solidFill>
                  <a:schemeClr val="tx1"/>
                </a:solidFill>
                <a:latin typeface="Meiryo UI" panose="020B0604030504040204" pitchFamily="50" charset="-128"/>
                <a:ea typeface="Meiryo UI" panose="020B0604030504040204" pitchFamily="50" charset="-128"/>
                <a:cs typeface="Meiryo UI" panose="020B0604030504040204" pitchFamily="50" charset="-128"/>
              </a:rPr>
              <a:t>Hitachi Confidential</a:t>
            </a:r>
          </a:p>
        </p:txBody>
      </p:sp>
      <p:sp>
        <p:nvSpPr>
          <p:cNvPr id="41" name="テキスト プレースホルダ 43"/>
          <p:cNvSpPr>
            <a:spLocks noGrp="1"/>
          </p:cNvSpPr>
          <p:nvPr>
            <p:ph type="body" sz="quarter" idx="16" hasCustomPrompt="1"/>
          </p:nvPr>
        </p:nvSpPr>
        <p:spPr>
          <a:xfrm>
            <a:off x="1328059" y="29028"/>
            <a:ext cx="8585200" cy="254000"/>
          </a:xfrm>
          <a:prstGeom prst="rect">
            <a:avLst/>
          </a:prstGeom>
        </p:spPr>
        <p:txBody>
          <a:bodyPr/>
          <a:lstStyle>
            <a:lvl1pPr>
              <a:buNone/>
              <a:defRPr sz="1400" baseline="0">
                <a:latin typeface="Meiryo UI" panose="020B0604030504040204" pitchFamily="50" charset="-128"/>
                <a:ea typeface="Meiryo UI" panose="020B0604030504040204" pitchFamily="50" charset="-128"/>
              </a:defRPr>
            </a:lvl1pPr>
            <a:lvl2pPr>
              <a:defRPr sz="1400" baseline="0">
                <a:latin typeface="Arial Rounded MT Bold" pitchFamily="34" charset="0"/>
                <a:ea typeface="HGPｺﾞｼｯｸE" pitchFamily="50" charset="-128"/>
              </a:defRPr>
            </a:lvl2pPr>
            <a:lvl3pPr>
              <a:defRPr sz="1400" baseline="0">
                <a:latin typeface="Arial Rounded MT Bold" pitchFamily="34" charset="0"/>
                <a:ea typeface="HGPｺﾞｼｯｸE" pitchFamily="50" charset="-128"/>
              </a:defRPr>
            </a:lvl3pPr>
            <a:lvl4pPr>
              <a:defRPr sz="1400" baseline="0">
                <a:latin typeface="Arial Rounded MT Bold" pitchFamily="34" charset="0"/>
                <a:ea typeface="HGPｺﾞｼｯｸE" pitchFamily="50" charset="-128"/>
              </a:defRPr>
            </a:lvl4pPr>
            <a:lvl5pPr>
              <a:defRPr sz="1400" baseline="0">
                <a:latin typeface="Arial Rounded MT Bold" pitchFamily="34" charset="0"/>
                <a:ea typeface="HGPｺﾞｼｯｸE" pitchFamily="50" charset="-128"/>
              </a:defRPr>
            </a:lvl5pPr>
          </a:lstStyle>
          <a:p>
            <a:pPr lvl="0"/>
            <a:r>
              <a:rPr kumimoji="1" lang="ja-JP" altLang="en-US"/>
              <a:t>タイトル</a:t>
            </a:r>
          </a:p>
        </p:txBody>
      </p:sp>
    </p:spTree>
    <p:extLst>
      <p:ext uri="{BB962C8B-B14F-4D97-AF65-F5344CB8AC3E}">
        <p14:creationId xmlns:p14="http://schemas.microsoft.com/office/powerpoint/2010/main" val="3591346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ext Box 13"/>
          <p:cNvSpPr txBox="1">
            <a:spLocks noChangeArrowheads="1"/>
          </p:cNvSpPr>
          <p:nvPr userDrawn="1"/>
        </p:nvSpPr>
        <p:spPr bwMode="gray">
          <a:xfrm>
            <a:off x="9327107" y="6599238"/>
            <a:ext cx="2263760" cy="216982"/>
          </a:xfrm>
          <a:prstGeom prst="rect">
            <a:avLst/>
          </a:prstGeom>
          <a:noFill/>
          <a:ln w="25400">
            <a:noFill/>
            <a:miter lim="800000"/>
            <a:headEnd/>
            <a:tailEnd/>
          </a:ln>
        </p:spPr>
        <p:txBody>
          <a:bodyPr wrap="none">
            <a:spAutoFit/>
          </a:bodyPr>
          <a:lstStyle/>
          <a:p>
            <a:pPr algn="r">
              <a:spcBef>
                <a:spcPct val="50000"/>
              </a:spcBef>
              <a:defRPr/>
            </a:pPr>
            <a:r>
              <a:rPr kumimoji="0" lang="en-US" altLang="ja-JP" sz="900">
                <a:solidFill>
                  <a:schemeClr val="tx1"/>
                </a:solidFill>
                <a:latin typeface="Arial" charset="0"/>
                <a:ea typeface="ＭＳ Ｐゴシック" pitchFamily="50" charset="-128"/>
              </a:rPr>
              <a:t>© Hitachi, Ltd. 2025</a:t>
            </a:r>
            <a:r>
              <a:rPr kumimoji="0" lang="ja-JP" altLang="en-US" sz="900">
                <a:solidFill>
                  <a:schemeClr val="tx1"/>
                </a:solidFill>
                <a:latin typeface="Arial" charset="0"/>
                <a:ea typeface="ＭＳ Ｐゴシック" pitchFamily="50" charset="-128"/>
              </a:rPr>
              <a:t>　</a:t>
            </a:r>
            <a:r>
              <a:rPr kumimoji="0" lang="en-US" altLang="ja-JP" sz="900">
                <a:solidFill>
                  <a:schemeClr val="tx1"/>
                </a:solidFill>
                <a:latin typeface="Arial" charset="0"/>
                <a:ea typeface="ＭＳ Ｐゴシック" pitchFamily="50" charset="-128"/>
              </a:rPr>
              <a:t> All rights reserved.</a:t>
            </a:r>
          </a:p>
        </p:txBody>
      </p:sp>
    </p:spTree>
  </p:cSld>
  <p:clrMap bg1="lt1" tx1="dk1" bg2="lt2" tx2="dk2" accent1="accent1" accent2="accent2" accent3="accent3" accent4="accent4" accent5="accent5" accent6="accent6" hlink="hlink" folHlink="folHlink"/>
  <p:sldLayoutIdLst>
    <p:sldLayoutId id="2147483681" r:id="rId1"/>
    <p:sldLayoutId id="2147483690" r:id="rId2"/>
    <p:sldLayoutId id="2147483692" r:id="rId3"/>
    <p:sldLayoutId id="2147483693" r:id="rId4"/>
    <p:sldLayoutId id="2147483688" r:id="rId5"/>
    <p:sldLayoutId id="2147483689" r:id="rId6"/>
    <p:sldLayoutId id="2147483691" r:id="rId7"/>
    <p:sldLayoutId id="2147483683" r:id="rId8"/>
    <p:sldLayoutId id="2147483677" r:id="rId9"/>
    <p:sldLayoutId id="2147483707" r:id="rId10"/>
    <p:sldLayoutId id="2147483708" r:id="rId11"/>
  </p:sldLayoutIdLst>
  <p:hf hdr="0" ftr="0" dt="0"/>
  <p:txStyles>
    <p:titleStyle>
      <a:lvl1pPr algn="l" rtl="0" fontAlgn="base">
        <a:lnSpc>
          <a:spcPct val="90000"/>
        </a:lnSpc>
        <a:spcBef>
          <a:spcPct val="0"/>
        </a:spcBef>
        <a:spcAft>
          <a:spcPct val="0"/>
        </a:spcAft>
        <a:defRPr kumimoji="1" sz="2600">
          <a:solidFill>
            <a:schemeClr val="bg1"/>
          </a:solidFill>
          <a:latin typeface="+mj-lt"/>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8.png"/><Relationship Id="rId2" Type="http://schemas.openxmlformats.org/officeDocument/2006/relationships/image" Target="../media/image4.wmf"/><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hyperlink" Target="https://svgsilh.com/ja/image/160872.html" TargetMode="Externa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5B9FD-E541-3C30-32EE-004E8ABB7DEA}"/>
            </a:ext>
          </a:extLst>
        </p:cNvPr>
        <p:cNvGrpSpPr/>
        <p:nvPr/>
      </p:nvGrpSpPr>
      <p:grpSpPr>
        <a:xfrm>
          <a:off x="0" y="0"/>
          <a:ext cx="0" cy="0"/>
          <a:chOff x="0" y="0"/>
          <a:chExt cx="0" cy="0"/>
        </a:xfrm>
      </p:grpSpPr>
      <p:sp>
        <p:nvSpPr>
          <p:cNvPr id="5" name="タイトル 5">
            <a:extLst>
              <a:ext uri="{FF2B5EF4-FFF2-40B4-BE49-F238E27FC236}">
                <a16:creationId xmlns:a16="http://schemas.microsoft.com/office/drawing/2014/main" id="{55E055A2-0047-C5DD-82B3-8D7D5941F5C7}"/>
              </a:ext>
            </a:extLst>
          </p:cNvPr>
          <p:cNvSpPr>
            <a:spLocks noGrp="1"/>
          </p:cNvSpPr>
          <p:nvPr>
            <p:ph type="title"/>
          </p:nvPr>
        </p:nvSpPr>
        <p:spPr>
          <a:xfrm>
            <a:off x="452506" y="184848"/>
            <a:ext cx="6374870" cy="449263"/>
          </a:xfrm>
        </p:spPr>
        <p:txBody>
          <a:bodyPr wrap="none" lIns="91440" tIns="45720" rIns="91440" bIns="45720" anchor="ctr"/>
          <a:lstStyle/>
          <a:p>
            <a:r>
              <a:rPr kumimoji="1" lang="ja-JP" altLang="en-US" b="0">
                <a:latin typeface="Meiryo UI" panose="020B0604030504040204" pitchFamily="50" charset="-128"/>
                <a:ea typeface="Meiryo UI" panose="020B0604030504040204" pitchFamily="50" charset="-128"/>
              </a:rPr>
              <a:t>本日の</a:t>
            </a:r>
            <a:r>
              <a:rPr kumimoji="1" lang="en-US" altLang="ja-JP" b="0">
                <a:latin typeface="Meiryo UI" panose="020B0604030504040204" pitchFamily="50" charset="-128"/>
                <a:ea typeface="Meiryo UI" panose="020B0604030504040204" pitchFamily="50" charset="-128"/>
              </a:rPr>
              <a:t>PMO</a:t>
            </a:r>
            <a:r>
              <a:rPr kumimoji="1" lang="ja-JP" altLang="en-US" b="0">
                <a:latin typeface="Meiryo UI" panose="020B0604030504040204" pitchFamily="50" charset="-128"/>
                <a:ea typeface="Meiryo UI" panose="020B0604030504040204" pitchFamily="50" charset="-128"/>
              </a:rPr>
              <a:t>議題について</a:t>
            </a:r>
            <a:r>
              <a:rPr kumimoji="1" lang="en-US" altLang="ja-JP" b="0">
                <a:latin typeface="Meiryo UI" panose="020B0604030504040204" pitchFamily="50" charset="-128"/>
                <a:ea typeface="Meiryo UI" panose="020B0604030504040204" pitchFamily="50" charset="-128"/>
              </a:rPr>
              <a:t>(3/14)</a:t>
            </a:r>
            <a:endParaRPr kumimoji="1" lang="ja-JP" altLang="en-US" b="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3252FF7-9AC7-1495-AFE8-94D5CAC29C6D}"/>
              </a:ext>
            </a:extLst>
          </p:cNvPr>
          <p:cNvSpPr txBox="1"/>
          <p:nvPr/>
        </p:nvSpPr>
        <p:spPr>
          <a:xfrm>
            <a:off x="623956" y="1279873"/>
            <a:ext cx="11568044" cy="3831818"/>
          </a:xfrm>
          <a:prstGeom prst="rect">
            <a:avLst/>
          </a:prstGeom>
          <a:noFill/>
        </p:spPr>
        <p:txBody>
          <a:bodyPr wrap="square" rtlCol="0">
            <a:spAutoFit/>
          </a:bodyPr>
          <a:lstStyle/>
          <a:p>
            <a:r>
              <a:rPr lang="ja-JP" altLang="en-US" sz="1800">
                <a:solidFill>
                  <a:schemeClr val="tx1"/>
                </a:solidFill>
                <a:latin typeface="Meiryo UI" panose="020B0604030504040204" pitchFamily="50" charset="-128"/>
                <a:ea typeface="Meiryo UI" panose="020B0604030504040204" pitchFamily="50" charset="-128"/>
              </a:rPr>
              <a:t>本日のお打ち合わせでは以下を会話させて頂きたく考えております。</a:t>
            </a:r>
            <a:endParaRPr lang="en-US" altLang="ja-JP" sz="1800">
              <a:solidFill>
                <a:schemeClr val="tx1"/>
              </a:solidFill>
              <a:latin typeface="Meiryo UI" panose="020B0604030504040204" pitchFamily="50" charset="-128"/>
              <a:ea typeface="Meiryo UI" panose="020B0604030504040204" pitchFamily="50" charset="-128"/>
            </a:endParaRPr>
          </a:p>
          <a:p>
            <a:endParaRPr lang="en-US" altLang="ja-JP" sz="1800">
              <a:solidFill>
                <a:schemeClr val="tx1"/>
              </a:solidFill>
              <a:latin typeface="Meiryo UI" panose="020B0604030504040204" pitchFamily="50" charset="-128"/>
              <a:ea typeface="Meiryo UI" panose="020B0604030504040204" pitchFamily="50" charset="-128"/>
            </a:endParaRPr>
          </a:p>
          <a:p>
            <a:endParaRPr lang="en-US" altLang="ja-JP" sz="1800">
              <a:solidFill>
                <a:schemeClr val="tx1"/>
              </a:solidFill>
              <a:latin typeface="Meiryo UI" panose="020B0604030504040204" pitchFamily="50" charset="-128"/>
              <a:ea typeface="Meiryo UI" panose="020B0604030504040204" pitchFamily="50" charset="-128"/>
            </a:endParaRPr>
          </a:p>
          <a:p>
            <a:r>
              <a:rPr lang="ja-JP" altLang="en-US" sz="1800" b="1">
                <a:solidFill>
                  <a:schemeClr val="tx1"/>
                </a:solidFill>
                <a:latin typeface="Meiryo UI" panose="020B0604030504040204" pitchFamily="50" charset="-128"/>
                <a:ea typeface="Meiryo UI" panose="020B0604030504040204" pitchFamily="50" charset="-128"/>
              </a:rPr>
              <a:t>■</a:t>
            </a:r>
            <a:r>
              <a:rPr lang="en-US" altLang="ja-JP" sz="1800" b="1">
                <a:solidFill>
                  <a:schemeClr val="tx1"/>
                </a:solidFill>
                <a:latin typeface="Meiryo UI" panose="020B0604030504040204" pitchFamily="50" charset="-128"/>
                <a:ea typeface="Meiryo UI" panose="020B0604030504040204" pitchFamily="50" charset="-128"/>
              </a:rPr>
              <a:t>C2</a:t>
            </a:r>
            <a:r>
              <a:rPr lang="ja-JP" altLang="en-US" sz="1800" b="1">
                <a:solidFill>
                  <a:schemeClr val="tx1"/>
                </a:solidFill>
                <a:latin typeface="Meiryo UI" panose="020B0604030504040204" pitchFamily="50" charset="-128"/>
                <a:ea typeface="Meiryo UI" panose="020B0604030504040204" pitchFamily="50" charset="-128"/>
              </a:rPr>
              <a:t>刷新について</a:t>
            </a:r>
            <a:endParaRPr lang="en-US" altLang="ja-JP" sz="1800" b="1">
              <a:solidFill>
                <a:schemeClr val="tx1"/>
              </a:solidFill>
              <a:latin typeface="Meiryo UI" panose="020B0604030504040204" pitchFamily="50" charset="-128"/>
              <a:ea typeface="Meiryo UI" panose="020B0604030504040204" pitchFamily="50" charset="-128"/>
            </a:endParaRPr>
          </a:p>
          <a:p>
            <a:endParaRPr lang="en-US" altLang="ja-JP" sz="1800" b="1">
              <a:solidFill>
                <a:schemeClr val="tx1"/>
              </a:solidFill>
              <a:latin typeface="Meiryo UI" panose="020B0604030504040204" pitchFamily="50" charset="-128"/>
              <a:ea typeface="Meiryo UI" panose="020B0604030504040204" pitchFamily="50" charset="-128"/>
            </a:endParaRPr>
          </a:p>
          <a:p>
            <a:r>
              <a:rPr lang="en-US" altLang="ja-JP" sz="1800" b="1">
                <a:solidFill>
                  <a:schemeClr val="tx1"/>
                </a:solidFill>
                <a:latin typeface="Meiryo UI" panose="020B0604030504040204" pitchFamily="50" charset="-128"/>
                <a:ea typeface="Meiryo UI" panose="020B0604030504040204" pitchFamily="50" charset="-128"/>
              </a:rPr>
              <a:t> </a:t>
            </a:r>
            <a:r>
              <a:rPr lang="ja-JP" altLang="en-US" sz="1800" b="1">
                <a:solidFill>
                  <a:schemeClr val="tx1"/>
                </a:solidFill>
                <a:latin typeface="Meiryo UI" panose="020B0604030504040204" pitchFamily="50" charset="-128"/>
                <a:ea typeface="Meiryo UI" panose="020B0604030504040204" pitchFamily="50" charset="-128"/>
              </a:rPr>
              <a:t>　　　</a:t>
            </a:r>
            <a:r>
              <a:rPr lang="ja-JP" altLang="en-US" sz="1800">
                <a:solidFill>
                  <a:schemeClr val="tx1"/>
                </a:solidFill>
                <a:latin typeface="Meiryo UI" panose="020B0604030504040204" pitchFamily="50" charset="-128"/>
                <a:ea typeface="Meiryo UI" panose="020B0604030504040204" pitchFamily="50" charset="-128"/>
              </a:rPr>
              <a:t>・検討の進め方確認：日立</a:t>
            </a:r>
            <a:endParaRPr lang="en-US" altLang="ja-JP" sz="1800">
              <a:solidFill>
                <a:schemeClr val="tx1"/>
              </a:solidFill>
              <a:latin typeface="Meiryo UI" panose="020B0604030504040204" pitchFamily="50" charset="-128"/>
              <a:ea typeface="Meiryo UI" panose="020B0604030504040204" pitchFamily="50" charset="-128"/>
            </a:endParaRPr>
          </a:p>
          <a:p>
            <a:r>
              <a:rPr lang="ja-JP" altLang="en-US" sz="1800">
                <a:solidFill>
                  <a:schemeClr val="tx1"/>
                </a:solidFill>
                <a:latin typeface="Meiryo UI" panose="020B0604030504040204" pitchFamily="50" charset="-128"/>
                <a:ea typeface="Meiryo UI" panose="020B0604030504040204" pitchFamily="50" charset="-128"/>
              </a:rPr>
              <a:t>　　　 ・</a:t>
            </a:r>
            <a:r>
              <a:rPr lang="en-US" altLang="ja-JP" sz="1800">
                <a:solidFill>
                  <a:schemeClr val="tx1"/>
                </a:solidFill>
                <a:latin typeface="Meiryo UI" panose="020B0604030504040204" pitchFamily="50" charset="-128"/>
                <a:ea typeface="Meiryo UI" panose="020B0604030504040204" pitchFamily="50" charset="-128"/>
              </a:rPr>
              <a:t>Windows2016</a:t>
            </a:r>
            <a:r>
              <a:rPr lang="ja-JP" altLang="en-US" sz="1800">
                <a:solidFill>
                  <a:schemeClr val="tx1"/>
                </a:solidFill>
                <a:latin typeface="Meiryo UI" panose="020B0604030504040204" pitchFamily="50" charset="-128"/>
                <a:ea typeface="Meiryo UI" panose="020B0604030504040204" pitchFamily="50" charset="-128"/>
              </a:rPr>
              <a:t>対応超概算工数感考え方ご説明</a:t>
            </a:r>
            <a:endParaRPr lang="en-US" altLang="ja-JP" sz="1800">
              <a:solidFill>
                <a:schemeClr val="tx1"/>
              </a:solidFill>
              <a:latin typeface="Meiryo UI" panose="020B0604030504040204" pitchFamily="50" charset="-128"/>
              <a:ea typeface="Meiryo UI" panose="020B0604030504040204" pitchFamily="50" charset="-128"/>
            </a:endParaRPr>
          </a:p>
          <a:p>
            <a:r>
              <a:rPr lang="ja-JP" altLang="en-US" sz="1800">
                <a:solidFill>
                  <a:schemeClr val="tx1"/>
                </a:solidFill>
                <a:latin typeface="Meiryo UI" panose="020B0604030504040204" pitchFamily="50" charset="-128"/>
                <a:ea typeface="Meiryo UI" panose="020B0604030504040204" pitchFamily="50" charset="-128"/>
              </a:rPr>
              <a:t>　　　 ・</a:t>
            </a:r>
            <a:r>
              <a:rPr lang="en-US" altLang="ja-JP" sz="1800">
                <a:solidFill>
                  <a:schemeClr val="tx1"/>
                </a:solidFill>
                <a:latin typeface="Meiryo UI" panose="020B0604030504040204" pitchFamily="50" charset="-128"/>
                <a:ea typeface="Meiryo UI" panose="020B0604030504040204" pitchFamily="50" charset="-128"/>
              </a:rPr>
              <a:t>【C2</a:t>
            </a:r>
            <a:r>
              <a:rPr lang="ja-JP" altLang="en-US" sz="1800">
                <a:solidFill>
                  <a:schemeClr val="tx1"/>
                </a:solidFill>
                <a:latin typeface="Meiryo UI" panose="020B0604030504040204" pitchFamily="50" charset="-128"/>
                <a:ea typeface="Meiryo UI" panose="020B0604030504040204" pitchFamily="50" charset="-128"/>
              </a:rPr>
              <a:t>刷新について</a:t>
            </a:r>
            <a:r>
              <a:rPr lang="en-US" altLang="ja-JP" sz="1800">
                <a:solidFill>
                  <a:schemeClr val="tx1"/>
                </a:solidFill>
                <a:latin typeface="Meiryo UI" panose="020B0604030504040204" pitchFamily="50" charset="-128"/>
                <a:ea typeface="Meiryo UI" panose="020B0604030504040204" pitchFamily="50" charset="-128"/>
              </a:rPr>
              <a:t>】 </a:t>
            </a:r>
            <a:r>
              <a:rPr lang="ja-JP" altLang="en-US" sz="1800">
                <a:solidFill>
                  <a:schemeClr val="tx1"/>
                </a:solidFill>
                <a:latin typeface="Meiryo UI" panose="020B0604030504040204" pitchFamily="50" charset="-128"/>
                <a:ea typeface="Meiryo UI" panose="020B0604030504040204" pitchFamily="50" charset="-128"/>
              </a:rPr>
              <a:t>　提案①</a:t>
            </a:r>
            <a:r>
              <a:rPr lang="en-US" altLang="ja-JP" sz="1800">
                <a:solidFill>
                  <a:schemeClr val="tx1"/>
                </a:solidFill>
                <a:latin typeface="Meiryo UI" panose="020B0604030504040204" pitchFamily="50" charset="-128"/>
                <a:ea typeface="Meiryo UI" panose="020B0604030504040204" pitchFamily="50" charset="-128"/>
              </a:rPr>
              <a:t> C2</a:t>
            </a:r>
            <a:r>
              <a:rPr lang="ja-JP" altLang="en-US" sz="1800">
                <a:solidFill>
                  <a:schemeClr val="tx1"/>
                </a:solidFill>
                <a:latin typeface="Meiryo UI" panose="020B0604030504040204" pitchFamily="50" charset="-128"/>
                <a:ea typeface="Meiryo UI" panose="020B0604030504040204" pitchFamily="50" charset="-128"/>
              </a:rPr>
              <a:t>業務課題改善　業務ヒアリング進め方案</a:t>
            </a:r>
            <a:endParaRPr lang="en-US" altLang="ja-JP" sz="1800">
              <a:solidFill>
                <a:schemeClr val="tx1"/>
              </a:solidFill>
              <a:latin typeface="Meiryo UI" panose="020B0604030504040204" pitchFamily="50" charset="-128"/>
              <a:ea typeface="Meiryo UI" panose="020B0604030504040204" pitchFamily="50" charset="-128"/>
            </a:endParaRPr>
          </a:p>
          <a:p>
            <a:r>
              <a:rPr lang="ja-JP" altLang="en-US" sz="1800">
                <a:solidFill>
                  <a:schemeClr val="tx1"/>
                </a:solidFill>
                <a:latin typeface="Meiryo UI" panose="020B0604030504040204" pitchFamily="50" charset="-128"/>
                <a:ea typeface="Meiryo UI" panose="020B0604030504040204" pitchFamily="50" charset="-128"/>
              </a:rPr>
              <a:t>　　　 ・</a:t>
            </a:r>
            <a:r>
              <a:rPr lang="en-US" altLang="ja-JP" sz="1800">
                <a:solidFill>
                  <a:schemeClr val="tx1"/>
                </a:solidFill>
                <a:latin typeface="Meiryo UI" panose="020B0604030504040204" pitchFamily="50" charset="-128"/>
                <a:ea typeface="Meiryo UI" panose="020B0604030504040204" pitchFamily="50" charset="-128"/>
              </a:rPr>
              <a:t>【C2</a:t>
            </a:r>
            <a:r>
              <a:rPr lang="ja-JP" altLang="en-US" sz="1800">
                <a:solidFill>
                  <a:schemeClr val="tx1"/>
                </a:solidFill>
                <a:latin typeface="Meiryo UI" panose="020B0604030504040204" pitchFamily="50" charset="-128"/>
                <a:ea typeface="Meiryo UI" panose="020B0604030504040204" pitchFamily="50" charset="-128"/>
              </a:rPr>
              <a:t>刷新について</a:t>
            </a:r>
            <a:r>
              <a:rPr lang="en-US" altLang="ja-JP" sz="1800">
                <a:solidFill>
                  <a:schemeClr val="tx1"/>
                </a:solidFill>
                <a:latin typeface="Meiryo UI" panose="020B0604030504040204" pitchFamily="50" charset="-128"/>
                <a:ea typeface="Meiryo UI" panose="020B0604030504040204" pitchFamily="50" charset="-128"/>
              </a:rPr>
              <a:t>】 </a:t>
            </a:r>
            <a:r>
              <a:rPr lang="ja-JP" altLang="en-US" sz="1800">
                <a:solidFill>
                  <a:schemeClr val="tx1"/>
                </a:solidFill>
                <a:latin typeface="Meiryo UI" panose="020B0604030504040204" pitchFamily="50" charset="-128"/>
                <a:ea typeface="Meiryo UI" panose="020B0604030504040204" pitchFamily="50" charset="-128"/>
              </a:rPr>
              <a:t>　提案② </a:t>
            </a:r>
            <a:r>
              <a:rPr lang="en-US" altLang="ja-JP" sz="1800">
                <a:solidFill>
                  <a:schemeClr val="tx1"/>
                </a:solidFill>
                <a:latin typeface="Meiryo UI" panose="020B0604030504040204" pitchFamily="50" charset="-128"/>
                <a:ea typeface="Meiryo UI" panose="020B0604030504040204" pitchFamily="50" charset="-128"/>
              </a:rPr>
              <a:t>TDB</a:t>
            </a:r>
            <a:r>
              <a:rPr lang="ja-JP" altLang="en-US" sz="1800">
                <a:solidFill>
                  <a:schemeClr val="tx1"/>
                </a:solidFill>
                <a:latin typeface="Meiryo UI" panose="020B0604030504040204" pitchFamily="50" charset="-128"/>
                <a:ea typeface="Meiryo UI" panose="020B0604030504040204" pitchFamily="50" charset="-128"/>
              </a:rPr>
              <a:t>様全体のデータ課題に対するご提案　 </a:t>
            </a:r>
            <a:r>
              <a:rPr lang="en-US" altLang="ja-JP" sz="1800">
                <a:solidFill>
                  <a:schemeClr val="tx1"/>
                </a:solidFill>
                <a:latin typeface="Meiryo UI" panose="020B0604030504040204" pitchFamily="50" charset="-128"/>
                <a:ea typeface="Meiryo UI" panose="020B0604030504040204" pitchFamily="50" charset="-128"/>
              </a:rPr>
              <a:t>(</a:t>
            </a:r>
            <a:r>
              <a:rPr lang="ja-JP" altLang="en-US" sz="1800">
                <a:solidFill>
                  <a:schemeClr val="tx1"/>
                </a:solidFill>
                <a:latin typeface="Meiryo UI" panose="020B0604030504040204" pitchFamily="50" charset="-128"/>
                <a:ea typeface="Meiryo UI" panose="020B0604030504040204" pitchFamily="50" charset="-128"/>
              </a:rPr>
              <a:t>今後の進め方について会話</a:t>
            </a:r>
            <a:r>
              <a:rPr lang="en-US" altLang="ja-JP" sz="1800">
                <a:solidFill>
                  <a:schemeClr val="tx1"/>
                </a:solidFill>
                <a:latin typeface="Meiryo UI" panose="020B0604030504040204" pitchFamily="50" charset="-128"/>
                <a:ea typeface="Meiryo UI" panose="020B0604030504040204" pitchFamily="50" charset="-128"/>
              </a:rPr>
              <a:t>)</a:t>
            </a:r>
          </a:p>
          <a:p>
            <a:r>
              <a:rPr lang="ja-JP" altLang="en-US" sz="1800">
                <a:solidFill>
                  <a:schemeClr val="tx1"/>
                </a:solidFill>
                <a:latin typeface="Meiryo UI" panose="020B0604030504040204" pitchFamily="50" charset="-128"/>
                <a:ea typeface="Meiryo UI" panose="020B0604030504040204" pitchFamily="50" charset="-128"/>
              </a:rPr>
              <a:t>　　　</a:t>
            </a:r>
            <a:endParaRPr lang="en-US" altLang="ja-JP" sz="1800">
              <a:solidFill>
                <a:schemeClr val="tx1"/>
              </a:solidFill>
              <a:latin typeface="Meiryo UI" panose="020B0604030504040204" pitchFamily="50" charset="-128"/>
              <a:ea typeface="Meiryo UI" panose="020B0604030504040204" pitchFamily="50" charset="-128"/>
            </a:endParaRPr>
          </a:p>
          <a:p>
            <a:endParaRPr lang="en-US" altLang="ja-JP" sz="1800">
              <a:solidFill>
                <a:schemeClr val="tx1"/>
              </a:solidFill>
              <a:latin typeface="Meiryo UI" panose="020B0604030504040204" pitchFamily="50" charset="-128"/>
              <a:ea typeface="Meiryo UI" panose="020B0604030504040204" pitchFamily="50" charset="-128"/>
            </a:endParaRPr>
          </a:p>
          <a:p>
            <a:r>
              <a:rPr lang="ja-JP" altLang="en-US" sz="1800" b="1">
                <a:solidFill>
                  <a:schemeClr val="tx1"/>
                </a:solidFill>
                <a:latin typeface="Meiryo UI" panose="020B0604030504040204" pitchFamily="50" charset="-128"/>
                <a:ea typeface="Meiryo UI" panose="020B0604030504040204" pitchFamily="50" charset="-128"/>
              </a:rPr>
              <a:t>■</a:t>
            </a:r>
            <a:r>
              <a:rPr lang="en-US" altLang="ja-JP" sz="1800" b="1">
                <a:solidFill>
                  <a:schemeClr val="tx1"/>
                </a:solidFill>
                <a:latin typeface="Meiryo UI" panose="020B0604030504040204" pitchFamily="50" charset="-128"/>
                <a:ea typeface="Meiryo UI" panose="020B0604030504040204" pitchFamily="50" charset="-128"/>
              </a:rPr>
              <a:t>2025/4</a:t>
            </a:r>
            <a:r>
              <a:rPr lang="ja-JP" altLang="en-US" sz="1800" b="1">
                <a:solidFill>
                  <a:schemeClr val="tx1"/>
                </a:solidFill>
                <a:latin typeface="Meiryo UI" panose="020B0604030504040204" pitchFamily="50" charset="-128"/>
                <a:ea typeface="Meiryo UI" panose="020B0604030504040204" pitchFamily="50" charset="-128"/>
              </a:rPr>
              <a:t>以降の体制について</a:t>
            </a:r>
            <a:endParaRPr lang="en-US" altLang="ja-JP" sz="1800" b="1">
              <a:solidFill>
                <a:schemeClr val="tx1"/>
              </a:solidFill>
              <a:latin typeface="Meiryo UI" panose="020B0604030504040204" pitchFamily="50" charset="-128"/>
              <a:ea typeface="Meiryo UI" panose="020B0604030504040204" pitchFamily="50" charset="-128"/>
            </a:endParaRPr>
          </a:p>
          <a:p>
            <a:r>
              <a:rPr lang="ja-JP" altLang="en-US" sz="1800" b="1">
                <a:solidFill>
                  <a:schemeClr val="tx1"/>
                </a:solidFill>
                <a:latin typeface="Meiryo UI" panose="020B0604030504040204" pitchFamily="50" charset="-128"/>
                <a:ea typeface="Meiryo UI" panose="020B0604030504040204" pitchFamily="50" charset="-128"/>
              </a:rPr>
              <a:t>　　　</a:t>
            </a:r>
            <a:r>
              <a:rPr lang="en-US" altLang="ja-JP" sz="1800" b="1">
                <a:solidFill>
                  <a:schemeClr val="tx1"/>
                </a:solidFill>
                <a:latin typeface="Meiryo UI" panose="020B0604030504040204" pitchFamily="50" charset="-128"/>
                <a:ea typeface="Meiryo UI" panose="020B0604030504040204" pitchFamily="50" charset="-128"/>
              </a:rPr>
              <a:t>  </a:t>
            </a:r>
          </a:p>
          <a:p>
            <a:r>
              <a:rPr lang="en-US" altLang="ja-JP" sz="1800" b="1">
                <a:solidFill>
                  <a:schemeClr val="tx1"/>
                </a:solidFill>
                <a:latin typeface="Meiryo UI" panose="020B0604030504040204" pitchFamily="50" charset="-128"/>
                <a:ea typeface="Meiryo UI" panose="020B0604030504040204" pitchFamily="50" charset="-128"/>
              </a:rPr>
              <a:t>       </a:t>
            </a:r>
            <a:r>
              <a:rPr lang="ja-JP" altLang="en-US" sz="1800">
                <a:solidFill>
                  <a:schemeClr val="tx1"/>
                </a:solidFill>
                <a:latin typeface="Meiryo UI" panose="020B0604030504040204" pitchFamily="50" charset="-128"/>
                <a:ea typeface="Meiryo UI" panose="020B0604030504040204" pitchFamily="50" charset="-128"/>
              </a:rPr>
              <a:t> ・検討状況ご連携：</a:t>
            </a:r>
            <a:r>
              <a:rPr lang="en-US" altLang="ja-JP" sz="1800">
                <a:solidFill>
                  <a:schemeClr val="tx1"/>
                </a:solidFill>
                <a:latin typeface="Meiryo UI" panose="020B0604030504040204" pitchFamily="50" charset="-128"/>
                <a:ea typeface="Meiryo UI" panose="020B0604030504040204" pitchFamily="50" charset="-128"/>
              </a:rPr>
              <a:t>TDB</a:t>
            </a:r>
            <a:r>
              <a:rPr lang="ja-JP" altLang="en-US" sz="1800">
                <a:solidFill>
                  <a:schemeClr val="tx1"/>
                </a:solidFill>
                <a:latin typeface="Meiryo UI" panose="020B0604030504040204" pitchFamily="50" charset="-128"/>
                <a:ea typeface="Meiryo UI" panose="020B0604030504040204" pitchFamily="50" charset="-128"/>
              </a:rPr>
              <a:t>様</a:t>
            </a:r>
            <a:endParaRPr lang="en-US" altLang="ja-JP" sz="1800">
              <a:solidFill>
                <a:schemeClr val="tx1"/>
              </a:solidFill>
              <a:latin typeface="Meiryo UI" panose="020B0604030504040204" pitchFamily="50" charset="-128"/>
              <a:ea typeface="Meiryo UI" panose="020B0604030504040204" pitchFamily="50" charset="-128"/>
            </a:endParaRPr>
          </a:p>
          <a:p>
            <a:r>
              <a:rPr lang="ja-JP" altLang="en-US" sz="1800">
                <a:solidFill>
                  <a:schemeClr val="tx1"/>
                </a:solidFill>
                <a:latin typeface="Meiryo UI" panose="020B0604030504040204" pitchFamily="50" charset="-128"/>
                <a:ea typeface="Meiryo UI" panose="020B0604030504040204" pitchFamily="50" charset="-128"/>
              </a:rPr>
              <a:t>　　　</a:t>
            </a:r>
            <a:endParaRPr lang="en-US" altLang="ja-JP" sz="1800">
              <a:solidFill>
                <a:schemeClr val="tx1"/>
              </a:solidFill>
              <a:latin typeface="Meiryo UI" panose="020B0604030504040204" pitchFamily="50" charset="-128"/>
              <a:ea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AC8654EA-BBAC-F238-0A38-EF80E53F7E92}"/>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1</a:t>
            </a:fld>
            <a:endParaRPr lang="en-US" altLang="ja-JP"/>
          </a:p>
        </p:txBody>
      </p:sp>
    </p:spTree>
    <p:extLst>
      <p:ext uri="{BB962C8B-B14F-4D97-AF65-F5344CB8AC3E}">
        <p14:creationId xmlns:p14="http://schemas.microsoft.com/office/powerpoint/2010/main" val="2954886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4CCEB-E011-CED3-F95C-74C85BE7BA3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18706D7-47A8-448F-9077-CD6A886CF3A7}"/>
              </a:ext>
            </a:extLst>
          </p:cNvPr>
          <p:cNvSpPr>
            <a:spLocks noGrp="1"/>
          </p:cNvSpPr>
          <p:nvPr>
            <p:ph type="sldNum" sz="quarter" idx="10"/>
          </p:nvPr>
        </p:nvSpPr>
        <p:spPr>
          <a:xfrm>
            <a:off x="2447169" y="3644953"/>
            <a:ext cx="488950" cy="304800"/>
          </a:xfrm>
        </p:spPr>
        <p:txBody>
          <a:bodyPr/>
          <a:lstStyle/>
          <a:p>
            <a:pPr>
              <a:defRPr/>
            </a:pPr>
            <a:fld id="{ED881F7E-4721-4672-B9D1-22F8E31EDEB5}" type="slidenum">
              <a:rPr lang="en-US" altLang="ja-JP" smtClean="0"/>
              <a:pPr>
                <a:defRPr/>
              </a:pPr>
              <a:t>2</a:t>
            </a:fld>
            <a:endParaRPr lang="en-US" altLang="ja-JP"/>
          </a:p>
        </p:txBody>
      </p:sp>
      <p:sp>
        <p:nvSpPr>
          <p:cNvPr id="7" name="テキスト プレースホルダー 6">
            <a:extLst>
              <a:ext uri="{FF2B5EF4-FFF2-40B4-BE49-F238E27FC236}">
                <a16:creationId xmlns:a16="http://schemas.microsoft.com/office/drawing/2014/main" id="{6FDE4D33-7FBB-8A25-FA64-DAE45CA3EE82}"/>
              </a:ext>
            </a:extLst>
          </p:cNvPr>
          <p:cNvSpPr>
            <a:spLocks noGrp="1"/>
          </p:cNvSpPr>
          <p:nvPr>
            <p:ph type="body" sz="quarter" idx="11"/>
          </p:nvPr>
        </p:nvSpPr>
        <p:spPr>
          <a:xfrm>
            <a:off x="148799" y="266400"/>
            <a:ext cx="5192321" cy="450000"/>
          </a:xfrm>
        </p:spPr>
        <p:txBody>
          <a:bodyPr/>
          <a:lstStyle/>
          <a:p>
            <a:r>
              <a:rPr lang="ja-JP" altLang="en-US" sz="2400" b="1">
                <a:solidFill>
                  <a:schemeClr val="tx1"/>
                </a:solidFill>
                <a:latin typeface="Meiryo UI" panose="020B0604030504040204" pitchFamily="50" charset="-128"/>
                <a:ea typeface="Meiryo UI" panose="020B0604030504040204" pitchFamily="50" charset="-128"/>
              </a:rPr>
              <a:t>　　</a:t>
            </a:r>
            <a:r>
              <a:rPr lang="ja-JP" altLang="en-US" sz="2400">
                <a:solidFill>
                  <a:schemeClr val="tx1"/>
                </a:solidFill>
                <a:latin typeface="Meiryo UI" panose="020B0604030504040204" pitchFamily="50" charset="-128"/>
                <a:ea typeface="Meiryo UI" panose="020B0604030504040204" pitchFamily="50" charset="-128"/>
              </a:rPr>
              <a:t>検討の進め方確認</a:t>
            </a:r>
            <a:endParaRPr lang="en-US" altLang="ja-JP" sz="2400">
              <a:solidFill>
                <a:schemeClr val="tx1"/>
              </a:solidFill>
              <a:latin typeface="Meiryo UI" panose="020B0604030504040204" pitchFamily="50" charset="-128"/>
              <a:ea typeface="Meiryo UI" panose="020B0604030504040204" pitchFamily="50" charset="-128"/>
            </a:endParaRPr>
          </a:p>
        </p:txBody>
      </p:sp>
      <p:cxnSp>
        <p:nvCxnSpPr>
          <p:cNvPr id="74" name="直線コネクタ 73">
            <a:extLst>
              <a:ext uri="{FF2B5EF4-FFF2-40B4-BE49-F238E27FC236}">
                <a16:creationId xmlns:a16="http://schemas.microsoft.com/office/drawing/2014/main" id="{E0DB3D18-89D7-463B-9B56-FA0B963DE5DF}"/>
              </a:ext>
            </a:extLst>
          </p:cNvPr>
          <p:cNvCxnSpPr>
            <a:cxnSpLocks/>
          </p:cNvCxnSpPr>
          <p:nvPr/>
        </p:nvCxnSpPr>
        <p:spPr bwMode="auto">
          <a:xfrm>
            <a:off x="12504261" y="2957357"/>
            <a:ext cx="782429" cy="0"/>
          </a:xfrm>
          <a:prstGeom prst="line">
            <a:avLst/>
          </a:prstGeom>
          <a:noFill/>
          <a:ln w="9525" cap="flat" cmpd="sng" algn="ctr">
            <a:noFill/>
            <a:prstDash val="solid"/>
            <a:round/>
            <a:headEnd type="none" w="med" len="med"/>
            <a:tailEnd type="none" w="med" len="med"/>
          </a:ln>
          <a:effectLst/>
        </p:spPr>
      </p:cxnSp>
      <p:sp>
        <p:nvSpPr>
          <p:cNvPr id="58" name="タイトル 5">
            <a:extLst>
              <a:ext uri="{FF2B5EF4-FFF2-40B4-BE49-F238E27FC236}">
                <a16:creationId xmlns:a16="http://schemas.microsoft.com/office/drawing/2014/main" id="{F6C99425-23F7-7CE8-5C26-F8FCC539AB4A}"/>
              </a:ext>
            </a:extLst>
          </p:cNvPr>
          <p:cNvSpPr txBox="1">
            <a:spLocks/>
          </p:cNvSpPr>
          <p:nvPr/>
        </p:nvSpPr>
        <p:spPr>
          <a:xfrm>
            <a:off x="1005174" y="267137"/>
            <a:ext cx="6225977"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endParaRPr lang="ja-JP" altLang="en-US" kern="0">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D9D40184-5854-7EC2-9989-09385EC28452}"/>
              </a:ext>
            </a:extLst>
          </p:cNvPr>
          <p:cNvGraphicFramePr>
            <a:graphicFrameLocks noGrp="1"/>
          </p:cNvGraphicFramePr>
          <p:nvPr>
            <p:extLst>
              <p:ext uri="{D42A27DB-BD31-4B8C-83A1-F6EECF244321}">
                <p14:modId xmlns:p14="http://schemas.microsoft.com/office/powerpoint/2010/main" val="4191467979"/>
              </p:ext>
            </p:extLst>
          </p:nvPr>
        </p:nvGraphicFramePr>
        <p:xfrm>
          <a:off x="263996" y="1384109"/>
          <a:ext cx="11664008" cy="5418279"/>
        </p:xfrm>
        <a:graphic>
          <a:graphicData uri="http://schemas.openxmlformats.org/drawingml/2006/table">
            <a:tbl>
              <a:tblPr firstRow="1" bandRow="1">
                <a:tableStyleId>{073A0DAA-6AF3-43AB-8588-CEC1D06C72B9}</a:tableStyleId>
              </a:tblPr>
              <a:tblGrid>
                <a:gridCol w="1044638">
                  <a:extLst>
                    <a:ext uri="{9D8B030D-6E8A-4147-A177-3AD203B41FA5}">
                      <a16:colId xmlns:a16="http://schemas.microsoft.com/office/drawing/2014/main" val="621117392"/>
                    </a:ext>
                  </a:extLst>
                </a:gridCol>
                <a:gridCol w="353979">
                  <a:extLst>
                    <a:ext uri="{9D8B030D-6E8A-4147-A177-3AD203B41FA5}">
                      <a16:colId xmlns:a16="http://schemas.microsoft.com/office/drawing/2014/main" val="2264664785"/>
                    </a:ext>
                  </a:extLst>
                </a:gridCol>
                <a:gridCol w="353979">
                  <a:extLst>
                    <a:ext uri="{9D8B030D-6E8A-4147-A177-3AD203B41FA5}">
                      <a16:colId xmlns:a16="http://schemas.microsoft.com/office/drawing/2014/main" val="3561631421"/>
                    </a:ext>
                  </a:extLst>
                </a:gridCol>
                <a:gridCol w="353979">
                  <a:extLst>
                    <a:ext uri="{9D8B030D-6E8A-4147-A177-3AD203B41FA5}">
                      <a16:colId xmlns:a16="http://schemas.microsoft.com/office/drawing/2014/main" val="837585314"/>
                    </a:ext>
                  </a:extLst>
                </a:gridCol>
                <a:gridCol w="353979">
                  <a:extLst>
                    <a:ext uri="{9D8B030D-6E8A-4147-A177-3AD203B41FA5}">
                      <a16:colId xmlns:a16="http://schemas.microsoft.com/office/drawing/2014/main" val="3680231543"/>
                    </a:ext>
                  </a:extLst>
                </a:gridCol>
                <a:gridCol w="353979">
                  <a:extLst>
                    <a:ext uri="{9D8B030D-6E8A-4147-A177-3AD203B41FA5}">
                      <a16:colId xmlns:a16="http://schemas.microsoft.com/office/drawing/2014/main" val="727501264"/>
                    </a:ext>
                  </a:extLst>
                </a:gridCol>
                <a:gridCol w="353979">
                  <a:extLst>
                    <a:ext uri="{9D8B030D-6E8A-4147-A177-3AD203B41FA5}">
                      <a16:colId xmlns:a16="http://schemas.microsoft.com/office/drawing/2014/main" val="57573712"/>
                    </a:ext>
                  </a:extLst>
                </a:gridCol>
                <a:gridCol w="353979">
                  <a:extLst>
                    <a:ext uri="{9D8B030D-6E8A-4147-A177-3AD203B41FA5}">
                      <a16:colId xmlns:a16="http://schemas.microsoft.com/office/drawing/2014/main" val="3347074444"/>
                    </a:ext>
                  </a:extLst>
                </a:gridCol>
                <a:gridCol w="353979">
                  <a:extLst>
                    <a:ext uri="{9D8B030D-6E8A-4147-A177-3AD203B41FA5}">
                      <a16:colId xmlns:a16="http://schemas.microsoft.com/office/drawing/2014/main" val="2845798183"/>
                    </a:ext>
                  </a:extLst>
                </a:gridCol>
                <a:gridCol w="353979">
                  <a:extLst>
                    <a:ext uri="{9D8B030D-6E8A-4147-A177-3AD203B41FA5}">
                      <a16:colId xmlns:a16="http://schemas.microsoft.com/office/drawing/2014/main" val="1381027102"/>
                    </a:ext>
                  </a:extLst>
                </a:gridCol>
                <a:gridCol w="353979">
                  <a:extLst>
                    <a:ext uri="{9D8B030D-6E8A-4147-A177-3AD203B41FA5}">
                      <a16:colId xmlns:a16="http://schemas.microsoft.com/office/drawing/2014/main" val="492269655"/>
                    </a:ext>
                  </a:extLst>
                </a:gridCol>
                <a:gridCol w="353979">
                  <a:extLst>
                    <a:ext uri="{9D8B030D-6E8A-4147-A177-3AD203B41FA5}">
                      <a16:colId xmlns:a16="http://schemas.microsoft.com/office/drawing/2014/main" val="2449163469"/>
                    </a:ext>
                  </a:extLst>
                </a:gridCol>
                <a:gridCol w="353979">
                  <a:extLst>
                    <a:ext uri="{9D8B030D-6E8A-4147-A177-3AD203B41FA5}">
                      <a16:colId xmlns:a16="http://schemas.microsoft.com/office/drawing/2014/main" val="3203925614"/>
                    </a:ext>
                  </a:extLst>
                </a:gridCol>
                <a:gridCol w="353979">
                  <a:extLst>
                    <a:ext uri="{9D8B030D-6E8A-4147-A177-3AD203B41FA5}">
                      <a16:colId xmlns:a16="http://schemas.microsoft.com/office/drawing/2014/main" val="3007711829"/>
                    </a:ext>
                  </a:extLst>
                </a:gridCol>
                <a:gridCol w="353979">
                  <a:extLst>
                    <a:ext uri="{9D8B030D-6E8A-4147-A177-3AD203B41FA5}">
                      <a16:colId xmlns:a16="http://schemas.microsoft.com/office/drawing/2014/main" val="98255149"/>
                    </a:ext>
                  </a:extLst>
                </a:gridCol>
                <a:gridCol w="353979">
                  <a:extLst>
                    <a:ext uri="{9D8B030D-6E8A-4147-A177-3AD203B41FA5}">
                      <a16:colId xmlns:a16="http://schemas.microsoft.com/office/drawing/2014/main" val="1566519073"/>
                    </a:ext>
                  </a:extLst>
                </a:gridCol>
                <a:gridCol w="353979">
                  <a:extLst>
                    <a:ext uri="{9D8B030D-6E8A-4147-A177-3AD203B41FA5}">
                      <a16:colId xmlns:a16="http://schemas.microsoft.com/office/drawing/2014/main" val="2532212217"/>
                    </a:ext>
                  </a:extLst>
                </a:gridCol>
                <a:gridCol w="353979">
                  <a:extLst>
                    <a:ext uri="{9D8B030D-6E8A-4147-A177-3AD203B41FA5}">
                      <a16:colId xmlns:a16="http://schemas.microsoft.com/office/drawing/2014/main" val="1219444095"/>
                    </a:ext>
                  </a:extLst>
                </a:gridCol>
                <a:gridCol w="353979">
                  <a:extLst>
                    <a:ext uri="{9D8B030D-6E8A-4147-A177-3AD203B41FA5}">
                      <a16:colId xmlns:a16="http://schemas.microsoft.com/office/drawing/2014/main" val="2578358813"/>
                    </a:ext>
                  </a:extLst>
                </a:gridCol>
                <a:gridCol w="353979">
                  <a:extLst>
                    <a:ext uri="{9D8B030D-6E8A-4147-A177-3AD203B41FA5}">
                      <a16:colId xmlns:a16="http://schemas.microsoft.com/office/drawing/2014/main" val="149146798"/>
                    </a:ext>
                  </a:extLst>
                </a:gridCol>
                <a:gridCol w="353979">
                  <a:extLst>
                    <a:ext uri="{9D8B030D-6E8A-4147-A177-3AD203B41FA5}">
                      <a16:colId xmlns:a16="http://schemas.microsoft.com/office/drawing/2014/main" val="1672375318"/>
                    </a:ext>
                  </a:extLst>
                </a:gridCol>
                <a:gridCol w="353979">
                  <a:extLst>
                    <a:ext uri="{9D8B030D-6E8A-4147-A177-3AD203B41FA5}">
                      <a16:colId xmlns:a16="http://schemas.microsoft.com/office/drawing/2014/main" val="4169908053"/>
                    </a:ext>
                  </a:extLst>
                </a:gridCol>
                <a:gridCol w="353979">
                  <a:extLst>
                    <a:ext uri="{9D8B030D-6E8A-4147-A177-3AD203B41FA5}">
                      <a16:colId xmlns:a16="http://schemas.microsoft.com/office/drawing/2014/main" val="996719254"/>
                    </a:ext>
                  </a:extLst>
                </a:gridCol>
                <a:gridCol w="353979">
                  <a:extLst>
                    <a:ext uri="{9D8B030D-6E8A-4147-A177-3AD203B41FA5}">
                      <a16:colId xmlns:a16="http://schemas.microsoft.com/office/drawing/2014/main" val="2504311574"/>
                    </a:ext>
                  </a:extLst>
                </a:gridCol>
                <a:gridCol w="353979">
                  <a:extLst>
                    <a:ext uri="{9D8B030D-6E8A-4147-A177-3AD203B41FA5}">
                      <a16:colId xmlns:a16="http://schemas.microsoft.com/office/drawing/2014/main" val="3088591620"/>
                    </a:ext>
                  </a:extLst>
                </a:gridCol>
                <a:gridCol w="353979">
                  <a:extLst>
                    <a:ext uri="{9D8B030D-6E8A-4147-A177-3AD203B41FA5}">
                      <a16:colId xmlns:a16="http://schemas.microsoft.com/office/drawing/2014/main" val="2577185377"/>
                    </a:ext>
                  </a:extLst>
                </a:gridCol>
                <a:gridCol w="353979">
                  <a:extLst>
                    <a:ext uri="{9D8B030D-6E8A-4147-A177-3AD203B41FA5}">
                      <a16:colId xmlns:a16="http://schemas.microsoft.com/office/drawing/2014/main" val="3682346675"/>
                    </a:ext>
                  </a:extLst>
                </a:gridCol>
                <a:gridCol w="353979">
                  <a:extLst>
                    <a:ext uri="{9D8B030D-6E8A-4147-A177-3AD203B41FA5}">
                      <a16:colId xmlns:a16="http://schemas.microsoft.com/office/drawing/2014/main" val="915742683"/>
                    </a:ext>
                  </a:extLst>
                </a:gridCol>
                <a:gridCol w="353979">
                  <a:extLst>
                    <a:ext uri="{9D8B030D-6E8A-4147-A177-3AD203B41FA5}">
                      <a16:colId xmlns:a16="http://schemas.microsoft.com/office/drawing/2014/main" val="676482858"/>
                    </a:ext>
                  </a:extLst>
                </a:gridCol>
                <a:gridCol w="353979">
                  <a:extLst>
                    <a:ext uri="{9D8B030D-6E8A-4147-A177-3AD203B41FA5}">
                      <a16:colId xmlns:a16="http://schemas.microsoft.com/office/drawing/2014/main" val="290848507"/>
                    </a:ext>
                  </a:extLst>
                </a:gridCol>
                <a:gridCol w="353979">
                  <a:extLst>
                    <a:ext uri="{9D8B030D-6E8A-4147-A177-3AD203B41FA5}">
                      <a16:colId xmlns:a16="http://schemas.microsoft.com/office/drawing/2014/main" val="784989962"/>
                    </a:ext>
                  </a:extLst>
                </a:gridCol>
              </a:tblGrid>
              <a:tr h="362736">
                <a:tc>
                  <a:txBody>
                    <a:bodyPr/>
                    <a:lstStyle/>
                    <a:p>
                      <a:endParaRPr kumimoji="1" lang="ja-JP" altLang="en-US"/>
                    </a:p>
                  </a:txBody>
                  <a:tcPr/>
                </a:tc>
                <a:tc gridSpan="12">
                  <a:txBody>
                    <a:bodyPr/>
                    <a:lstStyle/>
                    <a:p>
                      <a:pPr algn="ctr"/>
                      <a:r>
                        <a:rPr kumimoji="1" lang="en-US" altLang="ja-JP"/>
                        <a:t>2025</a:t>
                      </a:r>
                      <a:r>
                        <a:rPr kumimoji="1" lang="ja-JP" altLang="en-US"/>
                        <a:t>年</a:t>
                      </a:r>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a:r>
                        <a:rPr kumimoji="1" lang="en-US" altLang="ja-JP"/>
                        <a:t>2026</a:t>
                      </a:r>
                      <a:r>
                        <a:rPr kumimoji="1" lang="ja-JP" altLang="en-US"/>
                        <a:t>年</a:t>
                      </a:r>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6">
                  <a:txBody>
                    <a:bodyPr/>
                    <a:lstStyle/>
                    <a:p>
                      <a:pPr algn="ctr"/>
                      <a:r>
                        <a:rPr kumimoji="1" lang="en-US" altLang="ja-JP"/>
                        <a:t>2027</a:t>
                      </a:r>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359369993"/>
                  </a:ext>
                </a:extLst>
              </a:tr>
              <a:tr h="362736">
                <a:tc>
                  <a:txBody>
                    <a:bodyPr/>
                    <a:lstStyle/>
                    <a:p>
                      <a:endParaRPr kumimoji="1" lang="ja-JP" altLang="en-US">
                        <a:solidFill>
                          <a:schemeClr val="bg1"/>
                        </a:solidFill>
                      </a:endParaRPr>
                    </a:p>
                  </a:txBody>
                  <a:tcPr>
                    <a:solidFill>
                      <a:schemeClr val="tx1"/>
                    </a:solidFill>
                  </a:tcPr>
                </a:tc>
                <a:tc>
                  <a:txBody>
                    <a:bodyPr/>
                    <a:lstStyle/>
                    <a:p>
                      <a:r>
                        <a:rPr kumimoji="1" lang="en-US" altLang="ja-JP" sz="900">
                          <a:solidFill>
                            <a:schemeClr val="bg1"/>
                          </a:solidFill>
                        </a:rPr>
                        <a:t>1</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2</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3</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4</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5</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6</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7</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8</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9</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10</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11</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12</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2</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3</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4</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5</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6</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7</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8</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9</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10</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11</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12</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1</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2</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3</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4</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5</a:t>
                      </a:r>
                      <a:endParaRPr kumimoji="1" lang="ja-JP" altLang="en-US" sz="900">
                        <a:solidFill>
                          <a:schemeClr val="bg1"/>
                        </a:solidFill>
                      </a:endParaRPr>
                    </a:p>
                  </a:txBody>
                  <a:tcPr>
                    <a:solidFill>
                      <a:schemeClr val="tx1"/>
                    </a:solidFill>
                  </a:tcPr>
                </a:tc>
                <a:tc>
                  <a:txBody>
                    <a:bodyPr/>
                    <a:lstStyle/>
                    <a:p>
                      <a:r>
                        <a:rPr kumimoji="1" lang="en-US" altLang="ja-JP" sz="900">
                          <a:solidFill>
                            <a:schemeClr val="bg1"/>
                          </a:solidFill>
                        </a:rPr>
                        <a:t>6</a:t>
                      </a:r>
                      <a:endParaRPr kumimoji="1" lang="ja-JP" altLang="en-US" sz="900">
                        <a:solidFill>
                          <a:schemeClr val="bg1"/>
                        </a:solidFill>
                      </a:endParaRPr>
                    </a:p>
                  </a:txBody>
                  <a:tcPr>
                    <a:solidFill>
                      <a:schemeClr val="tx1"/>
                    </a:solidFill>
                  </a:tcPr>
                </a:tc>
                <a:extLst>
                  <a:ext uri="{0D108BD9-81ED-4DB2-BD59-A6C34878D82A}">
                    <a16:rowId xmlns:a16="http://schemas.microsoft.com/office/drawing/2014/main" val="855960552"/>
                  </a:ext>
                </a:extLst>
              </a:tr>
              <a:tr h="704265">
                <a:tc>
                  <a:txBody>
                    <a:bodyPr/>
                    <a:lstStyle/>
                    <a:p>
                      <a:r>
                        <a:rPr kumimoji="1" lang="ja-JP" altLang="en-US" sz="900">
                          <a:latin typeface="Meiryo UI" panose="020B0604030504040204" pitchFamily="50" charset="-128"/>
                          <a:ea typeface="Meiryo UI" panose="020B0604030504040204" pitchFamily="50" charset="-128"/>
                        </a:rPr>
                        <a:t>マイルストーン</a:t>
                      </a:r>
                    </a:p>
                  </a:txBody>
                  <a:tcPr anchor="ct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712033316"/>
                  </a:ext>
                </a:extLst>
              </a:tr>
              <a:tr h="862010">
                <a:tc>
                  <a:txBody>
                    <a:bodyPr/>
                    <a:lstStyle/>
                    <a:p>
                      <a:r>
                        <a:rPr kumimoji="1" lang="ja-JP" altLang="en-US" sz="900">
                          <a:latin typeface="Meiryo UI" panose="020B0604030504040204" pitchFamily="50" charset="-128"/>
                          <a:ea typeface="Meiryo UI" panose="020B0604030504040204" pitchFamily="50" charset="-128"/>
                        </a:rPr>
                        <a:t>メンテ機能</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全国展開</a:t>
                      </a:r>
                      <a:endParaRPr kumimoji="1" lang="en-US" altLang="ja-JP" sz="900">
                        <a:latin typeface="Meiryo UI" panose="020B0604030504040204" pitchFamily="50" charset="-128"/>
                        <a:ea typeface="Meiryo UI" panose="020B0604030504040204" pitchFamily="50" charset="-128"/>
                      </a:endParaRPr>
                    </a:p>
                  </a:txBody>
                  <a:tcPr anchor="ct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828278669"/>
                  </a:ext>
                </a:extLst>
              </a:tr>
              <a:tr h="894417">
                <a:tc>
                  <a:txBody>
                    <a:bodyPr/>
                    <a:lstStyle/>
                    <a:p>
                      <a:r>
                        <a:rPr kumimoji="1" lang="ja-JP" altLang="en-US" sz="900">
                          <a:latin typeface="Meiryo UI" panose="020B0604030504040204" pitchFamily="50" charset="-128"/>
                          <a:ea typeface="Meiryo UI" panose="020B0604030504040204" pitchFamily="50" charset="-128"/>
                        </a:rPr>
                        <a:t>日立クラウド</a:t>
                      </a:r>
                      <a:endParaRPr kumimoji="1" lang="en-US" altLang="ja-JP" sz="900">
                        <a:latin typeface="Meiryo UI" panose="020B0604030504040204" pitchFamily="50" charset="-128"/>
                        <a:ea typeface="Meiryo UI" panose="020B0604030504040204" pitchFamily="50" charset="-128"/>
                      </a:endParaRPr>
                    </a:p>
                    <a:p>
                      <a:r>
                        <a:rPr kumimoji="1" lang="en-US" altLang="ja-JP" sz="900">
                          <a:latin typeface="Meiryo UI" panose="020B0604030504040204" pitchFamily="50" charset="-128"/>
                          <a:ea typeface="Meiryo UI" panose="020B0604030504040204" pitchFamily="50" charset="-128"/>
                        </a:rPr>
                        <a:t>EOL</a:t>
                      </a:r>
                      <a:r>
                        <a:rPr kumimoji="1" lang="ja-JP" altLang="en-US" sz="900">
                          <a:latin typeface="Meiryo UI" panose="020B0604030504040204" pitchFamily="50" charset="-128"/>
                          <a:ea typeface="Meiryo UI" panose="020B0604030504040204" pitchFamily="50" charset="-128"/>
                        </a:rPr>
                        <a:t>対応</a:t>
                      </a:r>
                      <a:endParaRPr kumimoji="1" lang="en-US" altLang="ja-JP" sz="900">
                        <a:latin typeface="Meiryo UI" panose="020B0604030504040204" pitchFamily="50" charset="-128"/>
                        <a:ea typeface="Meiryo UI" panose="020B0604030504040204" pitchFamily="50" charset="-128"/>
                      </a:endParaRPr>
                    </a:p>
                    <a:p>
                      <a:r>
                        <a:rPr kumimoji="1" lang="en-US" altLang="ja-JP" sz="900">
                          <a:latin typeface="Meiryo UI" panose="020B0604030504040204" pitchFamily="50" charset="-128"/>
                          <a:ea typeface="Meiryo UI" panose="020B0604030504040204" pitchFamily="50" charset="-128"/>
                        </a:rPr>
                        <a:t>(G2</a:t>
                      </a:r>
                      <a:r>
                        <a:rPr kumimoji="1" lang="ja-JP" altLang="en-US" sz="900">
                          <a:latin typeface="Meiryo UI" panose="020B0604030504040204" pitchFamily="50" charset="-128"/>
                          <a:ea typeface="Meiryo UI" panose="020B0604030504040204" pitchFamily="50" charset="-128"/>
                        </a:rPr>
                        <a:t>へ</a:t>
                      </a:r>
                      <a:r>
                        <a:rPr kumimoji="1" lang="en-US" altLang="ja-JP" sz="900">
                          <a:latin typeface="Meiryo UI" panose="020B0604030504040204" pitchFamily="50" charset="-128"/>
                          <a:ea typeface="Meiryo UI" panose="020B0604030504040204" pitchFamily="50" charset="-128"/>
                        </a:rPr>
                        <a:t>V2V</a:t>
                      </a:r>
                    </a:p>
                    <a:p>
                      <a:r>
                        <a:rPr kumimoji="1" lang="ja-JP" altLang="en-US" sz="900">
                          <a:latin typeface="Meiryo UI" panose="020B0604030504040204" pitchFamily="50" charset="-128"/>
                          <a:ea typeface="Meiryo UI" panose="020B0604030504040204" pitchFamily="50" charset="-128"/>
                        </a:rPr>
                        <a:t>　</a:t>
                      </a:r>
                      <a:r>
                        <a:rPr kumimoji="1" lang="en-US" altLang="ja-JP" sz="900">
                          <a:latin typeface="Meiryo UI" panose="020B0604030504040204" pitchFamily="50" charset="-128"/>
                          <a:ea typeface="Meiryo UI" panose="020B0604030504040204" pitchFamily="50" charset="-128"/>
                        </a:rPr>
                        <a:t>B’</a:t>
                      </a:r>
                      <a:r>
                        <a:rPr kumimoji="1" lang="ja-JP" altLang="en-US" sz="900">
                          <a:latin typeface="Meiryo UI" panose="020B0604030504040204" pitchFamily="50" charset="-128"/>
                          <a:ea typeface="Meiryo UI" panose="020B0604030504040204" pitchFamily="50" charset="-128"/>
                        </a:rPr>
                        <a:t>案</a:t>
                      </a:r>
                      <a:r>
                        <a:rPr kumimoji="1" lang="en-US" altLang="ja-JP" sz="900">
                          <a:latin typeface="Meiryo UI" panose="020B0604030504040204" pitchFamily="50" charset="-128"/>
                          <a:ea typeface="Meiryo UI" panose="020B0604030504040204" pitchFamily="50" charset="-128"/>
                        </a:rPr>
                        <a:t>※</a:t>
                      </a:r>
                      <a:r>
                        <a:rPr kumimoji="1" lang="ja-JP" altLang="en-US" sz="900">
                          <a:latin typeface="Meiryo UI" panose="020B0604030504040204" pitchFamily="50" charset="-128"/>
                          <a:ea typeface="Meiryo UI" panose="020B0604030504040204" pitchFamily="50" charset="-128"/>
                        </a:rPr>
                        <a:t>遠隔バックアップ無し</a:t>
                      </a:r>
                      <a:r>
                        <a:rPr kumimoji="1" lang="en-US" altLang="ja-JP" sz="900">
                          <a:latin typeface="Meiryo UI" panose="020B0604030504040204" pitchFamily="50" charset="-128"/>
                          <a:ea typeface="Meiryo UI" panose="020B0604030504040204" pitchFamily="50" charset="-128"/>
                        </a:rPr>
                        <a:t>)</a:t>
                      </a:r>
                    </a:p>
                    <a:p>
                      <a:endParaRPr kumimoji="1" lang="en-US" altLang="ja-JP" sz="900">
                        <a:latin typeface="Meiryo UI" panose="020B0604030504040204" pitchFamily="50" charset="-128"/>
                        <a:ea typeface="Meiryo UI" panose="020B0604030504040204" pitchFamily="50" charset="-128"/>
                      </a:endParaRPr>
                    </a:p>
                  </a:txBody>
                  <a:tcPr anchor="ct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280669744"/>
                  </a:ext>
                </a:extLst>
              </a:tr>
              <a:tr h="798717">
                <a:tc>
                  <a:txBody>
                    <a:bodyPr/>
                    <a:lstStyle/>
                    <a:p>
                      <a:r>
                        <a:rPr kumimoji="1" lang="en-US" altLang="ja-JP" sz="900">
                          <a:latin typeface="Meiryo UI" panose="020B0604030504040204" pitchFamily="50" charset="-128"/>
                          <a:ea typeface="Meiryo UI" panose="020B0604030504040204" pitchFamily="50" charset="-128"/>
                        </a:rPr>
                        <a:t>C2</a:t>
                      </a:r>
                      <a:r>
                        <a:rPr kumimoji="1" lang="ja-JP" altLang="en-US" sz="900">
                          <a:latin typeface="Meiryo UI" panose="020B0604030504040204" pitchFamily="50" charset="-128"/>
                          <a:ea typeface="Meiryo UI" panose="020B0604030504040204" pitchFamily="50" charset="-128"/>
                        </a:rPr>
                        <a:t>業務機能改善</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検討</a:t>
                      </a:r>
                      <a:r>
                        <a:rPr kumimoji="1" lang="en-US" altLang="ja-JP" sz="900">
                          <a:latin typeface="Meiryo UI" panose="020B0604030504040204" pitchFamily="50" charset="-128"/>
                          <a:ea typeface="Meiryo UI" panose="020B0604030504040204" pitchFamily="50" charset="-128"/>
                        </a:rPr>
                        <a:t>(</a:t>
                      </a:r>
                      <a:r>
                        <a:rPr kumimoji="1" lang="ja-JP" altLang="en-US" sz="900">
                          <a:latin typeface="Meiryo UI" panose="020B0604030504040204" pitchFamily="50" charset="-128"/>
                          <a:ea typeface="Meiryo UI" panose="020B0604030504040204" pitchFamily="50" charset="-128"/>
                        </a:rPr>
                        <a:t>提案①</a:t>
                      </a:r>
                      <a:r>
                        <a:rPr kumimoji="1" lang="en-US" altLang="ja-JP" sz="900">
                          <a:latin typeface="Meiryo UI" panose="020B0604030504040204" pitchFamily="50" charset="-128"/>
                          <a:ea typeface="Meiryo UI" panose="020B0604030504040204" pitchFamily="50" charset="-128"/>
                        </a:rPr>
                        <a:t>)</a:t>
                      </a:r>
                    </a:p>
                  </a:txBody>
                  <a:tcPr anchor="ct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590776165"/>
                  </a:ext>
                </a:extLst>
              </a:tr>
              <a:tr h="890233">
                <a:tc>
                  <a:txBody>
                    <a:bodyPr/>
                    <a:lstStyle/>
                    <a:p>
                      <a:r>
                        <a:rPr kumimoji="1" lang="ja-JP" altLang="en-US" sz="900">
                          <a:latin typeface="Meiryo UI" panose="020B0604030504040204" pitchFamily="50" charset="-128"/>
                          <a:ea typeface="Meiryo UI" panose="020B0604030504040204" pitchFamily="50" charset="-128"/>
                        </a:rPr>
                        <a:t>年次系対応</a:t>
                      </a:r>
                      <a:endParaRPr kumimoji="1" lang="en-US" altLang="ja-JP" sz="900">
                        <a:latin typeface="Meiryo UI" panose="020B0604030504040204" pitchFamily="50" charset="-128"/>
                        <a:ea typeface="Meiryo UI" panose="020B0604030504040204" pitchFamily="50" charset="-128"/>
                      </a:endParaRPr>
                    </a:p>
                  </a:txBody>
                  <a:tcPr anchor="ct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4049460470"/>
                  </a:ext>
                </a:extLst>
              </a:tr>
              <a:tr h="517134">
                <a:tc>
                  <a:txBody>
                    <a:bodyPr/>
                    <a:lstStyle/>
                    <a:p>
                      <a:r>
                        <a:rPr lang="en-US" altLang="ja-JP" sz="900">
                          <a:solidFill>
                            <a:schemeClr val="tx1"/>
                          </a:solidFill>
                          <a:latin typeface="Meiryo UI" panose="020B0604030504040204" pitchFamily="50" charset="-128"/>
                          <a:ea typeface="Meiryo UI" panose="020B0604030504040204" pitchFamily="50" charset="-128"/>
                        </a:rPr>
                        <a:t>TDB</a:t>
                      </a:r>
                      <a:r>
                        <a:rPr lang="ja-JP" altLang="en-US" sz="900">
                          <a:solidFill>
                            <a:schemeClr val="tx1"/>
                          </a:solidFill>
                          <a:latin typeface="Meiryo UI" panose="020B0604030504040204" pitchFamily="50" charset="-128"/>
                          <a:ea typeface="Meiryo UI" panose="020B0604030504040204" pitchFamily="50" charset="-128"/>
                        </a:rPr>
                        <a:t>様全体のデータ課題に対するご提案</a:t>
                      </a:r>
                      <a:r>
                        <a:rPr lang="en-US" altLang="ja-JP" sz="900">
                          <a:solidFill>
                            <a:schemeClr val="tx1"/>
                          </a:solidFill>
                          <a:latin typeface="Meiryo UI" panose="020B0604030504040204" pitchFamily="50" charset="-128"/>
                          <a:ea typeface="Meiryo UI" panose="020B0604030504040204" pitchFamily="50" charset="-128"/>
                        </a:rPr>
                        <a:t>(</a:t>
                      </a:r>
                      <a:r>
                        <a:rPr lang="ja-JP" altLang="en-US" sz="900">
                          <a:solidFill>
                            <a:schemeClr val="tx1"/>
                          </a:solidFill>
                          <a:latin typeface="Meiryo UI" panose="020B0604030504040204" pitchFamily="50" charset="-128"/>
                          <a:ea typeface="Meiryo UI" panose="020B0604030504040204" pitchFamily="50" charset="-128"/>
                        </a:rPr>
                        <a:t>提案②</a:t>
                      </a:r>
                      <a:r>
                        <a:rPr lang="en-US" altLang="ja-JP" sz="900">
                          <a:solidFill>
                            <a:schemeClr val="tx1"/>
                          </a:solidFill>
                          <a:latin typeface="Meiryo UI" panose="020B0604030504040204" pitchFamily="50" charset="-128"/>
                          <a:ea typeface="Meiryo UI" panose="020B0604030504040204" pitchFamily="50" charset="-128"/>
                        </a:rPr>
                        <a:t>)</a:t>
                      </a:r>
                      <a:endParaRPr kumimoji="1" lang="en-US" altLang="ja-JP" sz="900">
                        <a:latin typeface="Meiryo UI" panose="020B0604030504040204" pitchFamily="50" charset="-128"/>
                        <a:ea typeface="Meiryo UI" panose="020B0604030504040204" pitchFamily="50" charset="-128"/>
                      </a:endParaRPr>
                    </a:p>
                  </a:txBody>
                  <a:tcPr anchor="ct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631936004"/>
                  </a:ext>
                </a:extLst>
              </a:tr>
            </a:tbl>
          </a:graphicData>
        </a:graphic>
      </p:graphicFrame>
      <p:sp>
        <p:nvSpPr>
          <p:cNvPr id="20" name="二等辺三角形 19">
            <a:extLst>
              <a:ext uri="{FF2B5EF4-FFF2-40B4-BE49-F238E27FC236}">
                <a16:creationId xmlns:a16="http://schemas.microsoft.com/office/drawing/2014/main" id="{382F091D-1760-E9E1-9145-C8C65F1CF045}"/>
              </a:ext>
            </a:extLst>
          </p:cNvPr>
          <p:cNvSpPr/>
          <p:nvPr/>
        </p:nvSpPr>
        <p:spPr bwMode="auto">
          <a:xfrm>
            <a:off x="6243962" y="2215856"/>
            <a:ext cx="256374" cy="204680"/>
          </a:xfrm>
          <a:prstGeom prst="triangle">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endParaRPr kumimoji="1" lang="ja-JP" altLang="en-US" sz="1800">
              <a:solidFill>
                <a:schemeClr val="tx1"/>
              </a:solidFill>
            </a:endParaRPr>
          </a:p>
        </p:txBody>
      </p:sp>
      <p:sp>
        <p:nvSpPr>
          <p:cNvPr id="21" name="テキスト ボックス 20">
            <a:extLst>
              <a:ext uri="{FF2B5EF4-FFF2-40B4-BE49-F238E27FC236}">
                <a16:creationId xmlns:a16="http://schemas.microsoft.com/office/drawing/2014/main" id="{5C0CCE05-2414-DF7A-FCE0-D16A6E7CAB53}"/>
              </a:ext>
            </a:extLst>
          </p:cNvPr>
          <p:cNvSpPr txBox="1"/>
          <p:nvPr/>
        </p:nvSpPr>
        <p:spPr bwMode="gray">
          <a:xfrm>
            <a:off x="6096000" y="2417636"/>
            <a:ext cx="1097492" cy="369332"/>
          </a:xfrm>
          <a:prstGeom prst="rect">
            <a:avLst/>
          </a:prstGeom>
          <a:noFill/>
        </p:spPr>
        <p:txBody>
          <a:bodyPr wrap="square" rtlCol="0">
            <a:spAutoFit/>
          </a:bodyPr>
          <a:lstStyle/>
          <a:p>
            <a:pPr lvl="0">
              <a:lnSpc>
                <a:spcPct val="100000"/>
              </a:lnSpc>
              <a:defRPr/>
            </a:pPr>
            <a:r>
              <a:rPr lang="ja-JP" altLang="en-US" sz="900" spc="-40">
                <a:solidFill>
                  <a:schemeClr val="tx1"/>
                </a:solidFill>
                <a:latin typeface="Meiryo UI" panose="020B0604030504040204" pitchFamily="50" charset="-128"/>
                <a:ea typeface="Meiryo UI" panose="020B0604030504040204" pitchFamily="50" charset="-128"/>
              </a:rPr>
              <a:t>日立クラウド</a:t>
            </a:r>
            <a:endParaRPr lang="en-US" altLang="ja-JP" sz="900" spc="-40">
              <a:solidFill>
                <a:schemeClr val="tx1"/>
              </a:solidFill>
              <a:latin typeface="Meiryo UI" panose="020B0604030504040204" pitchFamily="50" charset="-128"/>
              <a:ea typeface="Meiryo UI" panose="020B0604030504040204" pitchFamily="50" charset="-128"/>
            </a:endParaRPr>
          </a:p>
          <a:p>
            <a:pPr lvl="0">
              <a:lnSpc>
                <a:spcPct val="100000"/>
              </a:lnSpc>
              <a:defRPr/>
            </a:pPr>
            <a:r>
              <a:rPr lang="en-US" altLang="ja-JP" sz="900" spc="-40">
                <a:solidFill>
                  <a:schemeClr val="tx1"/>
                </a:solidFill>
                <a:latin typeface="Meiryo UI" panose="020B0604030504040204" pitchFamily="50" charset="-128"/>
                <a:ea typeface="Meiryo UI" panose="020B0604030504040204" pitchFamily="50" charset="-128"/>
              </a:rPr>
              <a:t>EOL</a:t>
            </a:r>
          </a:p>
        </p:txBody>
      </p:sp>
      <p:sp>
        <p:nvSpPr>
          <p:cNvPr id="25" name="二等辺三角形 24">
            <a:extLst>
              <a:ext uri="{FF2B5EF4-FFF2-40B4-BE49-F238E27FC236}">
                <a16:creationId xmlns:a16="http://schemas.microsoft.com/office/drawing/2014/main" id="{C4A342A9-D925-643B-3D09-B71CA1167E2F}"/>
              </a:ext>
            </a:extLst>
          </p:cNvPr>
          <p:cNvSpPr/>
          <p:nvPr/>
        </p:nvSpPr>
        <p:spPr bwMode="auto">
          <a:xfrm>
            <a:off x="9803870" y="2215856"/>
            <a:ext cx="256374" cy="204680"/>
          </a:xfrm>
          <a:prstGeom prst="triangle">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endParaRPr kumimoji="1" lang="ja-JP" altLang="en-US" sz="1800">
              <a:solidFill>
                <a:schemeClr val="tx1"/>
              </a:solidFill>
            </a:endParaRPr>
          </a:p>
        </p:txBody>
      </p:sp>
      <p:sp>
        <p:nvSpPr>
          <p:cNvPr id="40" name="テキスト ボックス 39">
            <a:extLst>
              <a:ext uri="{FF2B5EF4-FFF2-40B4-BE49-F238E27FC236}">
                <a16:creationId xmlns:a16="http://schemas.microsoft.com/office/drawing/2014/main" id="{23DE024B-F33C-3AE0-1365-918BBEEA3D8D}"/>
              </a:ext>
            </a:extLst>
          </p:cNvPr>
          <p:cNvSpPr txBox="1"/>
          <p:nvPr/>
        </p:nvSpPr>
        <p:spPr bwMode="gray">
          <a:xfrm>
            <a:off x="9655908" y="2417636"/>
            <a:ext cx="1097492" cy="369332"/>
          </a:xfrm>
          <a:prstGeom prst="rect">
            <a:avLst/>
          </a:prstGeom>
          <a:noFill/>
        </p:spPr>
        <p:txBody>
          <a:bodyPr wrap="square" rtlCol="0">
            <a:spAutoFit/>
          </a:bodyPr>
          <a:lstStyle/>
          <a:p>
            <a:pPr lvl="0">
              <a:lnSpc>
                <a:spcPct val="100000"/>
              </a:lnSpc>
              <a:defRPr/>
            </a:pPr>
            <a:r>
              <a:rPr lang="en-US" altLang="ja-JP" sz="900" spc="-40">
                <a:solidFill>
                  <a:schemeClr val="tx1"/>
                </a:solidFill>
                <a:latin typeface="Meiryo UI" panose="020B0604030504040204" pitchFamily="50" charset="-128"/>
                <a:ea typeface="Meiryo UI" panose="020B0604030504040204" pitchFamily="50" charset="-128"/>
              </a:rPr>
              <a:t>Windows2016</a:t>
            </a:r>
          </a:p>
          <a:p>
            <a:pPr lvl="0">
              <a:lnSpc>
                <a:spcPct val="100000"/>
              </a:lnSpc>
              <a:defRPr/>
            </a:pPr>
            <a:r>
              <a:rPr lang="en-US" altLang="ja-JP" sz="900" spc="-40">
                <a:solidFill>
                  <a:schemeClr val="tx1"/>
                </a:solidFill>
                <a:latin typeface="Meiryo UI" panose="020B0604030504040204" pitchFamily="50" charset="-128"/>
                <a:ea typeface="Meiryo UI" panose="020B0604030504040204" pitchFamily="50" charset="-128"/>
              </a:rPr>
              <a:t>EOL</a:t>
            </a:r>
          </a:p>
        </p:txBody>
      </p:sp>
      <p:sp>
        <p:nvSpPr>
          <p:cNvPr id="55" name="正方形/長方形 54">
            <a:extLst>
              <a:ext uri="{FF2B5EF4-FFF2-40B4-BE49-F238E27FC236}">
                <a16:creationId xmlns:a16="http://schemas.microsoft.com/office/drawing/2014/main" id="{BE7E9B0E-C397-F3DD-A5A7-BB30FC757406}"/>
              </a:ext>
            </a:extLst>
          </p:cNvPr>
          <p:cNvSpPr/>
          <p:nvPr/>
        </p:nvSpPr>
        <p:spPr bwMode="auto">
          <a:xfrm>
            <a:off x="3080843" y="2318196"/>
            <a:ext cx="730419" cy="3139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1400">
                <a:solidFill>
                  <a:schemeClr val="tx1"/>
                </a:solidFill>
                <a:latin typeface="Meiryo UI" panose="020B0604030504040204" pitchFamily="50" charset="-128"/>
                <a:ea typeface="Meiryo UI" panose="020B0604030504040204" pitchFamily="50" charset="-128"/>
              </a:rPr>
              <a:t>繁忙期</a:t>
            </a:r>
            <a:endParaRPr kumimoji="1" lang="ja-JP" altLang="en-US" sz="1400">
              <a:solidFill>
                <a:schemeClr val="tx1"/>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81DA32A1-F10C-560B-4CFB-B378B14D84D8}"/>
              </a:ext>
            </a:extLst>
          </p:cNvPr>
          <p:cNvSpPr/>
          <p:nvPr/>
        </p:nvSpPr>
        <p:spPr bwMode="auto">
          <a:xfrm>
            <a:off x="7367960" y="2292251"/>
            <a:ext cx="695791" cy="3139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1400">
                <a:solidFill>
                  <a:schemeClr val="tx1"/>
                </a:solidFill>
                <a:latin typeface="Meiryo UI" panose="020B0604030504040204" pitchFamily="50" charset="-128"/>
                <a:ea typeface="Meiryo UI" panose="020B0604030504040204" pitchFamily="50" charset="-128"/>
              </a:rPr>
              <a:t>繁忙期</a:t>
            </a:r>
            <a:endParaRPr kumimoji="1" lang="ja-JP" altLang="en-US" sz="1400">
              <a:solidFill>
                <a:schemeClr val="tx1"/>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A96A98B3-6BF3-3131-63C1-4833B68EBE1C}"/>
              </a:ext>
            </a:extLst>
          </p:cNvPr>
          <p:cNvSpPr/>
          <p:nvPr/>
        </p:nvSpPr>
        <p:spPr bwMode="auto">
          <a:xfrm>
            <a:off x="2351775" y="2964079"/>
            <a:ext cx="2087364" cy="609303"/>
          </a:xfrm>
          <a:prstGeom prst="rect">
            <a:avLst/>
          </a:prstGeom>
          <a:solidFill>
            <a:schemeClr val="bg1"/>
          </a:solidFill>
          <a:ln w="9525">
            <a:solidFill>
              <a:schemeClr val="tx1"/>
            </a:solidFill>
            <a:prstDash val="dash"/>
            <a:miter lim="800000"/>
            <a:headEnd/>
            <a:tailEnd/>
          </a:ln>
          <a:effectLst/>
        </p:spPr>
        <p:txBody>
          <a:bodyPr wrap="none" rtlCol="0" anchor="ctr" anchorCtr="0">
            <a:noAutofit/>
          </a:bodyPr>
          <a:lstStyle/>
          <a:p>
            <a:r>
              <a:rPr lang="ja-JP" altLang="en-US" sz="800">
                <a:solidFill>
                  <a:schemeClr val="tx1"/>
                </a:solidFill>
                <a:latin typeface="Meiryo UI" panose="020B0604030504040204" pitchFamily="50" charset="-128"/>
                <a:ea typeface="Meiryo UI" panose="020B0604030504040204" pitchFamily="50" charset="-128"/>
              </a:rPr>
              <a:t>・</a:t>
            </a:r>
            <a:r>
              <a:rPr lang="en-US" altLang="ja-JP" sz="800">
                <a:solidFill>
                  <a:schemeClr val="tx1"/>
                </a:solidFill>
                <a:latin typeface="Meiryo UI" panose="020B0604030504040204" pitchFamily="50" charset="-128"/>
                <a:ea typeface="Meiryo UI" panose="020B0604030504040204" pitchFamily="50" charset="-128"/>
              </a:rPr>
              <a:t>4</a:t>
            </a:r>
            <a:r>
              <a:rPr lang="ja-JP" altLang="en-US" sz="800">
                <a:solidFill>
                  <a:schemeClr val="tx1"/>
                </a:solidFill>
                <a:latin typeface="Meiryo UI" panose="020B0604030504040204" pitchFamily="50" charset="-128"/>
                <a:ea typeface="Meiryo UI" panose="020B0604030504040204" pitchFamily="50" charset="-128"/>
              </a:rPr>
              <a:t>月～</a:t>
            </a:r>
            <a:r>
              <a:rPr lang="en-US" altLang="ja-JP" sz="800">
                <a:solidFill>
                  <a:schemeClr val="tx1"/>
                </a:solidFill>
                <a:latin typeface="Meiryo UI" panose="020B0604030504040204" pitchFamily="50" charset="-128"/>
                <a:ea typeface="Meiryo UI" panose="020B0604030504040204" pitchFamily="50" charset="-128"/>
              </a:rPr>
              <a:t>9</a:t>
            </a:r>
            <a:r>
              <a:rPr lang="ja-JP" altLang="en-US" sz="800">
                <a:solidFill>
                  <a:schemeClr val="tx1"/>
                </a:solidFill>
                <a:latin typeface="Meiryo UI" panose="020B0604030504040204" pitchFamily="50" charset="-128"/>
                <a:ea typeface="Meiryo UI" panose="020B0604030504040204" pitchFamily="50" charset="-128"/>
              </a:rPr>
              <a:t>月　</a:t>
            </a:r>
            <a:endParaRPr lang="en-US" altLang="ja-JP" sz="800">
              <a:solidFill>
                <a:schemeClr val="tx1"/>
              </a:solidFill>
              <a:latin typeface="Meiryo UI" panose="020B0604030504040204" pitchFamily="50" charset="-128"/>
              <a:ea typeface="Meiryo UI" panose="020B0604030504040204" pitchFamily="50" charset="-128"/>
            </a:endParaRPr>
          </a:p>
          <a:p>
            <a:r>
              <a:rPr lang="ja-JP" altLang="en-US" sz="800">
                <a:solidFill>
                  <a:schemeClr val="tx1"/>
                </a:solidFill>
                <a:latin typeface="Meiryo UI" panose="020B0604030504040204" pitchFamily="50" charset="-128"/>
                <a:ea typeface="Meiryo UI" panose="020B0604030504040204" pitchFamily="50" charset="-128"/>
              </a:rPr>
              <a:t>新規→電話不可</a:t>
            </a:r>
            <a:r>
              <a:rPr lang="en-US" altLang="ja-JP" sz="800">
                <a:solidFill>
                  <a:schemeClr val="tx1"/>
                </a:solidFill>
                <a:latin typeface="Meiryo UI" panose="020B0604030504040204" pitchFamily="50" charset="-128"/>
                <a:ea typeface="Meiryo UI" panose="020B0604030504040204" pitchFamily="50" charset="-128"/>
              </a:rPr>
              <a:t>99</a:t>
            </a:r>
            <a:r>
              <a:rPr lang="ja-JP" altLang="en-US" sz="800">
                <a:solidFill>
                  <a:schemeClr val="tx1"/>
                </a:solidFill>
                <a:latin typeface="Meiryo UI" panose="020B0604030504040204" pitchFamily="50" charset="-128"/>
                <a:ea typeface="Meiryo UI" panose="020B0604030504040204" pitchFamily="50" charset="-128"/>
              </a:rPr>
              <a:t>、新規→電話分開始</a:t>
            </a:r>
            <a:endParaRPr lang="en-US" altLang="ja-JP" sz="800">
              <a:solidFill>
                <a:schemeClr val="tx1"/>
              </a:solidFill>
              <a:latin typeface="Meiryo UI" panose="020B0604030504040204" pitchFamily="50" charset="-128"/>
              <a:ea typeface="Meiryo UI" panose="020B0604030504040204" pitchFamily="50" charset="-128"/>
            </a:endParaRPr>
          </a:p>
          <a:p>
            <a:r>
              <a:rPr lang="ja-JP" altLang="en-US" sz="800">
                <a:solidFill>
                  <a:schemeClr val="tx1"/>
                </a:solidFill>
                <a:latin typeface="Meiryo UI" panose="020B0604030504040204" pitchFamily="50" charset="-128"/>
                <a:ea typeface="Meiryo UI" panose="020B0604030504040204" pitchFamily="50" charset="-128"/>
              </a:rPr>
              <a:t>・</a:t>
            </a:r>
            <a:r>
              <a:rPr lang="en-US" altLang="ja-JP" sz="800">
                <a:solidFill>
                  <a:schemeClr val="tx1"/>
                </a:solidFill>
                <a:latin typeface="Meiryo UI" panose="020B0604030504040204" pitchFamily="50" charset="-128"/>
                <a:ea typeface="Meiryo UI" panose="020B0604030504040204" pitchFamily="50" charset="-128"/>
              </a:rPr>
              <a:t>8</a:t>
            </a:r>
            <a:r>
              <a:rPr lang="ja-JP" altLang="en-US" sz="800">
                <a:solidFill>
                  <a:schemeClr val="tx1"/>
                </a:solidFill>
                <a:latin typeface="Meiryo UI" panose="020B0604030504040204" pitchFamily="50" charset="-128"/>
                <a:ea typeface="Meiryo UI" panose="020B0604030504040204" pitchFamily="50" charset="-128"/>
              </a:rPr>
              <a:t>月～</a:t>
            </a:r>
            <a:r>
              <a:rPr lang="en-US" altLang="ja-JP" sz="800">
                <a:solidFill>
                  <a:schemeClr val="tx1"/>
                </a:solidFill>
                <a:latin typeface="Meiryo UI" panose="020B0604030504040204" pitchFamily="50" charset="-128"/>
                <a:ea typeface="Meiryo UI" panose="020B0604030504040204" pitchFamily="50" charset="-128"/>
              </a:rPr>
              <a:t>9</a:t>
            </a:r>
            <a:r>
              <a:rPr lang="ja-JP" altLang="en-US" sz="800">
                <a:solidFill>
                  <a:schemeClr val="tx1"/>
                </a:solidFill>
                <a:latin typeface="Meiryo UI" panose="020B0604030504040204" pitchFamily="50" charset="-128"/>
                <a:ea typeface="Meiryo UI" panose="020B0604030504040204" pitchFamily="50" charset="-128"/>
              </a:rPr>
              <a:t>月　</a:t>
            </a:r>
            <a:endParaRPr lang="en-US" altLang="ja-JP" sz="800">
              <a:solidFill>
                <a:schemeClr val="tx1"/>
              </a:solidFill>
              <a:latin typeface="Meiryo UI" panose="020B0604030504040204" pitchFamily="50" charset="-128"/>
              <a:ea typeface="Meiryo UI" panose="020B0604030504040204" pitchFamily="50" charset="-128"/>
            </a:endParaRPr>
          </a:p>
          <a:p>
            <a:r>
              <a:rPr lang="ja-JP" altLang="en-US" sz="800">
                <a:solidFill>
                  <a:schemeClr val="tx1"/>
                </a:solidFill>
                <a:latin typeface="Meiryo UI" panose="020B0604030504040204" pitchFamily="50" charset="-128"/>
                <a:ea typeface="Meiryo UI" panose="020B0604030504040204" pitchFamily="50" charset="-128"/>
              </a:rPr>
              <a:t>社員・委託調査員</a:t>
            </a:r>
            <a:r>
              <a:rPr lang="en-US" altLang="ja-JP" sz="800">
                <a:solidFill>
                  <a:schemeClr val="tx1"/>
                </a:solidFill>
                <a:latin typeface="Meiryo UI" panose="020B0604030504040204" pitchFamily="50" charset="-128"/>
                <a:ea typeface="Meiryo UI" panose="020B0604030504040204" pitchFamily="50" charset="-128"/>
              </a:rPr>
              <a:t>/</a:t>
            </a:r>
            <a:r>
              <a:rPr lang="ja-JP" altLang="en-US" sz="800">
                <a:solidFill>
                  <a:schemeClr val="tx1"/>
                </a:solidFill>
                <a:latin typeface="Meiryo UI" panose="020B0604030504040204" pitchFamily="50" charset="-128"/>
                <a:ea typeface="Meiryo UI" panose="020B0604030504040204" pitchFamily="50" charset="-128"/>
              </a:rPr>
              <a:t>電話メンテ開始</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BCAB7641-7D50-B77A-B9EA-F6FD2652E078}"/>
              </a:ext>
            </a:extLst>
          </p:cNvPr>
          <p:cNvSpPr/>
          <p:nvPr/>
        </p:nvSpPr>
        <p:spPr bwMode="auto">
          <a:xfrm>
            <a:off x="2052114" y="4002832"/>
            <a:ext cx="613800" cy="3139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1000">
                <a:solidFill>
                  <a:schemeClr val="tx1"/>
                </a:solidFill>
                <a:latin typeface="Meiryo UI" panose="020B0604030504040204" pitchFamily="50" charset="-128"/>
                <a:ea typeface="Meiryo UI" panose="020B0604030504040204" pitchFamily="50" charset="-128"/>
              </a:rPr>
              <a:t>移行</a:t>
            </a:r>
            <a:endParaRPr lang="en-US" altLang="ja-JP" sz="1000">
              <a:solidFill>
                <a:schemeClr val="tx1"/>
              </a:solidFill>
              <a:latin typeface="Meiryo UI" panose="020B0604030504040204" pitchFamily="50" charset="-128"/>
              <a:ea typeface="Meiryo UI" panose="020B0604030504040204" pitchFamily="50" charset="-128"/>
            </a:endParaRPr>
          </a:p>
          <a:p>
            <a:pPr algn="ctr"/>
            <a:r>
              <a:rPr kumimoji="1" lang="ja-JP" altLang="en-US" sz="1000">
                <a:solidFill>
                  <a:schemeClr val="tx1"/>
                </a:solidFill>
                <a:latin typeface="Meiryo UI" panose="020B0604030504040204" pitchFamily="50" charset="-128"/>
                <a:ea typeface="Meiryo UI" panose="020B0604030504040204" pitchFamily="50" charset="-128"/>
              </a:rPr>
              <a:t>設計</a:t>
            </a:r>
          </a:p>
        </p:txBody>
      </p:sp>
      <p:sp>
        <p:nvSpPr>
          <p:cNvPr id="60" name="正方形/長方形 59">
            <a:extLst>
              <a:ext uri="{FF2B5EF4-FFF2-40B4-BE49-F238E27FC236}">
                <a16:creationId xmlns:a16="http://schemas.microsoft.com/office/drawing/2014/main" id="{B6342D25-D202-A6BA-9421-0B03A7563B23}"/>
              </a:ext>
            </a:extLst>
          </p:cNvPr>
          <p:cNvSpPr/>
          <p:nvPr/>
        </p:nvSpPr>
        <p:spPr bwMode="auto">
          <a:xfrm>
            <a:off x="2757053" y="4002831"/>
            <a:ext cx="291816" cy="3139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1000">
                <a:solidFill>
                  <a:schemeClr val="tx1"/>
                </a:solidFill>
                <a:latin typeface="Meiryo UI" panose="020B0604030504040204" pitchFamily="50" charset="-128"/>
                <a:ea typeface="Meiryo UI" panose="020B0604030504040204" pitchFamily="50" charset="-128"/>
              </a:rPr>
              <a:t>準備</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932BD962-D856-FEAB-C4F8-297CB1FAE337}"/>
              </a:ext>
            </a:extLst>
          </p:cNvPr>
          <p:cNvSpPr/>
          <p:nvPr/>
        </p:nvSpPr>
        <p:spPr bwMode="auto">
          <a:xfrm>
            <a:off x="3488434" y="4043245"/>
            <a:ext cx="291817" cy="3139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1000">
                <a:solidFill>
                  <a:schemeClr val="tx1"/>
                </a:solidFill>
                <a:latin typeface="Meiryo UI" panose="020B0604030504040204" pitchFamily="50" charset="-128"/>
                <a:ea typeface="Meiryo UI" panose="020B0604030504040204" pitchFamily="50" charset="-128"/>
              </a:rPr>
              <a:t>検証</a:t>
            </a:r>
            <a:endParaRPr kumimoji="1" lang="ja-JP" altLang="en-US" sz="1000">
              <a:solidFill>
                <a:schemeClr val="tx1"/>
              </a:solidFill>
              <a:latin typeface="Meiryo UI" panose="020B0604030504040204" pitchFamily="50" charset="-128"/>
              <a:ea typeface="Meiryo UI" panose="020B0604030504040204" pitchFamily="50" charset="-128"/>
            </a:endParaRPr>
          </a:p>
        </p:txBody>
      </p:sp>
      <p:sp>
        <p:nvSpPr>
          <p:cNvPr id="62" name="二等辺三角形 61">
            <a:extLst>
              <a:ext uri="{FF2B5EF4-FFF2-40B4-BE49-F238E27FC236}">
                <a16:creationId xmlns:a16="http://schemas.microsoft.com/office/drawing/2014/main" id="{EF6C5BDE-A76C-DC6A-0B53-45E50D4BFDD3}"/>
              </a:ext>
            </a:extLst>
          </p:cNvPr>
          <p:cNvSpPr/>
          <p:nvPr/>
        </p:nvSpPr>
        <p:spPr bwMode="auto">
          <a:xfrm>
            <a:off x="3886127" y="4067405"/>
            <a:ext cx="256374" cy="204680"/>
          </a:xfrm>
          <a:prstGeom prst="triangle">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endParaRPr kumimoji="1" lang="ja-JP" altLang="en-US" sz="1800">
              <a:solidFill>
                <a:schemeClr val="tx1"/>
              </a:solidFill>
            </a:endParaRPr>
          </a:p>
        </p:txBody>
      </p:sp>
      <p:sp>
        <p:nvSpPr>
          <p:cNvPr id="63" name="テキスト ボックス 62">
            <a:extLst>
              <a:ext uri="{FF2B5EF4-FFF2-40B4-BE49-F238E27FC236}">
                <a16:creationId xmlns:a16="http://schemas.microsoft.com/office/drawing/2014/main" id="{6F06B023-A348-FB1E-57C6-85317524114E}"/>
              </a:ext>
            </a:extLst>
          </p:cNvPr>
          <p:cNvSpPr txBox="1"/>
          <p:nvPr/>
        </p:nvSpPr>
        <p:spPr bwMode="gray">
          <a:xfrm>
            <a:off x="3738165" y="4269185"/>
            <a:ext cx="1097492" cy="230832"/>
          </a:xfrm>
          <a:prstGeom prst="rect">
            <a:avLst/>
          </a:prstGeom>
          <a:noFill/>
        </p:spPr>
        <p:txBody>
          <a:bodyPr wrap="square" rtlCol="0">
            <a:spAutoFit/>
          </a:bodyPr>
          <a:lstStyle/>
          <a:p>
            <a:pPr lvl="0">
              <a:lnSpc>
                <a:spcPct val="100000"/>
              </a:lnSpc>
              <a:defRPr/>
            </a:pPr>
            <a:r>
              <a:rPr lang="ja-JP" altLang="en-US" sz="900" spc="-40">
                <a:solidFill>
                  <a:schemeClr val="tx1"/>
                </a:solidFill>
                <a:latin typeface="Meiryo UI" panose="020B0604030504040204" pitchFamily="50" charset="-128"/>
                <a:ea typeface="Meiryo UI" panose="020B0604030504040204" pitchFamily="50" charset="-128"/>
              </a:rPr>
              <a:t>本番切替</a:t>
            </a:r>
            <a:endParaRPr lang="en-US" altLang="ja-JP" sz="900" spc="-40">
              <a:solidFill>
                <a:schemeClr val="tx1"/>
              </a:solidFill>
              <a:latin typeface="Meiryo UI" panose="020B0604030504040204" pitchFamily="50" charset="-128"/>
              <a:ea typeface="Meiryo UI" panose="020B0604030504040204" pitchFamily="50" charset="-128"/>
            </a:endParaRPr>
          </a:p>
        </p:txBody>
      </p:sp>
      <p:sp>
        <p:nvSpPr>
          <p:cNvPr id="64" name="二等辺三角形 63">
            <a:extLst>
              <a:ext uri="{FF2B5EF4-FFF2-40B4-BE49-F238E27FC236}">
                <a16:creationId xmlns:a16="http://schemas.microsoft.com/office/drawing/2014/main" id="{172E7439-791E-581A-E3B4-92718EF8AA3C}"/>
              </a:ext>
            </a:extLst>
          </p:cNvPr>
          <p:cNvSpPr/>
          <p:nvPr/>
        </p:nvSpPr>
        <p:spPr bwMode="auto">
          <a:xfrm>
            <a:off x="3105479" y="4064505"/>
            <a:ext cx="256374" cy="204680"/>
          </a:xfrm>
          <a:prstGeom prst="triangle">
            <a:avLst/>
          </a:prstGeom>
          <a:ln>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endParaRPr kumimoji="1" lang="ja-JP" altLang="en-US" sz="1800">
              <a:solidFill>
                <a:schemeClr val="tx1"/>
              </a:solidFill>
            </a:endParaRPr>
          </a:p>
        </p:txBody>
      </p:sp>
      <p:sp>
        <p:nvSpPr>
          <p:cNvPr id="65" name="テキスト ボックス 64">
            <a:extLst>
              <a:ext uri="{FF2B5EF4-FFF2-40B4-BE49-F238E27FC236}">
                <a16:creationId xmlns:a16="http://schemas.microsoft.com/office/drawing/2014/main" id="{0C7092E9-8118-CCBB-1271-7B9B36EC70FA}"/>
              </a:ext>
            </a:extLst>
          </p:cNvPr>
          <p:cNvSpPr txBox="1"/>
          <p:nvPr/>
        </p:nvSpPr>
        <p:spPr bwMode="gray">
          <a:xfrm>
            <a:off x="2757053" y="4315439"/>
            <a:ext cx="1097492" cy="230832"/>
          </a:xfrm>
          <a:prstGeom prst="rect">
            <a:avLst/>
          </a:prstGeom>
          <a:noFill/>
        </p:spPr>
        <p:txBody>
          <a:bodyPr wrap="square" rtlCol="0">
            <a:spAutoFit/>
          </a:bodyPr>
          <a:lstStyle/>
          <a:p>
            <a:pPr lvl="0">
              <a:lnSpc>
                <a:spcPct val="100000"/>
              </a:lnSpc>
              <a:defRPr/>
            </a:pPr>
            <a:r>
              <a:rPr lang="ja-JP" altLang="en-US" sz="900" spc="-40">
                <a:solidFill>
                  <a:schemeClr val="tx1"/>
                </a:solidFill>
                <a:latin typeface="Meiryo UI" panose="020B0604030504040204" pitchFamily="50" charset="-128"/>
                <a:ea typeface="Meiryo UI" panose="020B0604030504040204" pitchFamily="50" charset="-128"/>
              </a:rPr>
              <a:t>開発・検証切替</a:t>
            </a:r>
            <a:endParaRPr lang="en-US" altLang="ja-JP" sz="900" spc="-40">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EB313FDA-B9B8-10BD-0652-D271D7DBAAA5}"/>
              </a:ext>
            </a:extLst>
          </p:cNvPr>
          <p:cNvSpPr/>
          <p:nvPr/>
        </p:nvSpPr>
        <p:spPr bwMode="auto">
          <a:xfrm>
            <a:off x="2690398" y="4777434"/>
            <a:ext cx="811503" cy="528094"/>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現行業務</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ヒアリング</a:t>
            </a:r>
            <a:endParaRPr lang="en-US" altLang="ja-JP" sz="800">
              <a:solidFill>
                <a:schemeClr val="tx1"/>
              </a:solidFill>
              <a:latin typeface="Meiryo UI" panose="020B0604030504040204" pitchFamily="50" charset="-128"/>
              <a:ea typeface="Meiryo UI" panose="020B0604030504040204" pitchFamily="50" charset="-128"/>
            </a:endParaRPr>
          </a:p>
          <a:p>
            <a:pPr algn="ctr"/>
            <a:r>
              <a:rPr lang="en-US" altLang="ja-JP" sz="800">
                <a:solidFill>
                  <a:schemeClr val="tx1"/>
                </a:solidFill>
                <a:latin typeface="Meiryo UI" panose="020B0604030504040204" pitchFamily="50" charset="-128"/>
                <a:ea typeface="Meiryo UI" panose="020B0604030504040204" pitchFamily="50" charset="-128"/>
              </a:rPr>
              <a:t>※</a:t>
            </a:r>
            <a:r>
              <a:rPr lang="ja-JP" altLang="en-US" sz="800">
                <a:solidFill>
                  <a:schemeClr val="tx1"/>
                </a:solidFill>
                <a:latin typeface="Meiryo UI" panose="020B0604030504040204" pitchFamily="50" charset="-128"/>
                <a:ea typeface="Meiryo UI" panose="020B0604030504040204" pitchFamily="50" charset="-128"/>
              </a:rPr>
              <a:t>別途ご提案</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624915D6-6574-6199-A184-FD387318C343}"/>
              </a:ext>
            </a:extLst>
          </p:cNvPr>
          <p:cNvSpPr/>
          <p:nvPr/>
        </p:nvSpPr>
        <p:spPr bwMode="auto">
          <a:xfrm>
            <a:off x="3559130" y="4777434"/>
            <a:ext cx="856933" cy="528094"/>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要件検討</a:t>
            </a:r>
            <a:endParaRPr lang="en-US" altLang="ja-JP" sz="800">
              <a:solidFill>
                <a:schemeClr val="tx1"/>
              </a:solidFill>
              <a:latin typeface="Meiryo UI" panose="020B0604030504040204" pitchFamily="50" charset="-128"/>
              <a:ea typeface="Meiryo UI" panose="020B0604030504040204" pitchFamily="50" charset="-128"/>
            </a:endParaRPr>
          </a:p>
          <a:p>
            <a:pPr algn="ctr"/>
            <a:r>
              <a:rPr lang="en-US" altLang="ja-JP" sz="800">
                <a:solidFill>
                  <a:schemeClr val="tx1"/>
                </a:solidFill>
                <a:latin typeface="Meiryo UI" panose="020B0604030504040204" pitchFamily="50" charset="-128"/>
                <a:ea typeface="Meiryo UI" panose="020B0604030504040204" pitchFamily="50" charset="-128"/>
              </a:rPr>
              <a:t>※TDB</a:t>
            </a:r>
            <a:r>
              <a:rPr lang="ja-JP" altLang="en-US" sz="800">
                <a:solidFill>
                  <a:schemeClr val="tx1"/>
                </a:solidFill>
                <a:latin typeface="Meiryo UI" panose="020B0604030504040204" pitchFamily="50" charset="-128"/>
                <a:ea typeface="Meiryo UI" panose="020B0604030504040204" pitchFamily="50" charset="-128"/>
              </a:rPr>
              <a:t>様</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新業務フロー検討</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EF70B2D1-FDFD-C90D-0F68-6EE4F24331B9}"/>
              </a:ext>
            </a:extLst>
          </p:cNvPr>
          <p:cNvSpPr/>
          <p:nvPr/>
        </p:nvSpPr>
        <p:spPr bwMode="auto">
          <a:xfrm>
            <a:off x="4530535" y="4785392"/>
            <a:ext cx="332935" cy="528094"/>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超概算</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見積</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4C319E89-13E8-FA9A-383E-75754B8228C9}"/>
              </a:ext>
            </a:extLst>
          </p:cNvPr>
          <p:cNvSpPr/>
          <p:nvPr/>
        </p:nvSpPr>
        <p:spPr bwMode="auto">
          <a:xfrm>
            <a:off x="4940336" y="4785391"/>
            <a:ext cx="256374" cy="528095"/>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方針</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検討</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正式</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見積</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081AF7B9-2F85-4A12-5730-B02C37C1425D}"/>
              </a:ext>
            </a:extLst>
          </p:cNvPr>
          <p:cNvSpPr/>
          <p:nvPr/>
        </p:nvSpPr>
        <p:spPr bwMode="auto">
          <a:xfrm>
            <a:off x="5676683" y="4806656"/>
            <a:ext cx="4319194" cy="1417332"/>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en-US" altLang="ja-JP" sz="800">
                <a:solidFill>
                  <a:schemeClr val="tx1"/>
                </a:solidFill>
                <a:latin typeface="Meiryo UI" panose="020B0604030504040204" pitchFamily="50" charset="-128"/>
                <a:ea typeface="Meiryo UI" panose="020B0604030504040204" pitchFamily="50" charset="-128"/>
              </a:rPr>
              <a:t>Windows2016</a:t>
            </a:r>
            <a:r>
              <a:rPr lang="ja-JP" altLang="en-US" sz="800">
                <a:solidFill>
                  <a:schemeClr val="tx1"/>
                </a:solidFill>
                <a:latin typeface="Meiryo UI" panose="020B0604030504040204" pitchFamily="50" charset="-128"/>
                <a:ea typeface="Meiryo UI" panose="020B0604030504040204" pitchFamily="50" charset="-128"/>
              </a:rPr>
              <a:t>対応　</a:t>
            </a:r>
            <a:r>
              <a:rPr lang="en-US" altLang="ja-JP" sz="800">
                <a:solidFill>
                  <a:schemeClr val="tx1"/>
                </a:solidFill>
                <a:latin typeface="Meiryo UI" panose="020B0604030504040204" pitchFamily="50" charset="-128"/>
                <a:ea typeface="Meiryo UI" panose="020B0604030504040204" pitchFamily="50" charset="-128"/>
              </a:rPr>
              <a:t>or C2</a:t>
            </a:r>
            <a:r>
              <a:rPr lang="ja-JP" altLang="en-US" sz="800">
                <a:solidFill>
                  <a:schemeClr val="tx1"/>
                </a:solidFill>
                <a:latin typeface="Meiryo UI" panose="020B0604030504040204" pitchFamily="50" charset="-128"/>
                <a:ea typeface="Meiryo UI" panose="020B0604030504040204" pitchFamily="50" charset="-128"/>
              </a:rPr>
              <a:t>業務機能改善対応</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424DA17F-E936-02C2-8E1E-B2B771A56AA5}"/>
              </a:ext>
            </a:extLst>
          </p:cNvPr>
          <p:cNvSpPr/>
          <p:nvPr/>
        </p:nvSpPr>
        <p:spPr bwMode="auto">
          <a:xfrm>
            <a:off x="4439139" y="4633960"/>
            <a:ext cx="1108363" cy="819714"/>
          </a:xfrm>
          <a:prstGeom prst="rect">
            <a:avLst/>
          </a:prstGeom>
          <a:noFill/>
          <a:ln w="9525">
            <a:solidFill>
              <a:schemeClr val="tx2"/>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9" name="吹き出し: 線 78">
            <a:extLst>
              <a:ext uri="{FF2B5EF4-FFF2-40B4-BE49-F238E27FC236}">
                <a16:creationId xmlns:a16="http://schemas.microsoft.com/office/drawing/2014/main" id="{2C65C814-630F-6E61-6625-02FCB2A188A4}"/>
              </a:ext>
            </a:extLst>
          </p:cNvPr>
          <p:cNvSpPr/>
          <p:nvPr/>
        </p:nvSpPr>
        <p:spPr bwMode="auto">
          <a:xfrm>
            <a:off x="5657366" y="3801018"/>
            <a:ext cx="2555971" cy="668448"/>
          </a:xfrm>
          <a:prstGeom prst="borderCallout1">
            <a:avLst>
              <a:gd name="adj1" fmla="val 43622"/>
              <a:gd name="adj2" fmla="val -2479"/>
              <a:gd name="adj3" fmla="val 126638"/>
              <a:gd name="adj4" fmla="val -12855"/>
            </a:avLst>
          </a:prstGeom>
          <a:solidFill>
            <a:schemeClr val="bg1"/>
          </a:solidFill>
          <a:ln w="19050">
            <a:solidFill>
              <a:schemeClr val="tx2"/>
            </a:solidFill>
            <a:miter lim="800000"/>
            <a:headEnd/>
            <a:tailEnd/>
          </a:ln>
          <a:effectLst/>
        </p:spPr>
        <p:txBody>
          <a:bodyPr wrap="none" rtlCol="0" anchor="ctr" anchorCtr="0">
            <a:noAutofit/>
          </a:bodyPr>
          <a:lstStyle/>
          <a:p>
            <a:r>
              <a:rPr lang="en-US" altLang="ja-JP" sz="900">
                <a:solidFill>
                  <a:schemeClr val="tx1"/>
                </a:solidFill>
                <a:latin typeface="Meiryo UI" panose="020B0604030504040204" pitchFamily="50" charset="-128"/>
                <a:ea typeface="Meiryo UI" panose="020B0604030504040204" pitchFamily="50" charset="-128"/>
              </a:rPr>
              <a:t>2025/10</a:t>
            </a:r>
            <a:r>
              <a:rPr lang="ja-JP" altLang="en-US" sz="900">
                <a:solidFill>
                  <a:schemeClr val="tx1"/>
                </a:solidFill>
                <a:latin typeface="Meiryo UI" panose="020B0604030504040204" pitchFamily="50" charset="-128"/>
                <a:ea typeface="Meiryo UI" panose="020B0604030504040204" pitchFamily="50" charset="-128"/>
              </a:rPr>
              <a:t>に</a:t>
            </a:r>
            <a:r>
              <a:rPr lang="en-US" altLang="ja-JP" sz="900">
                <a:solidFill>
                  <a:schemeClr val="tx1"/>
                </a:solidFill>
                <a:latin typeface="Meiryo UI" panose="020B0604030504040204" pitchFamily="50" charset="-128"/>
                <a:ea typeface="Meiryo UI" panose="020B0604030504040204" pitchFamily="50" charset="-128"/>
              </a:rPr>
              <a:t>C2</a:t>
            </a:r>
            <a:r>
              <a:rPr lang="ja-JP" altLang="en-US" sz="900">
                <a:solidFill>
                  <a:schemeClr val="tx1"/>
                </a:solidFill>
                <a:latin typeface="Meiryo UI" panose="020B0604030504040204" pitchFamily="50" charset="-128"/>
                <a:ea typeface="Meiryo UI" panose="020B0604030504040204" pitchFamily="50" charset="-128"/>
              </a:rPr>
              <a:t>機能改善を行う場合の</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超概算見積を提示し、</a:t>
            </a:r>
            <a:endParaRPr lang="en-US" altLang="ja-JP" sz="900">
              <a:solidFill>
                <a:schemeClr val="tx1"/>
              </a:solidFill>
              <a:latin typeface="Meiryo UI" panose="020B0604030504040204" pitchFamily="50" charset="-128"/>
              <a:ea typeface="Meiryo UI" panose="020B0604030504040204" pitchFamily="50" charset="-128"/>
            </a:endParaRPr>
          </a:p>
          <a:p>
            <a:r>
              <a:rPr lang="en-US" altLang="ja-JP" sz="900">
                <a:solidFill>
                  <a:schemeClr val="tx1"/>
                </a:solidFill>
                <a:latin typeface="Meiryo UI" panose="020B0604030504040204" pitchFamily="50" charset="-128"/>
                <a:ea typeface="Meiryo UI" panose="020B0604030504040204" pitchFamily="50" charset="-128"/>
              </a:rPr>
              <a:t>C2</a:t>
            </a:r>
            <a:r>
              <a:rPr lang="ja-JP" altLang="en-US" sz="900">
                <a:solidFill>
                  <a:schemeClr val="tx1"/>
                </a:solidFill>
                <a:latin typeface="Meiryo UI" panose="020B0604030504040204" pitchFamily="50" charset="-128"/>
                <a:ea typeface="Meiryo UI" panose="020B0604030504040204" pitchFamily="50" charset="-128"/>
              </a:rPr>
              <a:t>業務機能改善も行うか、</a:t>
            </a:r>
            <a:endParaRPr lang="en-US" altLang="ja-JP" sz="900">
              <a:solidFill>
                <a:schemeClr val="tx1"/>
              </a:solidFill>
              <a:latin typeface="Meiryo UI" panose="020B0604030504040204" pitchFamily="50" charset="-128"/>
              <a:ea typeface="Meiryo UI" panose="020B0604030504040204" pitchFamily="50" charset="-128"/>
            </a:endParaRPr>
          </a:p>
          <a:p>
            <a:r>
              <a:rPr lang="en-US" altLang="ja-JP" sz="900">
                <a:solidFill>
                  <a:schemeClr val="tx1"/>
                </a:solidFill>
                <a:latin typeface="Meiryo UI" panose="020B0604030504040204" pitchFamily="50" charset="-128"/>
                <a:ea typeface="Meiryo UI" panose="020B0604030504040204" pitchFamily="50" charset="-128"/>
              </a:rPr>
              <a:t>Windows2016</a:t>
            </a:r>
            <a:r>
              <a:rPr lang="ja-JP" altLang="en-US" sz="900">
                <a:solidFill>
                  <a:schemeClr val="tx1"/>
                </a:solidFill>
                <a:latin typeface="Meiryo UI" panose="020B0604030504040204" pitchFamily="50" charset="-128"/>
                <a:ea typeface="Meiryo UI" panose="020B0604030504040204" pitchFamily="50" charset="-128"/>
              </a:rPr>
              <a:t>対応を行うか決定する</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イメージとなります。</a:t>
            </a:r>
            <a:endParaRPr lang="en-US" altLang="ja-JP" sz="900">
              <a:solidFill>
                <a:schemeClr val="tx1"/>
              </a:solidFill>
              <a:latin typeface="Meiryo UI" panose="020B0604030504040204" pitchFamily="50" charset="-128"/>
              <a:ea typeface="Meiryo UI" panose="020B0604030504040204" pitchFamily="50" charset="-128"/>
            </a:endParaRPr>
          </a:p>
        </p:txBody>
      </p:sp>
      <p:sp>
        <p:nvSpPr>
          <p:cNvPr id="80" name="吹き出し: 線 79">
            <a:extLst>
              <a:ext uri="{FF2B5EF4-FFF2-40B4-BE49-F238E27FC236}">
                <a16:creationId xmlns:a16="http://schemas.microsoft.com/office/drawing/2014/main" id="{37F78594-C4DA-3BF2-2CA5-436FF32A5460}"/>
              </a:ext>
            </a:extLst>
          </p:cNvPr>
          <p:cNvSpPr/>
          <p:nvPr/>
        </p:nvSpPr>
        <p:spPr bwMode="auto">
          <a:xfrm>
            <a:off x="1759552" y="5639013"/>
            <a:ext cx="1558199" cy="668448"/>
          </a:xfrm>
          <a:prstGeom prst="borderCallout1">
            <a:avLst>
              <a:gd name="adj1" fmla="val -7143"/>
              <a:gd name="adj2" fmla="val 84757"/>
              <a:gd name="adj3" fmla="val -56147"/>
              <a:gd name="adj4" fmla="val 113284"/>
            </a:avLst>
          </a:prstGeom>
          <a:solidFill>
            <a:schemeClr val="bg1"/>
          </a:solidFill>
          <a:ln w="19050">
            <a:solidFill>
              <a:schemeClr val="tx2"/>
            </a:solidFill>
            <a:miter lim="800000"/>
            <a:headEnd/>
            <a:tailEnd/>
          </a:ln>
          <a:effectLst/>
        </p:spPr>
        <p:txBody>
          <a:bodyPr wrap="none" rtlCol="0" anchor="ctr" anchorCtr="0">
            <a:noAutofit/>
          </a:bodyPr>
          <a:lstStyle/>
          <a:p>
            <a:r>
              <a:rPr lang="en-US" altLang="ja-JP" sz="900">
                <a:solidFill>
                  <a:schemeClr val="tx1"/>
                </a:solidFill>
                <a:latin typeface="Meiryo UI" panose="020B0604030504040204" pitchFamily="50" charset="-128"/>
                <a:ea typeface="Meiryo UI" panose="020B0604030504040204" pitchFamily="50" charset="-128"/>
              </a:rPr>
              <a:t>2025/7</a:t>
            </a:r>
            <a:r>
              <a:rPr lang="ja-JP" altLang="en-US" sz="900">
                <a:solidFill>
                  <a:schemeClr val="tx1"/>
                </a:solidFill>
                <a:latin typeface="Meiryo UI" panose="020B0604030504040204" pitchFamily="50" charset="-128"/>
                <a:ea typeface="Meiryo UI" panose="020B0604030504040204" pitchFamily="50" charset="-128"/>
              </a:rPr>
              <a:t>より</a:t>
            </a:r>
            <a:r>
              <a:rPr lang="en-US" altLang="ja-JP" sz="900">
                <a:solidFill>
                  <a:schemeClr val="tx1"/>
                </a:solidFill>
                <a:latin typeface="Meiryo UI" panose="020B0604030504040204" pitchFamily="50" charset="-128"/>
                <a:ea typeface="Meiryo UI" panose="020B0604030504040204" pitchFamily="50" charset="-128"/>
              </a:rPr>
              <a:t>TDB</a:t>
            </a:r>
            <a:r>
              <a:rPr lang="ja-JP" altLang="en-US" sz="900">
                <a:solidFill>
                  <a:schemeClr val="tx1"/>
                </a:solidFill>
                <a:latin typeface="Meiryo UI" panose="020B0604030504040204" pitchFamily="50" charset="-128"/>
                <a:ea typeface="Meiryo UI" panose="020B0604030504040204" pitchFamily="50" charset="-128"/>
              </a:rPr>
              <a:t>様にて</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本格検討に参画いただける</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想定となります。</a:t>
            </a:r>
            <a:endParaRPr lang="en-US" altLang="ja-JP" sz="900">
              <a:solidFill>
                <a:schemeClr val="tx1"/>
              </a:solidFill>
              <a:latin typeface="Meiryo UI" panose="020B0604030504040204" pitchFamily="50" charset="-128"/>
              <a:ea typeface="Meiryo UI" panose="020B0604030504040204" pitchFamily="50" charset="-128"/>
            </a:endParaRPr>
          </a:p>
        </p:txBody>
      </p:sp>
      <p:cxnSp>
        <p:nvCxnSpPr>
          <p:cNvPr id="83" name="直線コネクタ 82">
            <a:extLst>
              <a:ext uri="{FF2B5EF4-FFF2-40B4-BE49-F238E27FC236}">
                <a16:creationId xmlns:a16="http://schemas.microsoft.com/office/drawing/2014/main" id="{5273D8D9-2E5A-B91F-664F-59F3D4F5BEBD}"/>
              </a:ext>
            </a:extLst>
          </p:cNvPr>
          <p:cNvCxnSpPr/>
          <p:nvPr/>
        </p:nvCxnSpPr>
        <p:spPr bwMode="auto">
          <a:xfrm>
            <a:off x="9995877" y="2465349"/>
            <a:ext cx="0" cy="2869402"/>
          </a:xfrm>
          <a:prstGeom prst="line">
            <a:avLst/>
          </a:prstGeom>
          <a:noFill/>
          <a:ln w="19050" cap="flat" cmpd="sng" algn="ctr">
            <a:solidFill>
              <a:srgbClr val="FF0000"/>
            </a:solidFill>
            <a:prstDash val="solid"/>
            <a:round/>
            <a:headEnd type="none" w="med" len="med"/>
            <a:tailEnd type="none" w="med" len="med"/>
          </a:ln>
          <a:effectLst/>
        </p:spPr>
      </p:cxnSp>
      <p:sp>
        <p:nvSpPr>
          <p:cNvPr id="84" name="テキスト プレースホルダー 6">
            <a:extLst>
              <a:ext uri="{FF2B5EF4-FFF2-40B4-BE49-F238E27FC236}">
                <a16:creationId xmlns:a16="http://schemas.microsoft.com/office/drawing/2014/main" id="{7028B28D-07DE-4C20-1E4F-86692252BFEF}"/>
              </a:ext>
            </a:extLst>
          </p:cNvPr>
          <p:cNvSpPr txBox="1">
            <a:spLocks/>
          </p:cNvSpPr>
          <p:nvPr/>
        </p:nvSpPr>
        <p:spPr>
          <a:xfrm>
            <a:off x="263996" y="867831"/>
            <a:ext cx="7552432" cy="450000"/>
          </a:xfrm>
          <a:prstGeom prst="rect">
            <a:avLst/>
          </a:prstGeom>
        </p:spPr>
        <p:txBody>
          <a:bodyPr lIns="72000" anchor="ctr"/>
          <a:lstStyle>
            <a:lvl1pPr marL="0" indent="0" algn="l" rtl="0" fontAlgn="base">
              <a:lnSpc>
                <a:spcPct val="100000"/>
              </a:lnSpc>
              <a:spcBef>
                <a:spcPts val="0"/>
              </a:spcBef>
              <a:spcAft>
                <a:spcPct val="0"/>
              </a:spcAft>
              <a:buFontTx/>
              <a:buNone/>
              <a:defRPr kumimoji="1" sz="2400">
                <a:solidFill>
                  <a:schemeClr val="tx1"/>
                </a:solidFill>
                <a:latin typeface="+mj-ea"/>
                <a:ea typeface="+mj-ea"/>
                <a:cs typeface="+mn-cs"/>
              </a:defRPr>
            </a:lvl1pPr>
            <a:lvl2pPr marL="742950" indent="-285750" algn="l" rtl="0" fontAlgn="base">
              <a:spcBef>
                <a:spcPct val="20000"/>
              </a:spcBef>
              <a:spcAft>
                <a:spcPct val="0"/>
              </a:spcAft>
              <a:buFontTx/>
              <a:buNone/>
              <a:defRPr kumimoji="1" sz="2600">
                <a:solidFill>
                  <a:schemeClr val="tx1"/>
                </a:solidFill>
                <a:latin typeface="Arial Rounded MT Bold" pitchFamily="34" charset="0"/>
                <a:ea typeface="+mn-ea"/>
              </a:defRPr>
            </a:lvl2pPr>
            <a:lvl3pPr marL="1143000" indent="-228600" algn="l" rtl="0" fontAlgn="base">
              <a:spcBef>
                <a:spcPct val="20000"/>
              </a:spcBef>
              <a:spcAft>
                <a:spcPct val="0"/>
              </a:spcAft>
              <a:buFontTx/>
              <a:buNone/>
              <a:defRPr kumimoji="1" sz="2400">
                <a:solidFill>
                  <a:schemeClr val="tx1"/>
                </a:solidFill>
                <a:latin typeface="+mn-lt"/>
                <a:ea typeface="+mn-ea"/>
              </a:defRPr>
            </a:lvl3pPr>
            <a:lvl4pPr marL="1600200" indent="-228600" algn="l" rtl="0" fontAlgn="base">
              <a:spcBef>
                <a:spcPct val="20000"/>
              </a:spcBef>
              <a:spcAft>
                <a:spcPct val="0"/>
              </a:spcAft>
              <a:buFontTx/>
              <a:buNone/>
              <a:defRPr kumimoji="1" sz="2400">
                <a:solidFill>
                  <a:schemeClr val="tx1"/>
                </a:solidFill>
                <a:latin typeface="+mn-lt"/>
                <a:ea typeface="+mn-ea"/>
              </a:defRPr>
            </a:lvl4pPr>
            <a:lvl5pPr marL="2057400" indent="-228600" algn="l" rtl="0" fontAlgn="base">
              <a:spcBef>
                <a:spcPct val="20000"/>
              </a:spcBef>
              <a:spcAft>
                <a:spcPct val="0"/>
              </a:spcAft>
              <a:buFontTx/>
              <a:buNone/>
              <a:defRPr kumimoji="1" sz="24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ja-JP" altLang="en-US" sz="1200" kern="0">
                <a:latin typeface="Meiryo UI" panose="020B0604030504040204" pitchFamily="50" charset="-128"/>
                <a:ea typeface="Meiryo UI" panose="020B0604030504040204" pitchFamily="50" charset="-128"/>
              </a:rPr>
              <a:t>・以下スケジュール案にてすり合わせをさせて頂いており、オレンジ吹き出しの部分について日立にて持ち帰り確認中となります。</a:t>
            </a:r>
            <a:endParaRPr lang="en-US" altLang="ja-JP" sz="1200" kern="0">
              <a:latin typeface="Meiryo UI" panose="020B0604030504040204" pitchFamily="50" charset="-128"/>
              <a:ea typeface="Meiryo UI" panose="020B0604030504040204" pitchFamily="50" charset="-128"/>
            </a:endParaRPr>
          </a:p>
          <a:p>
            <a:r>
              <a:rPr lang="ja-JP" altLang="en-US" sz="1200" kern="0">
                <a:latin typeface="Meiryo UI" panose="020B0604030504040204" pitchFamily="50" charset="-128"/>
                <a:ea typeface="Meiryo UI" panose="020B0604030504040204" pitchFamily="50" charset="-128"/>
              </a:rPr>
              <a:t>・並行して、「</a:t>
            </a:r>
            <a:r>
              <a:rPr lang="en-US" altLang="ja-JP" sz="1200">
                <a:solidFill>
                  <a:schemeClr val="tx1"/>
                </a:solidFill>
                <a:latin typeface="Meiryo UI" panose="020B0604030504040204" pitchFamily="50" charset="-128"/>
                <a:ea typeface="Meiryo UI" panose="020B0604030504040204" pitchFamily="50" charset="-128"/>
              </a:rPr>
              <a:t> TDB</a:t>
            </a:r>
            <a:r>
              <a:rPr lang="ja-JP" altLang="en-US" sz="1200">
                <a:solidFill>
                  <a:schemeClr val="tx1"/>
                </a:solidFill>
                <a:latin typeface="Meiryo UI" panose="020B0604030504040204" pitchFamily="50" charset="-128"/>
                <a:ea typeface="Meiryo UI" panose="020B0604030504040204" pitchFamily="50" charset="-128"/>
              </a:rPr>
              <a:t>様全体のデータ課題に対するご提案</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rPr>
              <a:t>提案②</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kern="0">
                <a:latin typeface="Meiryo UI" panose="020B0604030504040204" pitchFamily="50" charset="-128"/>
                <a:ea typeface="Meiryo UI" panose="020B0604030504040204" pitchFamily="50" charset="-128"/>
              </a:rPr>
              <a:t>」を実施する想定でおります。</a:t>
            </a:r>
            <a:endParaRPr lang="en-US" altLang="ja-JP" sz="1200" kern="0">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69D9364E-0898-480D-3C01-A0DED82D55D7}"/>
              </a:ext>
            </a:extLst>
          </p:cNvPr>
          <p:cNvSpPr/>
          <p:nvPr/>
        </p:nvSpPr>
        <p:spPr bwMode="auto">
          <a:xfrm>
            <a:off x="3512986" y="5709190"/>
            <a:ext cx="888368" cy="528094"/>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方針検討</a:t>
            </a:r>
            <a:endParaRPr lang="en-US" altLang="ja-JP" sz="800">
              <a:solidFill>
                <a:schemeClr val="tx1"/>
              </a:solidFill>
              <a:latin typeface="Meiryo UI" panose="020B0604030504040204" pitchFamily="50" charset="-128"/>
              <a:ea typeface="Meiryo UI" panose="020B0604030504040204" pitchFamily="50" charset="-128"/>
            </a:endParaRPr>
          </a:p>
          <a:p>
            <a:pPr algn="ctr"/>
            <a:r>
              <a:rPr lang="en-US" altLang="ja-JP" sz="800">
                <a:solidFill>
                  <a:schemeClr val="tx1"/>
                </a:solidFill>
                <a:latin typeface="Meiryo UI" panose="020B0604030504040204" pitchFamily="50" charset="-128"/>
                <a:ea typeface="Meiryo UI" panose="020B0604030504040204" pitchFamily="50" charset="-128"/>
              </a:rPr>
              <a:t>※TDB</a:t>
            </a:r>
            <a:r>
              <a:rPr lang="ja-JP" altLang="en-US" sz="800">
                <a:solidFill>
                  <a:schemeClr val="tx1"/>
                </a:solidFill>
                <a:latin typeface="Meiryo UI" panose="020B0604030504040204" pitchFamily="50" charset="-128"/>
                <a:ea typeface="Meiryo UI" panose="020B0604030504040204" pitchFamily="50" charset="-128"/>
              </a:rPr>
              <a:t>様</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必須</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2F7FC00E-8D70-DA75-67D2-14B688A71AF6}"/>
              </a:ext>
            </a:extLst>
          </p:cNvPr>
          <p:cNvSpPr/>
          <p:nvPr/>
        </p:nvSpPr>
        <p:spPr bwMode="auto">
          <a:xfrm>
            <a:off x="4530535" y="5711503"/>
            <a:ext cx="332935" cy="528094"/>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超概算</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見積</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BB2E78A0-C2D3-2DF0-CB77-B28A21E014F9}"/>
              </a:ext>
            </a:extLst>
          </p:cNvPr>
          <p:cNvSpPr/>
          <p:nvPr/>
        </p:nvSpPr>
        <p:spPr bwMode="auto">
          <a:xfrm>
            <a:off x="4940336" y="5711502"/>
            <a:ext cx="256374" cy="528095"/>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方針</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検討</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正式</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見積</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BABF1993-E5C5-8E5B-130E-321C859005A2}"/>
              </a:ext>
            </a:extLst>
          </p:cNvPr>
          <p:cNvSpPr/>
          <p:nvPr/>
        </p:nvSpPr>
        <p:spPr bwMode="auto">
          <a:xfrm>
            <a:off x="5253939" y="5703544"/>
            <a:ext cx="256374" cy="528095"/>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稟議</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ご契約</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81" name="吹き出し: 線 80">
            <a:extLst>
              <a:ext uri="{FF2B5EF4-FFF2-40B4-BE49-F238E27FC236}">
                <a16:creationId xmlns:a16="http://schemas.microsoft.com/office/drawing/2014/main" id="{6085DAE2-D0CE-BC7B-9A9D-3A397FB0976F}"/>
              </a:ext>
            </a:extLst>
          </p:cNvPr>
          <p:cNvSpPr/>
          <p:nvPr/>
        </p:nvSpPr>
        <p:spPr bwMode="auto">
          <a:xfrm>
            <a:off x="7048388" y="5709190"/>
            <a:ext cx="2555971" cy="668448"/>
          </a:xfrm>
          <a:prstGeom prst="borderCallout1">
            <a:avLst>
              <a:gd name="adj1" fmla="val 18106"/>
              <a:gd name="adj2" fmla="val 37778"/>
              <a:gd name="adj3" fmla="val -9135"/>
              <a:gd name="adj4" fmla="val 50249"/>
            </a:avLst>
          </a:prstGeom>
          <a:solidFill>
            <a:schemeClr val="bg1"/>
          </a:solidFill>
          <a:ln w="19050">
            <a:solidFill>
              <a:schemeClr val="tx2"/>
            </a:solidFill>
            <a:miter lim="800000"/>
            <a:headEnd/>
            <a:tailEnd/>
          </a:ln>
          <a:effectLst/>
        </p:spPr>
        <p:txBody>
          <a:bodyPr wrap="none" rtlCol="0" anchor="ctr" anchorCtr="0">
            <a:noAutofit/>
          </a:bodyPr>
          <a:lstStyle/>
          <a:p>
            <a:r>
              <a:rPr lang="en-US" altLang="ja-JP" sz="900">
                <a:solidFill>
                  <a:schemeClr val="tx1"/>
                </a:solidFill>
                <a:latin typeface="Meiryo UI" panose="020B0604030504040204" pitchFamily="50" charset="-128"/>
                <a:ea typeface="Meiryo UI" panose="020B0604030504040204" pitchFamily="50" charset="-128"/>
              </a:rPr>
              <a:t>C2</a:t>
            </a:r>
            <a:r>
              <a:rPr lang="ja-JP" altLang="en-US" sz="900">
                <a:solidFill>
                  <a:schemeClr val="tx1"/>
                </a:solidFill>
                <a:latin typeface="Meiryo UI" panose="020B0604030504040204" pitchFamily="50" charset="-128"/>
                <a:ea typeface="Meiryo UI" panose="020B0604030504040204" pitchFamily="50" charset="-128"/>
              </a:rPr>
              <a:t>業務機能改善対応を行う場合、</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定めた期間内に実施できるスコープを調整させて</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頂く前提となります。</a:t>
            </a:r>
            <a:endParaRPr lang="en-US" altLang="ja-JP" sz="90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071A275C-C8A1-5DD3-7175-257FAFB50A69}"/>
              </a:ext>
            </a:extLst>
          </p:cNvPr>
          <p:cNvSpPr/>
          <p:nvPr/>
        </p:nvSpPr>
        <p:spPr bwMode="auto">
          <a:xfrm>
            <a:off x="5253939" y="4777433"/>
            <a:ext cx="256374" cy="528095"/>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稟議</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ご契約</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12" name="吹き出し: 円形 11">
            <a:extLst>
              <a:ext uri="{FF2B5EF4-FFF2-40B4-BE49-F238E27FC236}">
                <a16:creationId xmlns:a16="http://schemas.microsoft.com/office/drawing/2014/main" id="{13273190-2F45-664B-8CBB-E26D0376EC60}"/>
              </a:ext>
            </a:extLst>
          </p:cNvPr>
          <p:cNvSpPr/>
          <p:nvPr/>
        </p:nvSpPr>
        <p:spPr bwMode="auto">
          <a:xfrm>
            <a:off x="8956222" y="3360101"/>
            <a:ext cx="2555971" cy="1417332"/>
          </a:xfrm>
          <a:prstGeom prst="wedgeEllipseCallout">
            <a:avLst>
              <a:gd name="adj1" fmla="val -76822"/>
              <a:gd name="adj2" fmla="val 80782"/>
            </a:avLst>
          </a:prstGeom>
          <a:solidFill>
            <a:srgbClr val="FDEADA"/>
          </a:solidFill>
          <a:ln w="9525">
            <a:solidFill>
              <a:schemeClr val="accent6"/>
            </a:solidFill>
            <a:miter lim="800000"/>
            <a:headEnd/>
            <a:tailEnd/>
          </a:ln>
          <a:effectLst/>
        </p:spPr>
        <p:txBody>
          <a:bodyPr wrap="none" rtlCol="0" anchor="ctr" anchorCtr="0">
            <a:noAutofit/>
          </a:bodyPr>
          <a:lstStyle/>
          <a:p>
            <a:pPr algn="ctr"/>
            <a:r>
              <a:rPr lang="ja-JP" altLang="en-US" sz="900">
                <a:solidFill>
                  <a:schemeClr val="tx1"/>
                </a:solidFill>
                <a:latin typeface="Meiryo UI" panose="020B0604030504040204" pitchFamily="50" charset="-128"/>
                <a:ea typeface="Meiryo UI" panose="020B0604030504040204" pitchFamily="50" charset="-128"/>
              </a:rPr>
              <a:t>以下分類での超概算御見積提示</a:t>
            </a:r>
            <a:r>
              <a:rPr lang="en-US" altLang="ja-JP" sz="900">
                <a:solidFill>
                  <a:schemeClr val="tx1"/>
                </a:solidFill>
                <a:latin typeface="Meiryo UI" panose="020B0604030504040204" pitchFamily="50" charset="-128"/>
                <a:ea typeface="Meiryo UI" panose="020B0604030504040204" pitchFamily="50" charset="-128"/>
              </a:rPr>
              <a:t>【</a:t>
            </a:r>
            <a:r>
              <a:rPr lang="ja-JP" altLang="en-US" sz="900">
                <a:solidFill>
                  <a:schemeClr val="tx1"/>
                </a:solidFill>
                <a:latin typeface="Meiryo UI" panose="020B0604030504040204" pitchFamily="50" charset="-128"/>
                <a:ea typeface="Meiryo UI" panose="020B0604030504040204" pitchFamily="50" charset="-128"/>
              </a:rPr>
              <a:t>日立</a:t>
            </a:r>
            <a:r>
              <a:rPr lang="en-US" altLang="ja-JP" sz="900">
                <a:solidFill>
                  <a:schemeClr val="tx1"/>
                </a:solidFill>
                <a:latin typeface="Meiryo UI" panose="020B0604030504040204" pitchFamily="50" charset="-128"/>
                <a:ea typeface="Meiryo UI" panose="020B0604030504040204" pitchFamily="50" charset="-128"/>
              </a:rPr>
              <a:t>】</a:t>
            </a:r>
            <a:r>
              <a:rPr lang="ja-JP" altLang="en-US" sz="900">
                <a:solidFill>
                  <a:schemeClr val="tx1"/>
                </a:solidFill>
                <a:latin typeface="Meiryo UI" panose="020B0604030504040204" pitchFamily="50" charset="-128"/>
                <a:ea typeface="Meiryo UI" panose="020B0604030504040204" pitchFamily="50" charset="-128"/>
              </a:rPr>
              <a:t>　</a:t>
            </a:r>
            <a:endParaRPr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　</a:t>
            </a:r>
            <a:r>
              <a:rPr lang="en-US" altLang="ja-JP" sz="900">
                <a:solidFill>
                  <a:schemeClr val="tx1"/>
                </a:solidFill>
                <a:latin typeface="Meiryo UI" panose="020B0604030504040204" pitchFamily="50" charset="-128"/>
                <a:ea typeface="Meiryo UI" panose="020B0604030504040204" pitchFamily="50" charset="-128"/>
              </a:rPr>
              <a:t>C2</a:t>
            </a:r>
            <a:r>
              <a:rPr lang="ja-JP" altLang="en-US" sz="900">
                <a:solidFill>
                  <a:schemeClr val="tx1"/>
                </a:solidFill>
                <a:latin typeface="Meiryo UI" panose="020B0604030504040204" pitchFamily="50" charset="-128"/>
                <a:ea typeface="Meiryo UI" panose="020B0604030504040204" pitchFamily="50" charset="-128"/>
              </a:rPr>
              <a:t>だけ</a:t>
            </a:r>
            <a:r>
              <a:rPr lang="en-US" altLang="ja-JP" sz="900">
                <a:solidFill>
                  <a:schemeClr val="tx1"/>
                </a:solidFill>
                <a:latin typeface="Meiryo UI" panose="020B0604030504040204" pitchFamily="50" charset="-128"/>
                <a:ea typeface="Meiryo UI" panose="020B0604030504040204" pitchFamily="50" charset="-128"/>
              </a:rPr>
              <a:t>windows2016</a:t>
            </a:r>
            <a:r>
              <a:rPr lang="ja-JP" altLang="en-US" sz="900">
                <a:solidFill>
                  <a:schemeClr val="tx1"/>
                </a:solidFill>
                <a:latin typeface="Meiryo UI" panose="020B0604030504040204" pitchFamily="50" charset="-128"/>
                <a:ea typeface="Meiryo UI" panose="020B0604030504040204" pitchFamily="50" charset="-128"/>
              </a:rPr>
              <a:t>対応		</a:t>
            </a:r>
          </a:p>
          <a:p>
            <a:pPr algn="ctr"/>
            <a:r>
              <a:rPr lang="ja-JP" altLang="en-US" sz="900">
                <a:solidFill>
                  <a:schemeClr val="tx1"/>
                </a:solidFill>
                <a:latin typeface="Meiryo UI" panose="020B0604030504040204" pitchFamily="50" charset="-128"/>
                <a:ea typeface="Meiryo UI" panose="020B0604030504040204" pitchFamily="50" charset="-128"/>
              </a:rPr>
              <a:t>　年次系だけ</a:t>
            </a:r>
            <a:r>
              <a:rPr lang="en-US" altLang="ja-JP" sz="900">
                <a:solidFill>
                  <a:schemeClr val="tx1"/>
                </a:solidFill>
                <a:latin typeface="Meiryo UI" panose="020B0604030504040204" pitchFamily="50" charset="-128"/>
                <a:ea typeface="Meiryo UI" panose="020B0604030504040204" pitchFamily="50" charset="-128"/>
              </a:rPr>
              <a:t>windows2016</a:t>
            </a:r>
            <a:r>
              <a:rPr lang="ja-JP" altLang="en-US" sz="900">
                <a:solidFill>
                  <a:schemeClr val="tx1"/>
                </a:solidFill>
                <a:latin typeface="Meiryo UI" panose="020B0604030504040204" pitchFamily="50" charset="-128"/>
                <a:ea typeface="Meiryo UI" panose="020B0604030504040204" pitchFamily="50" charset="-128"/>
              </a:rPr>
              <a:t>対応		</a:t>
            </a:r>
          </a:p>
          <a:p>
            <a:pPr algn="ctr"/>
            <a:r>
              <a:rPr lang="ja-JP" altLang="en-US" sz="900">
                <a:solidFill>
                  <a:schemeClr val="tx1"/>
                </a:solidFill>
                <a:latin typeface="Meiryo UI" panose="020B0604030504040204" pitchFamily="50" charset="-128"/>
                <a:ea typeface="Meiryo UI" panose="020B0604030504040204" pitchFamily="50" charset="-128"/>
              </a:rPr>
              <a:t>　全て</a:t>
            </a:r>
            <a:r>
              <a:rPr lang="en-US" altLang="ja-JP" sz="900">
                <a:solidFill>
                  <a:schemeClr val="tx1"/>
                </a:solidFill>
                <a:latin typeface="Meiryo UI" panose="020B0604030504040204" pitchFamily="50" charset="-128"/>
                <a:ea typeface="Meiryo UI" panose="020B0604030504040204" pitchFamily="50" charset="-128"/>
              </a:rPr>
              <a:t>windows2016</a:t>
            </a:r>
            <a:r>
              <a:rPr lang="ja-JP" altLang="en-US" sz="900">
                <a:solidFill>
                  <a:schemeClr val="tx1"/>
                </a:solidFill>
                <a:latin typeface="Meiryo UI" panose="020B0604030504040204" pitchFamily="50" charset="-128"/>
                <a:ea typeface="Meiryo UI" panose="020B0604030504040204" pitchFamily="50" charset="-128"/>
              </a:rPr>
              <a:t>対応</a:t>
            </a:r>
            <a:endParaRPr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・・・考え方について本日ご説明予定	</a:t>
            </a:r>
          </a:p>
        </p:txBody>
      </p:sp>
      <p:sp>
        <p:nvSpPr>
          <p:cNvPr id="14" name="正方形/長方形 13">
            <a:extLst>
              <a:ext uri="{FF2B5EF4-FFF2-40B4-BE49-F238E27FC236}">
                <a16:creationId xmlns:a16="http://schemas.microsoft.com/office/drawing/2014/main" id="{0E604424-3EAE-9736-9D87-5C6084687415}"/>
              </a:ext>
            </a:extLst>
          </p:cNvPr>
          <p:cNvSpPr/>
          <p:nvPr/>
        </p:nvSpPr>
        <p:spPr bwMode="auto">
          <a:xfrm>
            <a:off x="2538650" y="6376136"/>
            <a:ext cx="7457227" cy="377268"/>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別途ご提案</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34830F40-2011-98CD-F870-41745EBD1DC6}"/>
              </a:ext>
            </a:extLst>
          </p:cNvPr>
          <p:cNvSpPr/>
          <p:nvPr/>
        </p:nvSpPr>
        <p:spPr bwMode="auto">
          <a:xfrm>
            <a:off x="2290142" y="4777434"/>
            <a:ext cx="377179" cy="528094"/>
          </a:xfrm>
          <a:prstGeom prst="rect">
            <a:avLst/>
          </a:prstGeom>
          <a:ln w="15875">
            <a:prstDash val="sysDash"/>
            <a:headEnd/>
            <a:tailEnd/>
          </a:ln>
        </p:spPr>
        <p:style>
          <a:lnRef idx="2">
            <a:schemeClr val="dk1"/>
          </a:lnRef>
          <a:fillRef idx="1">
            <a:schemeClr val="lt1"/>
          </a:fillRef>
          <a:effectRef idx="0">
            <a:schemeClr val="dk1"/>
          </a:effectRef>
          <a:fontRef idx="minor">
            <a:schemeClr val="dk1"/>
          </a:fontRef>
        </p:style>
        <p:txBody>
          <a:bodyPr wrap="none" rtlCol="0" anchor="ctr" anchorCtr="0">
            <a:noAutofit/>
          </a:bodyPr>
          <a:lstStyle/>
          <a:p>
            <a:pPr algn="ctr"/>
            <a:r>
              <a:rPr lang="ja-JP" altLang="en-US" sz="800">
                <a:solidFill>
                  <a:schemeClr val="tx1"/>
                </a:solidFill>
                <a:latin typeface="Meiryo UI" panose="020B0604030504040204" pitchFamily="50" charset="-128"/>
                <a:ea typeface="Meiryo UI" panose="020B0604030504040204" pitchFamily="50" charset="-128"/>
              </a:rPr>
              <a:t>業務</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ヒアリング</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ご提案</a:t>
            </a:r>
            <a:endParaRPr lang="en-US" altLang="ja-JP" sz="800">
              <a:solidFill>
                <a:schemeClr val="tx1"/>
              </a:solidFill>
              <a:latin typeface="Meiryo UI" panose="020B0604030504040204" pitchFamily="50" charset="-128"/>
              <a:ea typeface="Meiryo UI" panose="020B0604030504040204" pitchFamily="50" charset="-128"/>
            </a:endParaRPr>
          </a:p>
          <a:p>
            <a:pPr algn="ctr"/>
            <a:r>
              <a:rPr lang="ja-JP" altLang="en-US" sz="800">
                <a:solidFill>
                  <a:schemeClr val="tx1"/>
                </a:solidFill>
                <a:latin typeface="Meiryo UI" panose="020B0604030504040204" pitchFamily="50" charset="-128"/>
                <a:ea typeface="Meiryo UI" panose="020B0604030504040204" pitchFamily="50" charset="-128"/>
              </a:rPr>
              <a:t>契約</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10" name="吹き出し: 円形 9">
            <a:extLst>
              <a:ext uri="{FF2B5EF4-FFF2-40B4-BE49-F238E27FC236}">
                <a16:creationId xmlns:a16="http://schemas.microsoft.com/office/drawing/2014/main" id="{2FD0E9A1-A27E-39B6-AE5D-8373BEF4539A}"/>
              </a:ext>
            </a:extLst>
          </p:cNvPr>
          <p:cNvSpPr/>
          <p:nvPr/>
        </p:nvSpPr>
        <p:spPr bwMode="auto">
          <a:xfrm>
            <a:off x="1268333" y="3544428"/>
            <a:ext cx="1466548" cy="668448"/>
          </a:xfrm>
          <a:prstGeom prst="wedgeEllipseCallout">
            <a:avLst>
              <a:gd name="adj1" fmla="val 25806"/>
              <a:gd name="adj2" fmla="val 143209"/>
            </a:avLst>
          </a:prstGeom>
          <a:solidFill>
            <a:srgbClr val="FDEADA"/>
          </a:solidFill>
          <a:ln w="9525">
            <a:solidFill>
              <a:schemeClr val="accent6"/>
            </a:solidFill>
            <a:miter lim="800000"/>
            <a:headEnd/>
            <a:tailEnd/>
          </a:ln>
          <a:effectLst/>
        </p:spPr>
        <p:txBody>
          <a:bodyPr wrap="none" rtlCol="0" anchor="ctr" anchorCtr="0">
            <a:noAutofit/>
          </a:bodyPr>
          <a:lstStyle/>
          <a:p>
            <a:pPr algn="ctr"/>
            <a:r>
              <a:rPr lang="ja-JP" altLang="en-US" sz="900">
                <a:solidFill>
                  <a:schemeClr val="tx1"/>
                </a:solidFill>
                <a:latin typeface="Meiryo UI" panose="020B0604030504040204" pitchFamily="50" charset="-128"/>
                <a:ea typeface="Meiryo UI" panose="020B0604030504040204" pitchFamily="50" charset="-128"/>
              </a:rPr>
              <a:t>業務ヒアリング支援</a:t>
            </a:r>
            <a:endParaRPr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ご提案</a:t>
            </a:r>
            <a:r>
              <a:rPr lang="en-US" altLang="ja-JP" sz="900">
                <a:solidFill>
                  <a:schemeClr val="tx1"/>
                </a:solidFill>
                <a:latin typeface="Meiryo UI" panose="020B0604030504040204" pitchFamily="50" charset="-128"/>
                <a:ea typeface="Meiryo UI" panose="020B0604030504040204" pitchFamily="50" charset="-128"/>
              </a:rPr>
              <a:t>【</a:t>
            </a:r>
            <a:r>
              <a:rPr lang="ja-JP" altLang="en-US" sz="900">
                <a:solidFill>
                  <a:schemeClr val="tx1"/>
                </a:solidFill>
                <a:latin typeface="Meiryo UI" panose="020B0604030504040204" pitchFamily="50" charset="-128"/>
                <a:ea typeface="Meiryo UI" panose="020B0604030504040204" pitchFamily="50" charset="-128"/>
              </a:rPr>
              <a:t>日立</a:t>
            </a:r>
            <a:r>
              <a:rPr lang="en-US" altLang="ja-JP" sz="900">
                <a:solidFill>
                  <a:schemeClr val="tx1"/>
                </a:solidFill>
                <a:latin typeface="Meiryo UI" panose="020B0604030504040204" pitchFamily="50" charset="-128"/>
                <a:ea typeface="Meiryo UI" panose="020B0604030504040204" pitchFamily="50" charset="-128"/>
              </a:rPr>
              <a:t>】</a:t>
            </a:r>
          </a:p>
          <a:p>
            <a:pPr algn="ctr"/>
            <a:r>
              <a:rPr lang="ja-JP" altLang="en-US" sz="900">
                <a:solidFill>
                  <a:schemeClr val="tx1"/>
                </a:solidFill>
                <a:latin typeface="Meiryo UI" panose="020B0604030504040204" pitchFamily="50" charset="-128"/>
                <a:ea typeface="Meiryo UI" panose="020B0604030504040204" pitchFamily="50" charset="-128"/>
              </a:rPr>
              <a:t>・・本日ご説明予定</a:t>
            </a:r>
            <a:endParaRPr lang="en-US" altLang="ja-JP" sz="900">
              <a:solidFill>
                <a:schemeClr val="tx1"/>
              </a:solidFill>
              <a:latin typeface="Meiryo UI" panose="020B0604030504040204" pitchFamily="50" charset="-128"/>
              <a:ea typeface="Meiryo UI" panose="020B0604030504040204" pitchFamily="50" charset="-128"/>
            </a:endParaRPr>
          </a:p>
        </p:txBody>
      </p:sp>
      <p:sp>
        <p:nvSpPr>
          <p:cNvPr id="11" name="吹き出し: 線 10">
            <a:extLst>
              <a:ext uri="{FF2B5EF4-FFF2-40B4-BE49-F238E27FC236}">
                <a16:creationId xmlns:a16="http://schemas.microsoft.com/office/drawing/2014/main" id="{4E977436-00A2-0AA8-2E21-1B5132294518}"/>
              </a:ext>
            </a:extLst>
          </p:cNvPr>
          <p:cNvSpPr/>
          <p:nvPr/>
        </p:nvSpPr>
        <p:spPr bwMode="auto">
          <a:xfrm>
            <a:off x="4140786" y="3760936"/>
            <a:ext cx="942419" cy="230832"/>
          </a:xfrm>
          <a:prstGeom prst="borderCallout1">
            <a:avLst>
              <a:gd name="adj1" fmla="val 43622"/>
              <a:gd name="adj2" fmla="val -2479"/>
              <a:gd name="adj3" fmla="val 126638"/>
              <a:gd name="adj4" fmla="val -12855"/>
            </a:avLst>
          </a:prstGeom>
          <a:solidFill>
            <a:schemeClr val="bg1"/>
          </a:solidFill>
          <a:ln w="19050">
            <a:solidFill>
              <a:schemeClr val="tx2"/>
            </a:solidFill>
            <a:miter lim="800000"/>
            <a:headEnd/>
            <a:tailEnd/>
          </a:ln>
          <a:effectLst/>
        </p:spPr>
        <p:txBody>
          <a:bodyPr wrap="none" rtlCol="0" anchor="ctr" anchorCtr="0">
            <a:noAutofit/>
          </a:bodyPr>
          <a:lstStyle/>
          <a:p>
            <a:r>
              <a:rPr lang="ja-JP" altLang="en-US" sz="900">
                <a:solidFill>
                  <a:schemeClr val="tx1"/>
                </a:solidFill>
                <a:latin typeface="Meiryo UI" panose="020B0604030504040204" pitchFamily="50" charset="-128"/>
                <a:ea typeface="Meiryo UI" panose="020B0604030504040204" pitchFamily="50" charset="-128"/>
              </a:rPr>
              <a:t>仮スケジュール</a:t>
            </a:r>
            <a:endParaRPr lang="en-US" altLang="ja-JP" sz="9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77390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92730-8832-FD73-0C2F-AAF961F2A8C9}"/>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A50A7A3F-6019-2283-5A50-CB5A302ECABE}"/>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3</a:t>
            </a:fld>
            <a:endParaRPr lang="en-US" altLang="ja-JP"/>
          </a:p>
        </p:txBody>
      </p:sp>
      <p:pic>
        <p:nvPicPr>
          <p:cNvPr id="30" name="図 29">
            <a:extLst>
              <a:ext uri="{FF2B5EF4-FFF2-40B4-BE49-F238E27FC236}">
                <a16:creationId xmlns:a16="http://schemas.microsoft.com/office/drawing/2014/main" id="{D83904C6-D741-B4E5-9169-D8F47B587928}"/>
              </a:ext>
            </a:extLst>
          </p:cNvPr>
          <p:cNvPicPr>
            <a:picLocks noChangeAspect="1"/>
          </p:cNvPicPr>
          <p:nvPr/>
        </p:nvPicPr>
        <p:blipFill>
          <a:blip r:embed="rId3"/>
          <a:stretch>
            <a:fillRect/>
          </a:stretch>
        </p:blipFill>
        <p:spPr>
          <a:xfrm>
            <a:off x="945304" y="4022186"/>
            <a:ext cx="1129772" cy="780872"/>
          </a:xfrm>
          <a:prstGeom prst="rect">
            <a:avLst/>
          </a:prstGeom>
        </p:spPr>
      </p:pic>
      <p:sp>
        <p:nvSpPr>
          <p:cNvPr id="31" name="フローチャート: 磁気ディスク 30">
            <a:extLst>
              <a:ext uri="{FF2B5EF4-FFF2-40B4-BE49-F238E27FC236}">
                <a16:creationId xmlns:a16="http://schemas.microsoft.com/office/drawing/2014/main" id="{88C36972-9858-ABA5-C3AD-97944A0B58C6}"/>
              </a:ext>
            </a:extLst>
          </p:cNvPr>
          <p:cNvSpPr/>
          <p:nvPr/>
        </p:nvSpPr>
        <p:spPr bwMode="auto">
          <a:xfrm>
            <a:off x="2404165" y="4049579"/>
            <a:ext cx="1121790" cy="914400"/>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kumimoji="1" lang="ja-JP" altLang="en-US" sz="900">
                <a:solidFill>
                  <a:schemeClr val="tx1"/>
                </a:solidFill>
                <a:latin typeface="Meiryo UI" panose="020B0604030504040204" pitchFamily="50" charset="-128"/>
                <a:ea typeface="Meiryo UI" panose="020B0604030504040204" pitchFamily="50" charset="-128"/>
              </a:rPr>
              <a:t>入力システム</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として必要な</a:t>
            </a:r>
            <a:r>
              <a:rPr lang="en-US" altLang="ja-JP" sz="900">
                <a:solidFill>
                  <a:schemeClr val="tx1"/>
                </a:solidFill>
                <a:latin typeface="Meiryo UI" panose="020B0604030504040204" pitchFamily="50" charset="-128"/>
                <a:ea typeface="Meiryo UI" panose="020B0604030504040204" pitchFamily="50" charset="-128"/>
              </a:rPr>
              <a:t>DB</a:t>
            </a:r>
            <a:endParaRPr kumimoji="1" lang="ja-JP" altLang="en-US" sz="900">
              <a:solidFill>
                <a:schemeClr val="tx1"/>
              </a:solidFill>
              <a:latin typeface="Meiryo UI" panose="020B0604030504040204" pitchFamily="50" charset="-128"/>
              <a:ea typeface="Meiryo UI" panose="020B0604030504040204" pitchFamily="50" charset="-128"/>
            </a:endParaRPr>
          </a:p>
        </p:txBody>
      </p:sp>
      <p:cxnSp>
        <p:nvCxnSpPr>
          <p:cNvPr id="34" name="直線矢印コネクタ 33">
            <a:extLst>
              <a:ext uri="{FF2B5EF4-FFF2-40B4-BE49-F238E27FC236}">
                <a16:creationId xmlns:a16="http://schemas.microsoft.com/office/drawing/2014/main" id="{63603849-4FE9-8994-DDC8-D898CDC57730}"/>
              </a:ext>
            </a:extLst>
          </p:cNvPr>
          <p:cNvCxnSpPr>
            <a:cxnSpLocks/>
          </p:cNvCxnSpPr>
          <p:nvPr/>
        </p:nvCxnSpPr>
        <p:spPr bwMode="auto">
          <a:xfrm>
            <a:off x="3548388" y="4528619"/>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36" name="テキスト ボックス 35">
            <a:extLst>
              <a:ext uri="{FF2B5EF4-FFF2-40B4-BE49-F238E27FC236}">
                <a16:creationId xmlns:a16="http://schemas.microsoft.com/office/drawing/2014/main" id="{BB44884D-0BE8-01D1-54B6-AE0CD63DABD8}"/>
              </a:ext>
            </a:extLst>
          </p:cNvPr>
          <p:cNvSpPr txBox="1"/>
          <p:nvPr/>
        </p:nvSpPr>
        <p:spPr>
          <a:xfrm>
            <a:off x="1023799" y="4868870"/>
            <a:ext cx="1129772" cy="215047"/>
          </a:xfrm>
          <a:prstGeom prst="rect">
            <a:avLst/>
          </a:prstGeom>
          <a:noFill/>
        </p:spPr>
        <p:txBody>
          <a:bodyPr wrap="square" rtlCol="0">
            <a:spAutoFit/>
          </a:bodyPr>
          <a:lstStyle/>
          <a:p>
            <a:r>
              <a:rPr lang="en-US" altLang="ja-JP" sz="900">
                <a:solidFill>
                  <a:schemeClr val="tx1"/>
                </a:solidFill>
                <a:latin typeface="Meiryo UI" panose="020B0604030504040204" pitchFamily="50" charset="-128"/>
                <a:ea typeface="Meiryo UI" panose="020B0604030504040204" pitchFamily="50" charset="-128"/>
              </a:rPr>
              <a:t>DB</a:t>
            </a:r>
            <a:r>
              <a:rPr lang="ja-JP" altLang="en-US" sz="900">
                <a:solidFill>
                  <a:schemeClr val="tx1"/>
                </a:solidFill>
                <a:latin typeface="Meiryo UI" panose="020B0604030504040204" pitchFamily="50" charset="-128"/>
                <a:ea typeface="Meiryo UI" panose="020B0604030504040204" pitchFamily="50" charset="-128"/>
              </a:rPr>
              <a:t>メンテシステム</a:t>
            </a:r>
            <a:endParaRPr lang="en-US" altLang="ja-JP" sz="900">
              <a:solidFill>
                <a:schemeClr val="tx1"/>
              </a:solidFill>
              <a:latin typeface="Meiryo UI" panose="020B0604030504040204" pitchFamily="50" charset="-128"/>
              <a:ea typeface="Meiryo UI" panose="020B0604030504040204" pitchFamily="50" charset="-128"/>
            </a:endParaRPr>
          </a:p>
        </p:txBody>
      </p:sp>
      <p:cxnSp>
        <p:nvCxnSpPr>
          <p:cNvPr id="37" name="直線矢印コネクタ 36">
            <a:extLst>
              <a:ext uri="{FF2B5EF4-FFF2-40B4-BE49-F238E27FC236}">
                <a16:creationId xmlns:a16="http://schemas.microsoft.com/office/drawing/2014/main" id="{A8E6C2D1-65B9-E6B5-DE82-07C1C75E17DD}"/>
              </a:ext>
            </a:extLst>
          </p:cNvPr>
          <p:cNvCxnSpPr>
            <a:cxnSpLocks/>
          </p:cNvCxnSpPr>
          <p:nvPr/>
        </p:nvCxnSpPr>
        <p:spPr bwMode="auto">
          <a:xfrm>
            <a:off x="1993140" y="4528619"/>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47" name="フローチャート: 磁気ディスク 46">
            <a:extLst>
              <a:ext uri="{FF2B5EF4-FFF2-40B4-BE49-F238E27FC236}">
                <a16:creationId xmlns:a16="http://schemas.microsoft.com/office/drawing/2014/main" id="{2567A55E-CF45-55AE-D6ED-AB4F17EA57FD}"/>
              </a:ext>
            </a:extLst>
          </p:cNvPr>
          <p:cNvSpPr/>
          <p:nvPr/>
        </p:nvSpPr>
        <p:spPr bwMode="auto">
          <a:xfrm>
            <a:off x="3973140" y="4061993"/>
            <a:ext cx="1121790" cy="914400"/>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kumimoji="1" lang="en-US" altLang="ja-JP" sz="900">
                <a:solidFill>
                  <a:schemeClr val="tx1"/>
                </a:solidFill>
                <a:latin typeface="Meiryo UI" panose="020B0604030504040204" pitchFamily="50" charset="-128"/>
                <a:ea typeface="Meiryo UI" panose="020B0604030504040204" pitchFamily="50" charset="-128"/>
              </a:rPr>
              <a:t>C2</a:t>
            </a:r>
            <a:r>
              <a:rPr kumimoji="1" lang="ja-JP" altLang="en-US" sz="900">
                <a:solidFill>
                  <a:schemeClr val="tx1"/>
                </a:solidFill>
                <a:latin typeface="Meiryo UI" panose="020B0604030504040204" pitchFamily="50" charset="-128"/>
                <a:ea typeface="Meiryo UI" panose="020B0604030504040204" pitchFamily="50" charset="-128"/>
              </a:rPr>
              <a:t>商品</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作成のために必要な</a:t>
            </a:r>
            <a:r>
              <a:rPr lang="en-US" altLang="ja-JP" sz="900">
                <a:solidFill>
                  <a:schemeClr val="tx1"/>
                </a:solidFill>
                <a:latin typeface="Meiryo UI" panose="020B0604030504040204" pitchFamily="50" charset="-128"/>
                <a:ea typeface="Meiryo UI" panose="020B0604030504040204" pitchFamily="50" charset="-128"/>
              </a:rPr>
              <a:t>DB</a:t>
            </a:r>
          </a:p>
        </p:txBody>
      </p:sp>
      <p:cxnSp>
        <p:nvCxnSpPr>
          <p:cNvPr id="48" name="直線矢印コネクタ 47">
            <a:extLst>
              <a:ext uri="{FF2B5EF4-FFF2-40B4-BE49-F238E27FC236}">
                <a16:creationId xmlns:a16="http://schemas.microsoft.com/office/drawing/2014/main" id="{73BB8CA0-67B7-9DEA-D4C1-C51EBDBA6FA0}"/>
              </a:ext>
            </a:extLst>
          </p:cNvPr>
          <p:cNvCxnSpPr>
            <a:cxnSpLocks/>
          </p:cNvCxnSpPr>
          <p:nvPr/>
        </p:nvCxnSpPr>
        <p:spPr bwMode="auto">
          <a:xfrm>
            <a:off x="5223168" y="4610200"/>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50" name="フローチャート: 複数書類 49">
            <a:extLst>
              <a:ext uri="{FF2B5EF4-FFF2-40B4-BE49-F238E27FC236}">
                <a16:creationId xmlns:a16="http://schemas.microsoft.com/office/drawing/2014/main" id="{B296FD9E-8258-E8D7-ACE8-23BE48287A52}"/>
              </a:ext>
            </a:extLst>
          </p:cNvPr>
          <p:cNvSpPr/>
          <p:nvPr/>
        </p:nvSpPr>
        <p:spPr bwMode="auto">
          <a:xfrm>
            <a:off x="5581859" y="4234820"/>
            <a:ext cx="697727" cy="680613"/>
          </a:xfrm>
          <a:prstGeom prst="flowChartMultidocument">
            <a:avLst/>
          </a:prstGeom>
          <a:solidFill>
            <a:schemeClr val="bg1"/>
          </a:solidFill>
          <a:ln w="9525">
            <a:solidFill>
              <a:schemeClr val="tx1"/>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1" name="テキスト ボックス 50">
            <a:extLst>
              <a:ext uri="{FF2B5EF4-FFF2-40B4-BE49-F238E27FC236}">
                <a16:creationId xmlns:a16="http://schemas.microsoft.com/office/drawing/2014/main" id="{19047F19-4E06-F1D1-DE83-FB040135BC5D}"/>
              </a:ext>
            </a:extLst>
          </p:cNvPr>
          <p:cNvSpPr txBox="1"/>
          <p:nvPr/>
        </p:nvSpPr>
        <p:spPr>
          <a:xfrm>
            <a:off x="5638567" y="4421095"/>
            <a:ext cx="1129772" cy="341632"/>
          </a:xfrm>
          <a:prstGeom prst="rect">
            <a:avLst/>
          </a:prstGeom>
          <a:noFill/>
        </p:spPr>
        <p:txBody>
          <a:bodyPr wrap="square" rtlCol="0">
            <a:spAutoFit/>
          </a:bodyPr>
          <a:lstStyle/>
          <a:p>
            <a:r>
              <a:rPr lang="en-US" altLang="ja-JP" sz="900">
                <a:solidFill>
                  <a:schemeClr val="tx1"/>
                </a:solidFill>
                <a:latin typeface="Meiryo UI" panose="020B0604030504040204" pitchFamily="50" charset="-128"/>
                <a:ea typeface="Meiryo UI" panose="020B0604030504040204" pitchFamily="50" charset="-128"/>
              </a:rPr>
              <a:t>C2</a:t>
            </a:r>
          </a:p>
          <a:p>
            <a:r>
              <a:rPr lang="ja-JP" altLang="en-US" sz="900">
                <a:solidFill>
                  <a:schemeClr val="tx1"/>
                </a:solidFill>
                <a:latin typeface="Meiryo UI" panose="020B0604030504040204" pitchFamily="50" charset="-128"/>
                <a:ea typeface="Meiryo UI" panose="020B0604030504040204" pitchFamily="50" charset="-128"/>
              </a:rPr>
              <a:t>商品</a:t>
            </a:r>
            <a:r>
              <a:rPr lang="en-US" altLang="ja-JP" sz="900">
                <a:solidFill>
                  <a:schemeClr val="tx1"/>
                </a:solidFill>
                <a:latin typeface="Meiryo UI" panose="020B0604030504040204" pitchFamily="50" charset="-128"/>
                <a:ea typeface="Meiryo UI" panose="020B0604030504040204" pitchFamily="50" charset="-128"/>
              </a:rPr>
              <a:t>IF</a:t>
            </a:r>
          </a:p>
        </p:txBody>
      </p:sp>
      <p:cxnSp>
        <p:nvCxnSpPr>
          <p:cNvPr id="2" name="直線矢印コネクタ 1">
            <a:extLst>
              <a:ext uri="{FF2B5EF4-FFF2-40B4-BE49-F238E27FC236}">
                <a16:creationId xmlns:a16="http://schemas.microsoft.com/office/drawing/2014/main" id="{3635DC0B-019F-0000-401F-2EF20FEB9621}"/>
              </a:ext>
            </a:extLst>
          </p:cNvPr>
          <p:cNvCxnSpPr>
            <a:cxnSpLocks/>
          </p:cNvCxnSpPr>
          <p:nvPr/>
        </p:nvCxnSpPr>
        <p:spPr bwMode="auto">
          <a:xfrm flipV="1">
            <a:off x="3629519" y="3578320"/>
            <a:ext cx="1843334" cy="471259"/>
          </a:xfrm>
          <a:prstGeom prst="straightConnector1">
            <a:avLst/>
          </a:prstGeom>
          <a:noFill/>
          <a:ln w="9525" cap="flat" cmpd="sng" algn="ctr">
            <a:solidFill>
              <a:schemeClr val="tx1"/>
            </a:solidFill>
            <a:prstDash val="solid"/>
            <a:round/>
            <a:headEnd type="none" w="med" len="med"/>
            <a:tailEnd type="triangle"/>
          </a:ln>
          <a:effectLst/>
        </p:spPr>
      </p:cxnSp>
      <p:sp>
        <p:nvSpPr>
          <p:cNvPr id="10" name="フローチャート: 磁気ディスク 9">
            <a:extLst>
              <a:ext uri="{FF2B5EF4-FFF2-40B4-BE49-F238E27FC236}">
                <a16:creationId xmlns:a16="http://schemas.microsoft.com/office/drawing/2014/main" id="{51FFAE9E-BD53-8D54-BA72-304E8F0359B5}"/>
              </a:ext>
            </a:extLst>
          </p:cNvPr>
          <p:cNvSpPr/>
          <p:nvPr/>
        </p:nvSpPr>
        <p:spPr bwMode="auto">
          <a:xfrm>
            <a:off x="5632344" y="3065011"/>
            <a:ext cx="1121790" cy="867523"/>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kumimoji="1" lang="ja-JP" altLang="en-US" sz="900">
                <a:solidFill>
                  <a:schemeClr val="tx1"/>
                </a:solidFill>
                <a:latin typeface="Meiryo UI" panose="020B0604030504040204" pitchFamily="50" charset="-128"/>
                <a:ea typeface="Meiryo UI" panose="020B0604030504040204" pitchFamily="50" charset="-128"/>
              </a:rPr>
              <a:t>データ共通化基盤</a:t>
            </a:r>
            <a:endParaRPr lang="en-US" altLang="ja-JP" sz="900">
              <a:solidFill>
                <a:schemeClr val="tx1"/>
              </a:solidFill>
              <a:latin typeface="Meiryo UI" panose="020B0604030504040204" pitchFamily="50" charset="-128"/>
              <a:ea typeface="Meiryo UI" panose="020B0604030504040204" pitchFamily="50" charset="-128"/>
            </a:endParaRPr>
          </a:p>
        </p:txBody>
      </p:sp>
      <p:cxnSp>
        <p:nvCxnSpPr>
          <p:cNvPr id="13" name="直線矢印コネクタ 12">
            <a:extLst>
              <a:ext uri="{FF2B5EF4-FFF2-40B4-BE49-F238E27FC236}">
                <a16:creationId xmlns:a16="http://schemas.microsoft.com/office/drawing/2014/main" id="{0E13C482-2BB6-3C32-05C5-1D6330906A83}"/>
              </a:ext>
            </a:extLst>
          </p:cNvPr>
          <p:cNvCxnSpPr>
            <a:cxnSpLocks/>
          </p:cNvCxnSpPr>
          <p:nvPr/>
        </p:nvCxnSpPr>
        <p:spPr bwMode="auto">
          <a:xfrm>
            <a:off x="6768339" y="3543247"/>
            <a:ext cx="367226" cy="0"/>
          </a:xfrm>
          <a:prstGeom prst="straightConnector1">
            <a:avLst/>
          </a:prstGeom>
          <a:noFill/>
          <a:ln w="9525" cap="flat" cmpd="sng" algn="ctr">
            <a:solidFill>
              <a:schemeClr val="tx1"/>
            </a:solidFill>
            <a:prstDash val="solid"/>
            <a:round/>
            <a:headEnd type="none" w="med" len="med"/>
            <a:tailEnd type="triangle"/>
          </a:ln>
          <a:effectLst/>
        </p:spPr>
      </p:cxnSp>
      <p:sp>
        <p:nvSpPr>
          <p:cNvPr id="22" name="フローチャート: 磁気ディスク 21">
            <a:extLst>
              <a:ext uri="{FF2B5EF4-FFF2-40B4-BE49-F238E27FC236}">
                <a16:creationId xmlns:a16="http://schemas.microsoft.com/office/drawing/2014/main" id="{C4C5D2AA-19F6-9F5B-EB06-8575A2955E76}"/>
              </a:ext>
            </a:extLst>
          </p:cNvPr>
          <p:cNvSpPr/>
          <p:nvPr/>
        </p:nvSpPr>
        <p:spPr bwMode="auto">
          <a:xfrm>
            <a:off x="7230251" y="3066743"/>
            <a:ext cx="1121790" cy="867523"/>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lang="ja-JP" altLang="en-US" sz="900">
                <a:solidFill>
                  <a:schemeClr val="tx1"/>
                </a:solidFill>
                <a:latin typeface="Meiryo UI" panose="020B0604030504040204" pitchFamily="50" charset="-128"/>
                <a:ea typeface="Meiryo UI" panose="020B0604030504040204" pitchFamily="50" charset="-128"/>
              </a:rPr>
              <a:t>サービス提供</a:t>
            </a:r>
            <a:r>
              <a:rPr kumimoji="1" lang="ja-JP" altLang="en-US" sz="900">
                <a:solidFill>
                  <a:schemeClr val="tx1"/>
                </a:solidFill>
                <a:latin typeface="Meiryo UI" panose="020B0604030504040204" pitchFamily="50" charset="-128"/>
                <a:ea typeface="Meiryo UI" panose="020B0604030504040204" pitchFamily="50" charset="-128"/>
              </a:rPr>
              <a:t>基盤</a:t>
            </a:r>
            <a:endParaRPr lang="en-US" altLang="ja-JP" sz="900">
              <a:solidFill>
                <a:schemeClr val="tx1"/>
              </a:solidFill>
              <a:latin typeface="Meiryo UI" panose="020B0604030504040204" pitchFamily="50" charset="-128"/>
              <a:ea typeface="Meiryo UI" panose="020B0604030504040204" pitchFamily="50" charset="-128"/>
            </a:endParaRPr>
          </a:p>
        </p:txBody>
      </p:sp>
      <p:cxnSp>
        <p:nvCxnSpPr>
          <p:cNvPr id="60" name="直線矢印コネクタ 59">
            <a:extLst>
              <a:ext uri="{FF2B5EF4-FFF2-40B4-BE49-F238E27FC236}">
                <a16:creationId xmlns:a16="http://schemas.microsoft.com/office/drawing/2014/main" id="{649136B8-45BC-C379-D20F-C91E7445F77F}"/>
              </a:ext>
            </a:extLst>
          </p:cNvPr>
          <p:cNvCxnSpPr>
            <a:cxnSpLocks/>
          </p:cNvCxnSpPr>
          <p:nvPr/>
        </p:nvCxnSpPr>
        <p:spPr bwMode="auto">
          <a:xfrm>
            <a:off x="8542101" y="3578320"/>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61" name="フローチャート: 複数書類 60">
            <a:extLst>
              <a:ext uri="{FF2B5EF4-FFF2-40B4-BE49-F238E27FC236}">
                <a16:creationId xmlns:a16="http://schemas.microsoft.com/office/drawing/2014/main" id="{4299E442-4409-D180-33CB-E8B12BF4C36F}"/>
              </a:ext>
            </a:extLst>
          </p:cNvPr>
          <p:cNvSpPr/>
          <p:nvPr/>
        </p:nvSpPr>
        <p:spPr bwMode="auto">
          <a:xfrm>
            <a:off x="8900792" y="3202940"/>
            <a:ext cx="697727" cy="680613"/>
          </a:xfrm>
          <a:prstGeom prst="flowChartMultidocument">
            <a:avLst/>
          </a:prstGeom>
          <a:solidFill>
            <a:schemeClr val="bg1"/>
          </a:solidFill>
          <a:ln w="9525">
            <a:solidFill>
              <a:schemeClr val="tx1"/>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2" name="テキスト ボックス 61">
            <a:extLst>
              <a:ext uri="{FF2B5EF4-FFF2-40B4-BE49-F238E27FC236}">
                <a16:creationId xmlns:a16="http://schemas.microsoft.com/office/drawing/2014/main" id="{B7E07B03-F71E-5E17-8941-3E0972C298A0}"/>
              </a:ext>
            </a:extLst>
          </p:cNvPr>
          <p:cNvSpPr txBox="1"/>
          <p:nvPr/>
        </p:nvSpPr>
        <p:spPr>
          <a:xfrm>
            <a:off x="8900792" y="3470796"/>
            <a:ext cx="1129772" cy="341632"/>
          </a:xfrm>
          <a:prstGeom prst="rect">
            <a:avLst/>
          </a:prstGeom>
          <a:noFill/>
        </p:spPr>
        <p:txBody>
          <a:bodyPr wrap="square" rtlCol="0">
            <a:spAutoFit/>
          </a:bodyPr>
          <a:lstStyle/>
          <a:p>
            <a:r>
              <a:rPr lang="ja-JP" altLang="en-US" sz="900">
                <a:solidFill>
                  <a:schemeClr val="tx1"/>
                </a:solidFill>
                <a:latin typeface="Meiryo UI" panose="020B0604030504040204" pitchFamily="50" charset="-128"/>
                <a:ea typeface="Meiryo UI" panose="020B0604030504040204" pitchFamily="50" charset="-128"/>
              </a:rPr>
              <a:t>その他</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商品</a:t>
            </a:r>
            <a:r>
              <a:rPr lang="en-US" altLang="ja-JP" sz="900">
                <a:solidFill>
                  <a:schemeClr val="tx1"/>
                </a:solidFill>
                <a:latin typeface="Meiryo UI" panose="020B0604030504040204" pitchFamily="50" charset="-128"/>
                <a:ea typeface="Meiryo UI" panose="020B0604030504040204" pitchFamily="50" charset="-128"/>
              </a:rPr>
              <a:t>IF</a:t>
            </a:r>
          </a:p>
        </p:txBody>
      </p:sp>
      <p:sp>
        <p:nvSpPr>
          <p:cNvPr id="6" name="吹き出し: 線 5">
            <a:extLst>
              <a:ext uri="{FF2B5EF4-FFF2-40B4-BE49-F238E27FC236}">
                <a16:creationId xmlns:a16="http://schemas.microsoft.com/office/drawing/2014/main" id="{E3DB9982-BFA1-78C9-9FE5-C8F12FB9EC4E}"/>
              </a:ext>
            </a:extLst>
          </p:cNvPr>
          <p:cNvSpPr/>
          <p:nvPr/>
        </p:nvSpPr>
        <p:spPr bwMode="auto">
          <a:xfrm>
            <a:off x="5353250" y="5446416"/>
            <a:ext cx="1170176" cy="573262"/>
          </a:xfrm>
          <a:prstGeom prst="borderCallout1">
            <a:avLst>
              <a:gd name="adj1" fmla="val -10978"/>
              <a:gd name="adj2" fmla="val 16133"/>
              <a:gd name="adj3" fmla="val -61582"/>
              <a:gd name="adj4" fmla="val 34188"/>
            </a:avLst>
          </a:prstGeom>
          <a:solidFill>
            <a:schemeClr val="bg1"/>
          </a:solidFill>
          <a:ln w="9525">
            <a:solidFill>
              <a:schemeClr val="tx1"/>
            </a:solidFill>
            <a:miter lim="800000"/>
            <a:headEnd/>
            <a:tailEnd/>
          </a:ln>
          <a:effectLst/>
        </p:spPr>
        <p:txBody>
          <a:bodyPr wrap="none" rtlCol="0" anchor="ctr" anchorCtr="0">
            <a:noAutofit/>
          </a:bodyPr>
          <a:lstStyle/>
          <a:p>
            <a:r>
              <a:rPr lang="ja-JP" altLang="en-US" sz="1000">
                <a:solidFill>
                  <a:schemeClr val="tx1"/>
                </a:solidFill>
                <a:latin typeface="Meiryo UI" panose="020B0604030504040204" pitchFamily="50" charset="-128"/>
                <a:ea typeface="Meiryo UI" panose="020B0604030504040204" pitchFamily="50" charset="-128"/>
              </a:rPr>
              <a:t>現状の商品維持</a:t>
            </a:r>
            <a:endParaRPr lang="en-US" altLang="ja-JP" sz="1000">
              <a:solidFill>
                <a:schemeClr val="tx1"/>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121D1CEF-D1FF-4694-4530-6F11E6F983BC}"/>
              </a:ext>
            </a:extLst>
          </p:cNvPr>
          <p:cNvSpPr/>
          <p:nvPr/>
        </p:nvSpPr>
        <p:spPr bwMode="auto">
          <a:xfrm>
            <a:off x="573053" y="3994233"/>
            <a:ext cx="6195285" cy="1322901"/>
          </a:xfrm>
          <a:prstGeom prst="rect">
            <a:avLst/>
          </a:prstGeom>
          <a:noFill/>
          <a:ln w="9525">
            <a:solidFill>
              <a:schemeClr val="accent1"/>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14" name="吹き出し: 線 13">
            <a:extLst>
              <a:ext uri="{FF2B5EF4-FFF2-40B4-BE49-F238E27FC236}">
                <a16:creationId xmlns:a16="http://schemas.microsoft.com/office/drawing/2014/main" id="{2FAF9E9D-51C6-EC73-E548-FF56075675C5}"/>
              </a:ext>
            </a:extLst>
          </p:cNvPr>
          <p:cNvSpPr/>
          <p:nvPr/>
        </p:nvSpPr>
        <p:spPr bwMode="auto">
          <a:xfrm>
            <a:off x="710387" y="3305631"/>
            <a:ext cx="1395329" cy="661766"/>
          </a:xfrm>
          <a:prstGeom prst="borderCallout1">
            <a:avLst>
              <a:gd name="adj1" fmla="val 49652"/>
              <a:gd name="adj2" fmla="val 94903"/>
              <a:gd name="adj3" fmla="val 122177"/>
              <a:gd name="adj4" fmla="val 127582"/>
            </a:avLst>
          </a:prstGeom>
          <a:solidFill>
            <a:schemeClr val="bg1"/>
          </a:solidFill>
          <a:ln w="9525">
            <a:solidFill>
              <a:schemeClr val="tx1"/>
            </a:solidFill>
            <a:miter lim="800000"/>
            <a:headEnd/>
            <a:tailEnd/>
          </a:ln>
          <a:effectLst/>
        </p:spPr>
        <p:txBody>
          <a:bodyPr wrap="none" rtlCol="0" anchor="ctr" anchorCtr="0">
            <a:noAutofit/>
          </a:bodyPr>
          <a:lstStyle/>
          <a:p>
            <a:r>
              <a:rPr lang="ja-JP" altLang="en-US" sz="1000">
                <a:solidFill>
                  <a:schemeClr val="tx1"/>
                </a:solidFill>
                <a:latin typeface="Meiryo UI" panose="020B0604030504040204" pitchFamily="50" charset="-128"/>
                <a:ea typeface="Meiryo UI" panose="020B0604030504040204" pitchFamily="50" charset="-128"/>
              </a:rPr>
              <a:t>データ共通化</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基盤への最適な</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データ連携について考慮</a:t>
            </a:r>
            <a:endParaRPr lang="en-US" altLang="ja-JP" sz="100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BEC1ED3-30F8-6138-0313-0288C13C5480}"/>
              </a:ext>
            </a:extLst>
          </p:cNvPr>
          <p:cNvSpPr/>
          <p:nvPr/>
        </p:nvSpPr>
        <p:spPr bwMode="auto">
          <a:xfrm>
            <a:off x="2153572" y="2816465"/>
            <a:ext cx="7936002" cy="1358999"/>
          </a:xfrm>
          <a:prstGeom prst="rect">
            <a:avLst/>
          </a:prstGeom>
          <a:noFill/>
          <a:ln w="9525">
            <a:solidFill>
              <a:schemeClr val="accent3"/>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17" name="正方形/長方形 16">
            <a:extLst>
              <a:ext uri="{FF2B5EF4-FFF2-40B4-BE49-F238E27FC236}">
                <a16:creationId xmlns:a16="http://schemas.microsoft.com/office/drawing/2014/main" id="{8066704B-F5BD-77F3-1814-E86691F3C790}"/>
              </a:ext>
            </a:extLst>
          </p:cNvPr>
          <p:cNvSpPr/>
          <p:nvPr/>
        </p:nvSpPr>
        <p:spPr bwMode="auto">
          <a:xfrm>
            <a:off x="6601877" y="2415870"/>
            <a:ext cx="3999164" cy="546544"/>
          </a:xfrm>
          <a:prstGeom prst="rect">
            <a:avLst/>
          </a:prstGeom>
          <a:solidFill>
            <a:schemeClr val="accent3">
              <a:lumMod val="20000"/>
              <a:lumOff val="80000"/>
            </a:schemeClr>
          </a:solidFill>
          <a:ln w="9525">
            <a:noFill/>
            <a:miter lim="800000"/>
            <a:headEnd/>
            <a:tailEnd/>
          </a:ln>
          <a:effectLst/>
        </p:spPr>
        <p:txBody>
          <a:bodyPr wrap="none" rtlCol="0" anchor="ctr" anchorCtr="0">
            <a:noAutofit/>
          </a:bodyPr>
          <a:lstStyle/>
          <a:p>
            <a:r>
              <a:rPr lang="ja-JP" altLang="en-US" sz="1050">
                <a:solidFill>
                  <a:schemeClr val="tx1"/>
                </a:solidFill>
                <a:latin typeface="Meiryo UI" panose="020B0604030504040204" pitchFamily="50" charset="-128"/>
                <a:ea typeface="Meiryo UI" panose="020B0604030504040204" pitchFamily="50" charset="-128"/>
              </a:rPr>
              <a:t>提案②</a:t>
            </a:r>
            <a:endParaRPr lang="en-US" altLang="ja-JP" sz="1050">
              <a:solidFill>
                <a:schemeClr val="tx1"/>
              </a:solidFill>
              <a:latin typeface="Meiryo UI" panose="020B0604030504040204" pitchFamily="50" charset="-128"/>
              <a:ea typeface="Meiryo UI" panose="020B0604030504040204" pitchFamily="50" charset="-128"/>
            </a:endParaRPr>
          </a:p>
          <a:p>
            <a:r>
              <a:rPr lang="en-US" altLang="ja-JP" sz="1050">
                <a:solidFill>
                  <a:schemeClr val="tx1"/>
                </a:solidFill>
                <a:latin typeface="Meiryo UI" panose="020B0604030504040204" pitchFamily="50" charset="-128"/>
                <a:ea typeface="Meiryo UI" panose="020B0604030504040204" pitchFamily="50" charset="-128"/>
              </a:rPr>
              <a:t>TDB</a:t>
            </a:r>
            <a:r>
              <a:rPr lang="ja-JP" altLang="en-US" sz="1050">
                <a:solidFill>
                  <a:schemeClr val="tx1"/>
                </a:solidFill>
                <a:latin typeface="Meiryo UI" panose="020B0604030504040204" pitchFamily="50" charset="-128"/>
                <a:ea typeface="Meiryo UI" panose="020B0604030504040204" pitchFamily="50" charset="-128"/>
              </a:rPr>
              <a:t>様全体のデータ課題に対するご提案</a:t>
            </a:r>
            <a:endParaRPr lang="en-US" altLang="ja-JP" sz="1050">
              <a:solidFill>
                <a:schemeClr val="tx1"/>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D2A45D78-80BC-1C73-0BA0-D2DF5DEFBE83}"/>
              </a:ext>
            </a:extLst>
          </p:cNvPr>
          <p:cNvSpPr/>
          <p:nvPr/>
        </p:nvSpPr>
        <p:spPr bwMode="auto">
          <a:xfrm>
            <a:off x="6730585" y="4750555"/>
            <a:ext cx="3870456" cy="546544"/>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r>
              <a:rPr lang="ja-JP" altLang="en-US" sz="1050">
                <a:solidFill>
                  <a:schemeClr val="tx1"/>
                </a:solidFill>
                <a:latin typeface="Meiryo UI" panose="020B0604030504040204" pitchFamily="50" charset="-128"/>
                <a:ea typeface="Meiryo UI" panose="020B0604030504040204" pitchFamily="50" charset="-128"/>
              </a:rPr>
              <a:t>提案①　</a:t>
            </a:r>
            <a:r>
              <a:rPr lang="en-US" altLang="ja-JP" sz="1050">
                <a:solidFill>
                  <a:schemeClr val="tx1"/>
                </a:solidFill>
                <a:latin typeface="Meiryo UI" panose="020B0604030504040204" pitchFamily="50" charset="-128"/>
                <a:ea typeface="Meiryo UI" panose="020B0604030504040204" pitchFamily="50" charset="-128"/>
              </a:rPr>
              <a:t>C2</a:t>
            </a:r>
            <a:r>
              <a:rPr lang="ja-JP" altLang="en-US" sz="1050">
                <a:solidFill>
                  <a:schemeClr val="tx1"/>
                </a:solidFill>
                <a:latin typeface="Meiryo UI" panose="020B0604030504040204" pitchFamily="50" charset="-128"/>
                <a:ea typeface="Meiryo UI" panose="020B0604030504040204" pitchFamily="50" charset="-128"/>
              </a:rPr>
              <a:t>業務課題改善</a:t>
            </a:r>
            <a:endParaRPr lang="en-US" altLang="ja-JP" sz="1050">
              <a:solidFill>
                <a:schemeClr val="tx1"/>
              </a:solidFill>
              <a:latin typeface="Meiryo UI" panose="020B0604030504040204" pitchFamily="50" charset="-128"/>
              <a:ea typeface="Meiryo UI" panose="020B0604030504040204" pitchFamily="50" charset="-128"/>
            </a:endParaRPr>
          </a:p>
          <a:p>
            <a:r>
              <a:rPr lang="ja-JP" altLang="en-US" sz="1050">
                <a:solidFill>
                  <a:schemeClr val="tx1"/>
                </a:solidFill>
                <a:latin typeface="Meiryo UI" panose="020B0604030504040204" pitchFamily="50" charset="-128"/>
                <a:ea typeface="Meiryo UI" panose="020B0604030504040204" pitchFamily="50" charset="-128"/>
              </a:rPr>
              <a:t>　　　　　　提案②の実現に向けた下地作り</a:t>
            </a:r>
            <a:endParaRPr lang="en-US" altLang="ja-JP" sz="1050">
              <a:solidFill>
                <a:schemeClr val="tx1"/>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20E88B56-1512-CE59-00FA-43E489D03506}"/>
              </a:ext>
            </a:extLst>
          </p:cNvPr>
          <p:cNvSpPr txBox="1"/>
          <p:nvPr/>
        </p:nvSpPr>
        <p:spPr>
          <a:xfrm>
            <a:off x="190252" y="1028870"/>
            <a:ext cx="11559364" cy="978729"/>
          </a:xfrm>
          <a:prstGeom prst="rect">
            <a:avLst/>
          </a:prstGeom>
          <a:noFill/>
        </p:spPr>
        <p:txBody>
          <a:bodyPr wrap="square" rtlCol="0">
            <a:spAutoFit/>
          </a:bodyPr>
          <a:lstStyle/>
          <a:p>
            <a:r>
              <a:rPr lang="ja-JP" altLang="en-US" sz="1600">
                <a:solidFill>
                  <a:schemeClr val="tx1"/>
                </a:solidFill>
                <a:latin typeface="Meiryo UI" panose="020B0604030504040204" pitchFamily="50" charset="-128"/>
                <a:ea typeface="Meiryo UI" panose="020B0604030504040204" pitchFamily="50" charset="-128"/>
              </a:rPr>
              <a:t>提案①、②につきましては以下のスコープで検討する想定となります。</a:t>
            </a:r>
            <a:endParaRPr lang="en-US" altLang="ja-JP" sz="1600">
              <a:solidFill>
                <a:schemeClr val="tx1"/>
              </a:solidFill>
              <a:latin typeface="Meiryo UI" panose="020B0604030504040204" pitchFamily="50" charset="-128"/>
              <a:ea typeface="Meiryo UI" panose="020B0604030504040204" pitchFamily="50" charset="-128"/>
            </a:endParaRPr>
          </a:p>
          <a:p>
            <a:endParaRPr lang="en-US" altLang="ja-JP" sz="1600">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　提案①</a:t>
            </a:r>
            <a:r>
              <a:rPr lang="en-US" altLang="ja-JP" sz="1600">
                <a:solidFill>
                  <a:schemeClr val="tx1"/>
                </a:solidFill>
                <a:latin typeface="Meiryo UI" panose="020B0604030504040204" pitchFamily="50" charset="-128"/>
                <a:ea typeface="Meiryo UI" panose="020B0604030504040204" pitchFamily="50" charset="-128"/>
              </a:rPr>
              <a:t>	C2</a:t>
            </a:r>
            <a:r>
              <a:rPr lang="ja-JP" altLang="en-US" sz="1600">
                <a:solidFill>
                  <a:schemeClr val="tx1"/>
                </a:solidFill>
                <a:latin typeface="Meiryo UI" panose="020B0604030504040204" pitchFamily="50" charset="-128"/>
                <a:ea typeface="Meiryo UI" panose="020B0604030504040204" pitchFamily="50" charset="-128"/>
              </a:rPr>
              <a:t>業務課題改善</a:t>
            </a:r>
            <a:r>
              <a:rPr lang="en-US" altLang="ja-JP" sz="1600">
                <a:solidFill>
                  <a:schemeClr val="tx1"/>
                </a:solidFill>
                <a:latin typeface="Meiryo UI" panose="020B0604030504040204" pitchFamily="50" charset="-128"/>
                <a:ea typeface="Meiryo UI" panose="020B0604030504040204" pitchFamily="50" charset="-128"/>
              </a:rPr>
              <a:t>			</a:t>
            </a:r>
            <a:r>
              <a:rPr lang="ja-JP" altLang="en-US" sz="1600">
                <a:solidFill>
                  <a:schemeClr val="tx1"/>
                </a:solidFill>
                <a:latin typeface="Meiryo UI" panose="020B0604030504040204" pitchFamily="50" charset="-128"/>
                <a:ea typeface="Meiryo UI" panose="020B0604030504040204" pitchFamily="50" charset="-128"/>
              </a:rPr>
              <a:t>：</a:t>
            </a:r>
            <a:r>
              <a:rPr lang="en-US" altLang="ja-JP" sz="1600">
                <a:solidFill>
                  <a:schemeClr val="tx1"/>
                </a:solidFill>
                <a:latin typeface="Meiryo UI" panose="020B0604030504040204" pitchFamily="50" charset="-128"/>
                <a:ea typeface="Meiryo UI" panose="020B0604030504040204" pitchFamily="50" charset="-128"/>
              </a:rPr>
              <a:t>DB</a:t>
            </a:r>
            <a:r>
              <a:rPr lang="ja-JP" altLang="en-US" sz="1600">
                <a:solidFill>
                  <a:schemeClr val="tx1"/>
                </a:solidFill>
                <a:latin typeface="Meiryo UI" panose="020B0604030504040204" pitchFamily="50" charset="-128"/>
                <a:ea typeface="Meiryo UI" panose="020B0604030504040204" pitchFamily="50" charset="-128"/>
              </a:rPr>
              <a:t>メンテナンス課様・業シス様</a:t>
            </a:r>
            <a:endParaRPr lang="en-US" altLang="ja-JP" sz="1600">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　提案②</a:t>
            </a:r>
            <a:r>
              <a:rPr lang="en-US" altLang="ja-JP" sz="1600">
                <a:solidFill>
                  <a:schemeClr val="tx1"/>
                </a:solidFill>
                <a:latin typeface="Meiryo UI" panose="020B0604030504040204" pitchFamily="50" charset="-128"/>
                <a:ea typeface="Meiryo UI" panose="020B0604030504040204" pitchFamily="50" charset="-128"/>
              </a:rPr>
              <a:t>	TDB</a:t>
            </a:r>
            <a:r>
              <a:rPr lang="ja-JP" altLang="en-US" sz="1600">
                <a:solidFill>
                  <a:schemeClr val="tx1"/>
                </a:solidFill>
                <a:latin typeface="Meiryo UI" panose="020B0604030504040204" pitchFamily="50" charset="-128"/>
                <a:ea typeface="Meiryo UI" panose="020B0604030504040204" pitchFamily="50" charset="-128"/>
              </a:rPr>
              <a:t>様全体のデータ課題に対するご提案</a:t>
            </a:r>
            <a:r>
              <a:rPr lang="en-US" altLang="ja-JP" sz="1600">
                <a:solidFill>
                  <a:schemeClr val="tx1"/>
                </a:solidFill>
                <a:latin typeface="Meiryo UI" panose="020B0604030504040204" pitchFamily="50" charset="-128"/>
                <a:ea typeface="Meiryo UI" panose="020B0604030504040204" pitchFamily="50" charset="-128"/>
              </a:rPr>
              <a:t>	</a:t>
            </a:r>
            <a:r>
              <a:rPr lang="ja-JP" altLang="en-US" sz="1600">
                <a:solidFill>
                  <a:schemeClr val="tx1"/>
                </a:solidFill>
                <a:latin typeface="Meiryo UI" panose="020B0604030504040204" pitchFamily="50" charset="-128"/>
                <a:ea typeface="Meiryo UI" panose="020B0604030504040204" pitchFamily="50" charset="-128"/>
              </a:rPr>
              <a:t>：企画課様</a:t>
            </a:r>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5" name="矢印: 下 4">
            <a:extLst>
              <a:ext uri="{FF2B5EF4-FFF2-40B4-BE49-F238E27FC236}">
                <a16:creationId xmlns:a16="http://schemas.microsoft.com/office/drawing/2014/main" id="{2A05453E-D99E-1080-51F2-14F061919169}"/>
              </a:ext>
            </a:extLst>
          </p:cNvPr>
          <p:cNvSpPr/>
          <p:nvPr/>
        </p:nvSpPr>
        <p:spPr bwMode="auto">
          <a:xfrm rot="10800000">
            <a:off x="10120752" y="2816465"/>
            <a:ext cx="357086" cy="2338713"/>
          </a:xfrm>
          <a:prstGeom prst="downArrow">
            <a:avLst/>
          </a:prstGeom>
          <a:solidFill>
            <a:schemeClr val="bg1"/>
          </a:solidFill>
          <a:ln w="9525">
            <a:solidFill>
              <a:schemeClr val="tx1"/>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 name="テキスト ボックス 7">
            <a:extLst>
              <a:ext uri="{FF2B5EF4-FFF2-40B4-BE49-F238E27FC236}">
                <a16:creationId xmlns:a16="http://schemas.microsoft.com/office/drawing/2014/main" id="{09D3A517-BE68-88EE-84F5-2C3CCAF2410D}"/>
              </a:ext>
            </a:extLst>
          </p:cNvPr>
          <p:cNvSpPr txBox="1"/>
          <p:nvPr/>
        </p:nvSpPr>
        <p:spPr>
          <a:xfrm>
            <a:off x="10477838" y="3994233"/>
            <a:ext cx="1615399" cy="216982"/>
          </a:xfrm>
          <a:prstGeom prst="rect">
            <a:avLst/>
          </a:prstGeom>
          <a:noFill/>
        </p:spPr>
        <p:txBody>
          <a:bodyPr wrap="square" rtlCol="0">
            <a:spAutoFit/>
          </a:bodyPr>
          <a:lstStyle/>
          <a:p>
            <a:r>
              <a:rPr lang="ja-JP" altLang="en-US" sz="900">
                <a:solidFill>
                  <a:schemeClr val="tx1"/>
                </a:solidFill>
                <a:latin typeface="Meiryo UI" panose="020B0604030504040204" pitchFamily="50" charset="-128"/>
                <a:ea typeface="Meiryo UI" panose="020B0604030504040204" pitchFamily="50" charset="-128"/>
              </a:rPr>
              <a:t>今後移行</a:t>
            </a:r>
            <a:endParaRPr lang="en-US" altLang="ja-JP" sz="900">
              <a:solidFill>
                <a:schemeClr val="tx1"/>
              </a:solidFill>
              <a:latin typeface="Meiryo UI" panose="020B0604030504040204" pitchFamily="50" charset="-128"/>
              <a:ea typeface="Meiryo UI" panose="020B0604030504040204" pitchFamily="50" charset="-128"/>
            </a:endParaRPr>
          </a:p>
        </p:txBody>
      </p:sp>
      <p:sp>
        <p:nvSpPr>
          <p:cNvPr id="18" name="テキスト プレースホルダー 6">
            <a:extLst>
              <a:ext uri="{FF2B5EF4-FFF2-40B4-BE49-F238E27FC236}">
                <a16:creationId xmlns:a16="http://schemas.microsoft.com/office/drawing/2014/main" id="{3272C72B-DCE0-9AB4-6CF3-58EBE677994D}"/>
              </a:ext>
            </a:extLst>
          </p:cNvPr>
          <p:cNvSpPr>
            <a:spLocks noGrp="1"/>
          </p:cNvSpPr>
          <p:nvPr>
            <p:ph type="body" sz="quarter" idx="11"/>
          </p:nvPr>
        </p:nvSpPr>
        <p:spPr>
          <a:xfrm>
            <a:off x="148799" y="266400"/>
            <a:ext cx="5192321" cy="450000"/>
          </a:xfrm>
        </p:spPr>
        <p:txBody>
          <a:bodyPr/>
          <a:lstStyle/>
          <a:p>
            <a:r>
              <a:rPr lang="ja-JP" altLang="en-US" sz="2400" b="0">
                <a:solidFill>
                  <a:schemeClr val="tx1"/>
                </a:solidFill>
                <a:latin typeface="Meiryo UI" panose="020B0604030504040204" pitchFamily="50" charset="-128"/>
                <a:ea typeface="Meiryo UI" panose="020B0604030504040204" pitchFamily="50" charset="-128"/>
              </a:rPr>
              <a:t>　　検討の進め方確認</a:t>
            </a:r>
            <a:endParaRPr lang="en-US" altLang="ja-JP" sz="2400" b="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46852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1E19-219C-8F86-E7EA-4C2A701B0B3E}"/>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BA79CFB3-E13B-C9FF-5FBB-E47BE128AA45}"/>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4</a:t>
            </a:fld>
            <a:endParaRPr lang="en-US" altLang="ja-JP"/>
          </a:p>
        </p:txBody>
      </p:sp>
      <p:sp>
        <p:nvSpPr>
          <p:cNvPr id="4" name="テキスト ボックス 3">
            <a:extLst>
              <a:ext uri="{FF2B5EF4-FFF2-40B4-BE49-F238E27FC236}">
                <a16:creationId xmlns:a16="http://schemas.microsoft.com/office/drawing/2014/main" id="{E997AA54-D2DA-C54F-8D05-51836A9A1A57}"/>
              </a:ext>
            </a:extLst>
          </p:cNvPr>
          <p:cNvSpPr txBox="1"/>
          <p:nvPr/>
        </p:nvSpPr>
        <p:spPr>
          <a:xfrm>
            <a:off x="148799" y="901095"/>
            <a:ext cx="11559364" cy="2308324"/>
          </a:xfrm>
          <a:prstGeom prst="rect">
            <a:avLst/>
          </a:prstGeom>
          <a:noFill/>
        </p:spPr>
        <p:txBody>
          <a:bodyPr wrap="square" rtlCol="0">
            <a:spAutoFit/>
          </a:bodyPr>
          <a:lstStyle/>
          <a:p>
            <a:r>
              <a:rPr lang="en-US" altLang="ja-JP" sz="1600">
                <a:solidFill>
                  <a:schemeClr val="tx1"/>
                </a:solidFill>
                <a:latin typeface="Meiryo UI" panose="020B0604030504040204" pitchFamily="50" charset="-128"/>
                <a:ea typeface="Meiryo UI" panose="020B0604030504040204" pitchFamily="50" charset="-128"/>
              </a:rPr>
              <a:t>Windows2016</a:t>
            </a:r>
            <a:r>
              <a:rPr lang="ja-JP" altLang="en-US" sz="1600">
                <a:solidFill>
                  <a:schemeClr val="tx1"/>
                </a:solidFill>
                <a:latin typeface="Meiryo UI" panose="020B0604030504040204" pitchFamily="50" charset="-128"/>
                <a:ea typeface="Meiryo UI" panose="020B0604030504040204" pitchFamily="50" charset="-128"/>
              </a:rPr>
              <a:t>対応については以下の様な形で整理を進めております。</a:t>
            </a:r>
            <a:endParaRPr lang="en-US" altLang="ja-JP" sz="1600">
              <a:solidFill>
                <a:schemeClr val="tx1"/>
              </a:solidFill>
              <a:latin typeface="Meiryo UI" panose="020B0604030504040204" pitchFamily="50" charset="-128"/>
              <a:ea typeface="Meiryo UI" panose="020B0604030504040204" pitchFamily="50" charset="-128"/>
            </a:endParaRPr>
          </a:p>
          <a:p>
            <a:r>
              <a:rPr lang="en-US" altLang="ja-JP" sz="1600">
                <a:solidFill>
                  <a:schemeClr val="tx1"/>
                </a:solidFill>
                <a:latin typeface="Meiryo UI" panose="020B0604030504040204" pitchFamily="50" charset="-128"/>
                <a:ea typeface="Meiryo UI" panose="020B0604030504040204" pitchFamily="50" charset="-128"/>
              </a:rPr>
              <a:t>C2</a:t>
            </a:r>
            <a:r>
              <a:rPr lang="ja-JP" altLang="en-US" sz="1600">
                <a:solidFill>
                  <a:schemeClr val="tx1"/>
                </a:solidFill>
                <a:latin typeface="Meiryo UI" panose="020B0604030504040204" pitchFamily="50" charset="-128"/>
                <a:ea typeface="Meiryo UI" panose="020B0604030504040204" pitchFamily="50" charset="-128"/>
              </a:rPr>
              <a:t>、年次系それぞれのみ</a:t>
            </a:r>
            <a:r>
              <a:rPr lang="en-US" altLang="ja-JP" sz="1600">
                <a:solidFill>
                  <a:schemeClr val="tx1"/>
                </a:solidFill>
                <a:latin typeface="Meiryo UI" panose="020B0604030504040204" pitchFamily="50" charset="-128"/>
                <a:ea typeface="Meiryo UI" panose="020B0604030504040204" pitchFamily="50" charset="-128"/>
              </a:rPr>
              <a:t>Windows2016</a:t>
            </a:r>
            <a:r>
              <a:rPr lang="ja-JP" altLang="en-US" sz="1600">
                <a:solidFill>
                  <a:schemeClr val="tx1"/>
                </a:solidFill>
                <a:latin typeface="Meiryo UI" panose="020B0604030504040204" pitchFamily="50" charset="-128"/>
                <a:ea typeface="Meiryo UI" panose="020B0604030504040204" pitchFamily="50" charset="-128"/>
              </a:rPr>
              <a:t>対応を行うことは可能と考えております。</a:t>
            </a:r>
            <a:endParaRPr lang="en-US" altLang="ja-JP" sz="1600">
              <a:solidFill>
                <a:schemeClr val="tx1"/>
              </a:solidFill>
              <a:latin typeface="Meiryo UI" panose="020B0604030504040204" pitchFamily="50" charset="-128"/>
              <a:ea typeface="Meiryo UI" panose="020B0604030504040204" pitchFamily="50" charset="-128"/>
            </a:endParaRPr>
          </a:p>
          <a:p>
            <a:endParaRPr lang="en-US" altLang="ja-JP" sz="1600">
              <a:solidFill>
                <a:schemeClr val="tx1"/>
              </a:solidFill>
              <a:latin typeface="Meiryo UI" panose="020B0604030504040204" pitchFamily="50" charset="-128"/>
              <a:ea typeface="Meiryo UI" panose="020B0604030504040204" pitchFamily="50" charset="-128"/>
            </a:endParaRPr>
          </a:p>
          <a:p>
            <a:r>
              <a:rPr lang="en-US" altLang="ja-JP" sz="1600">
                <a:solidFill>
                  <a:schemeClr val="tx1"/>
                </a:solidFill>
                <a:latin typeface="Meiryo UI" panose="020B0604030504040204" pitchFamily="50" charset="-128"/>
                <a:ea typeface="Meiryo UI" panose="020B0604030504040204" pitchFamily="50" charset="-128"/>
              </a:rPr>
              <a:t> 【</a:t>
            </a:r>
            <a:r>
              <a:rPr lang="ja-JP" altLang="en-US" sz="1600">
                <a:solidFill>
                  <a:schemeClr val="tx1"/>
                </a:solidFill>
                <a:latin typeface="Meiryo UI" panose="020B0604030504040204" pitchFamily="50" charset="-128"/>
                <a:ea typeface="Meiryo UI" panose="020B0604030504040204" pitchFamily="50" charset="-128"/>
              </a:rPr>
              <a:t>前提</a:t>
            </a:r>
            <a:r>
              <a:rPr lang="en-US" altLang="ja-JP" sz="1600">
                <a:solidFill>
                  <a:schemeClr val="tx1"/>
                </a:solidFill>
                <a:latin typeface="Meiryo UI" panose="020B0604030504040204" pitchFamily="50" charset="-128"/>
                <a:ea typeface="Meiryo UI" panose="020B0604030504040204" pitchFamily="50" charset="-128"/>
              </a:rPr>
              <a:t>】</a:t>
            </a:r>
          </a:p>
          <a:p>
            <a:r>
              <a:rPr lang="ja-JP" altLang="en-US" sz="1600">
                <a:solidFill>
                  <a:schemeClr val="tx1"/>
                </a:solidFill>
                <a:latin typeface="Meiryo UI" panose="020B0604030504040204" pitchFamily="50" charset="-128"/>
                <a:ea typeface="Meiryo UI" panose="020B0604030504040204" pitchFamily="50" charset="-128"/>
              </a:rPr>
              <a:t>・日立クラウド</a:t>
            </a:r>
            <a:r>
              <a:rPr lang="en-US" altLang="ja-JP" sz="1600">
                <a:solidFill>
                  <a:schemeClr val="tx1"/>
                </a:solidFill>
                <a:latin typeface="Meiryo UI" panose="020B0604030504040204" pitchFamily="50" charset="-128"/>
                <a:ea typeface="Meiryo UI" panose="020B0604030504040204" pitchFamily="50" charset="-128"/>
              </a:rPr>
              <a:t>G2 </a:t>
            </a:r>
            <a:r>
              <a:rPr lang="ja-JP" altLang="en-US" sz="1600">
                <a:solidFill>
                  <a:schemeClr val="tx1"/>
                </a:solidFill>
                <a:latin typeface="Meiryo UI" panose="020B0604030504040204" pitchFamily="50" charset="-128"/>
                <a:ea typeface="Meiryo UI" panose="020B0604030504040204" pitchFamily="50" charset="-128"/>
              </a:rPr>
              <a:t>移行後に</a:t>
            </a:r>
            <a:r>
              <a:rPr lang="en-US" altLang="ja-JP" sz="1600">
                <a:solidFill>
                  <a:schemeClr val="tx1"/>
                </a:solidFill>
                <a:latin typeface="Meiryo UI" panose="020B0604030504040204" pitchFamily="50" charset="-128"/>
                <a:ea typeface="Meiryo UI" panose="020B0604030504040204" pitchFamily="50" charset="-128"/>
              </a:rPr>
              <a:t>Windows2016</a:t>
            </a:r>
            <a:r>
              <a:rPr lang="ja-JP" altLang="en-US" sz="1600">
                <a:solidFill>
                  <a:schemeClr val="tx1"/>
                </a:solidFill>
                <a:latin typeface="Meiryo UI" panose="020B0604030504040204" pitchFamily="50" charset="-128"/>
                <a:ea typeface="Meiryo UI" panose="020B0604030504040204" pitchFamily="50" charset="-128"/>
              </a:rPr>
              <a:t>→</a:t>
            </a:r>
            <a:r>
              <a:rPr lang="en-US" altLang="ja-JP" sz="1600">
                <a:solidFill>
                  <a:schemeClr val="tx1"/>
                </a:solidFill>
                <a:latin typeface="Meiryo UI" panose="020B0604030504040204" pitchFamily="50" charset="-128"/>
                <a:ea typeface="Meiryo UI" panose="020B0604030504040204" pitchFamily="50" charset="-128"/>
              </a:rPr>
              <a:t>Windows2022</a:t>
            </a:r>
            <a:r>
              <a:rPr lang="ja-JP" altLang="en-US" sz="1600">
                <a:solidFill>
                  <a:schemeClr val="tx1"/>
                </a:solidFill>
                <a:latin typeface="Meiryo UI" panose="020B0604030504040204" pitchFamily="50" charset="-128"/>
                <a:ea typeface="Meiryo UI" panose="020B0604030504040204" pitchFamily="50" charset="-128"/>
              </a:rPr>
              <a:t>へ移行する</a:t>
            </a:r>
            <a:endParaRPr lang="en-US" altLang="ja-JP" sz="1600">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a:t>
            </a:r>
            <a:r>
              <a:rPr lang="en-US" altLang="ja-JP" sz="1600">
                <a:solidFill>
                  <a:schemeClr val="tx1"/>
                </a:solidFill>
                <a:latin typeface="Meiryo UI" panose="020B0604030504040204" pitchFamily="50" charset="-128"/>
                <a:ea typeface="Meiryo UI" panose="020B0604030504040204" pitchFamily="50" charset="-128"/>
              </a:rPr>
              <a:t>C</a:t>
            </a:r>
            <a:r>
              <a:rPr lang="ja-JP" altLang="en-US" sz="1600">
                <a:solidFill>
                  <a:schemeClr val="tx1"/>
                </a:solidFill>
                <a:latin typeface="Meiryo UI" panose="020B0604030504040204" pitchFamily="50" charset="-128"/>
                <a:ea typeface="Meiryo UI" panose="020B0604030504040204" pitchFamily="50" charset="-128"/>
              </a:rPr>
              <a:t>案</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日立クラウド</a:t>
            </a:r>
            <a:r>
              <a:rPr lang="en-US" altLang="ja-JP" sz="1600">
                <a:solidFill>
                  <a:schemeClr val="tx1"/>
                </a:solidFill>
                <a:latin typeface="Meiryo UI" panose="020B0604030504040204" pitchFamily="50" charset="-128"/>
                <a:ea typeface="Meiryo UI" panose="020B0604030504040204" pitchFamily="50" charset="-128"/>
              </a:rPr>
              <a:t>G2</a:t>
            </a:r>
            <a:r>
              <a:rPr lang="ja-JP" altLang="en-US" sz="1600">
                <a:solidFill>
                  <a:schemeClr val="tx1"/>
                </a:solidFill>
                <a:latin typeface="Meiryo UI" panose="020B0604030504040204" pitchFamily="50" charset="-128"/>
                <a:ea typeface="Meiryo UI" panose="020B0604030504040204" pitchFamily="50" charset="-128"/>
              </a:rPr>
              <a:t>＋</a:t>
            </a:r>
            <a:r>
              <a:rPr lang="en-US" altLang="ja-JP" sz="1600">
                <a:solidFill>
                  <a:schemeClr val="tx1"/>
                </a:solidFill>
                <a:latin typeface="Meiryo UI" panose="020B0604030504040204" pitchFamily="50" charset="-128"/>
                <a:ea typeface="Meiryo UI" panose="020B0604030504040204" pitchFamily="50" charset="-128"/>
              </a:rPr>
              <a:t>win2022</a:t>
            </a:r>
            <a:r>
              <a:rPr lang="ja-JP" altLang="en-US" sz="1600">
                <a:solidFill>
                  <a:schemeClr val="tx1"/>
                </a:solidFill>
                <a:latin typeface="Meiryo UI" panose="020B0604030504040204" pitchFamily="50" charset="-128"/>
                <a:ea typeface="Meiryo UI" panose="020B0604030504040204" pitchFamily="50" charset="-128"/>
              </a:rPr>
              <a:t>対応</a:t>
            </a:r>
            <a:r>
              <a:rPr lang="en-US" altLang="ja-JP" sz="1600">
                <a:solidFill>
                  <a:schemeClr val="tx1"/>
                </a:solidFill>
                <a:latin typeface="Meiryo UI" panose="020B0604030504040204" pitchFamily="50" charset="-128"/>
                <a:ea typeface="Meiryo UI" panose="020B0604030504040204" pitchFamily="50" charset="-128"/>
              </a:rPr>
              <a:t>)/D</a:t>
            </a:r>
            <a:r>
              <a:rPr lang="ja-JP" altLang="en-US" sz="1600">
                <a:solidFill>
                  <a:schemeClr val="tx1"/>
                </a:solidFill>
                <a:latin typeface="Meiryo UI" panose="020B0604030504040204" pitchFamily="50" charset="-128"/>
                <a:ea typeface="Meiryo UI" panose="020B0604030504040204" pitchFamily="50" charset="-128"/>
              </a:rPr>
              <a:t>案</a:t>
            </a:r>
            <a:r>
              <a:rPr lang="en-US" altLang="ja-JP" sz="1600">
                <a:solidFill>
                  <a:schemeClr val="tx1"/>
                </a:solidFill>
                <a:latin typeface="Meiryo UI" panose="020B0604030504040204" pitchFamily="50" charset="-128"/>
                <a:ea typeface="Meiryo UI" panose="020B0604030504040204" pitchFamily="50" charset="-128"/>
              </a:rPr>
              <a:t>(AWS</a:t>
            </a:r>
            <a:r>
              <a:rPr lang="ja-JP" altLang="en-US" sz="1600">
                <a:solidFill>
                  <a:schemeClr val="tx1"/>
                </a:solidFill>
                <a:latin typeface="Meiryo UI" panose="020B0604030504040204" pitchFamily="50" charset="-128"/>
                <a:ea typeface="Meiryo UI" panose="020B0604030504040204" pitchFamily="50" charset="-128"/>
              </a:rPr>
              <a:t>化＋</a:t>
            </a:r>
            <a:r>
              <a:rPr lang="en-US" altLang="ja-JP" sz="1600">
                <a:solidFill>
                  <a:schemeClr val="tx1"/>
                </a:solidFill>
                <a:latin typeface="Meiryo UI" panose="020B0604030504040204" pitchFamily="50" charset="-128"/>
                <a:ea typeface="Meiryo UI" panose="020B0604030504040204" pitchFamily="50" charset="-128"/>
              </a:rPr>
              <a:t>Win2022</a:t>
            </a:r>
            <a:r>
              <a:rPr lang="ja-JP" altLang="en-US" sz="1600">
                <a:solidFill>
                  <a:schemeClr val="tx1"/>
                </a:solidFill>
                <a:latin typeface="Meiryo UI" panose="020B0604030504040204" pitchFamily="50" charset="-128"/>
                <a:ea typeface="Meiryo UI" panose="020B0604030504040204" pitchFamily="50" charset="-128"/>
              </a:rPr>
              <a:t>対応</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をベースに増減の考え方を整理する</a:t>
            </a:r>
            <a:endParaRPr lang="en-US" altLang="ja-JP" sz="1600">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　</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パターンによっては環境として必要なリソース</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ランニング</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が変わる可能性がありますが、そこまでの精緻な見積は現時点は実施しない想定となります。　</a:t>
            </a:r>
            <a:endParaRPr lang="en-US" altLang="ja-JP" sz="1600">
              <a:solidFill>
                <a:schemeClr val="tx1"/>
              </a:solidFill>
              <a:latin typeface="Meiryo UI" panose="020B0604030504040204" pitchFamily="50" charset="-128"/>
              <a:ea typeface="Meiryo UI" panose="020B0604030504040204" pitchFamily="50" charset="-128"/>
            </a:endParaRPr>
          </a:p>
          <a:p>
            <a:endParaRPr lang="en-US" altLang="ja-JP" sz="1600">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　</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考え方</a:t>
            </a:r>
            <a:r>
              <a:rPr lang="en-US" altLang="ja-JP" sz="1600">
                <a:solidFill>
                  <a:schemeClr val="tx1"/>
                </a:solidFill>
                <a:latin typeface="Meiryo UI" panose="020B0604030504040204" pitchFamily="50" charset="-128"/>
                <a:ea typeface="Meiryo UI" panose="020B0604030504040204" pitchFamily="50" charset="-128"/>
              </a:rPr>
              <a:t>】</a:t>
            </a:r>
          </a:p>
        </p:txBody>
      </p:sp>
      <p:sp>
        <p:nvSpPr>
          <p:cNvPr id="18" name="テキスト プレースホルダー 6">
            <a:extLst>
              <a:ext uri="{FF2B5EF4-FFF2-40B4-BE49-F238E27FC236}">
                <a16:creationId xmlns:a16="http://schemas.microsoft.com/office/drawing/2014/main" id="{F6D8EA91-8ABC-7A49-03B2-967EAAB7FF2E}"/>
              </a:ext>
            </a:extLst>
          </p:cNvPr>
          <p:cNvSpPr>
            <a:spLocks noGrp="1"/>
          </p:cNvSpPr>
          <p:nvPr>
            <p:ph type="body" sz="quarter" idx="11"/>
          </p:nvPr>
        </p:nvSpPr>
        <p:spPr>
          <a:xfrm>
            <a:off x="148799" y="266400"/>
            <a:ext cx="7950172" cy="450000"/>
          </a:xfrm>
        </p:spPr>
        <p:txBody>
          <a:bodyPr/>
          <a:lstStyle/>
          <a:p>
            <a:r>
              <a:rPr lang="en-US" altLang="ja-JP" sz="2400" b="0">
                <a:solidFill>
                  <a:schemeClr val="tx1"/>
                </a:solidFill>
                <a:latin typeface="Meiryo UI" panose="020B0604030504040204" pitchFamily="50" charset="-128"/>
                <a:ea typeface="Meiryo UI" panose="020B0604030504040204" pitchFamily="50" charset="-128"/>
              </a:rPr>
              <a:t>Windows2016</a:t>
            </a:r>
            <a:r>
              <a:rPr lang="ja-JP" altLang="en-US" sz="2400" b="0">
                <a:solidFill>
                  <a:schemeClr val="tx1"/>
                </a:solidFill>
                <a:latin typeface="Meiryo UI" panose="020B0604030504040204" pitchFamily="50" charset="-128"/>
                <a:ea typeface="Meiryo UI" panose="020B0604030504040204" pitchFamily="50" charset="-128"/>
              </a:rPr>
              <a:t>対応超概算工数感考え方ご説明</a:t>
            </a:r>
          </a:p>
        </p:txBody>
      </p:sp>
      <p:graphicFrame>
        <p:nvGraphicFramePr>
          <p:cNvPr id="9" name="表 8">
            <a:extLst>
              <a:ext uri="{FF2B5EF4-FFF2-40B4-BE49-F238E27FC236}">
                <a16:creationId xmlns:a16="http://schemas.microsoft.com/office/drawing/2014/main" id="{8FA727F1-90FA-EA21-7641-A7FC8F99B180}"/>
              </a:ext>
            </a:extLst>
          </p:cNvPr>
          <p:cNvGraphicFramePr>
            <a:graphicFrameLocks noGrp="1"/>
          </p:cNvGraphicFramePr>
          <p:nvPr>
            <p:extLst>
              <p:ext uri="{D42A27DB-BD31-4B8C-83A1-F6EECF244321}">
                <p14:modId xmlns:p14="http://schemas.microsoft.com/office/powerpoint/2010/main" val="148718047"/>
              </p:ext>
            </p:extLst>
          </p:nvPr>
        </p:nvGraphicFramePr>
        <p:xfrm>
          <a:off x="316318" y="3218139"/>
          <a:ext cx="11559364" cy="2570480"/>
        </p:xfrm>
        <a:graphic>
          <a:graphicData uri="http://schemas.openxmlformats.org/drawingml/2006/table">
            <a:tbl>
              <a:tblPr firstRow="1" bandRow="1">
                <a:tableStyleId>{5C22544A-7EE6-4342-B048-85BDC9FD1C3A}</a:tableStyleId>
              </a:tblPr>
              <a:tblGrid>
                <a:gridCol w="969879">
                  <a:extLst>
                    <a:ext uri="{9D8B030D-6E8A-4147-A177-3AD203B41FA5}">
                      <a16:colId xmlns:a16="http://schemas.microsoft.com/office/drawing/2014/main" val="2446442590"/>
                    </a:ext>
                  </a:extLst>
                </a:gridCol>
                <a:gridCol w="5007429">
                  <a:extLst>
                    <a:ext uri="{9D8B030D-6E8A-4147-A177-3AD203B41FA5}">
                      <a16:colId xmlns:a16="http://schemas.microsoft.com/office/drawing/2014/main" val="2077831418"/>
                    </a:ext>
                  </a:extLst>
                </a:gridCol>
                <a:gridCol w="2643545">
                  <a:extLst>
                    <a:ext uri="{9D8B030D-6E8A-4147-A177-3AD203B41FA5}">
                      <a16:colId xmlns:a16="http://schemas.microsoft.com/office/drawing/2014/main" val="170387487"/>
                    </a:ext>
                  </a:extLst>
                </a:gridCol>
                <a:gridCol w="2938511">
                  <a:extLst>
                    <a:ext uri="{9D8B030D-6E8A-4147-A177-3AD203B41FA5}">
                      <a16:colId xmlns:a16="http://schemas.microsoft.com/office/drawing/2014/main" val="306800799"/>
                    </a:ext>
                  </a:extLst>
                </a:gridCol>
              </a:tblGrid>
              <a:tr h="370840">
                <a:tc>
                  <a:txBody>
                    <a:bodyPr/>
                    <a:lstStyle/>
                    <a:p>
                      <a:r>
                        <a:rPr kumimoji="1" lang="en-US" altLang="ja-JP"/>
                        <a:t>#</a:t>
                      </a:r>
                      <a:endParaRPr kumimoji="1" lang="ja-JP" altLang="en-US"/>
                    </a:p>
                  </a:txBody>
                  <a:tcPr/>
                </a:tc>
                <a:tc>
                  <a:txBody>
                    <a:bodyPr/>
                    <a:lstStyle/>
                    <a:p>
                      <a:r>
                        <a:rPr kumimoji="1" lang="ja-JP" altLang="en-US"/>
                        <a:t>分類</a:t>
                      </a:r>
                    </a:p>
                  </a:txBody>
                  <a:tcPr/>
                </a:tc>
                <a:tc>
                  <a:txBody>
                    <a:bodyPr/>
                    <a:lstStyle/>
                    <a:p>
                      <a:r>
                        <a:rPr kumimoji="1" lang="ja-JP" altLang="en-US"/>
                        <a:t>費用増加要素</a:t>
                      </a:r>
                    </a:p>
                  </a:txBody>
                  <a:tcPr/>
                </a:tc>
                <a:tc>
                  <a:txBody>
                    <a:bodyPr/>
                    <a:lstStyle/>
                    <a:p>
                      <a:r>
                        <a:rPr kumimoji="1" lang="ja-JP" altLang="en-US"/>
                        <a:t>費用削減要素</a:t>
                      </a:r>
                      <a:endParaRPr kumimoji="1" lang="en-US" altLang="ja-JP"/>
                    </a:p>
                  </a:txBody>
                  <a:tcPr/>
                </a:tc>
                <a:extLst>
                  <a:ext uri="{0D108BD9-81ED-4DB2-BD59-A6C34878D82A}">
                    <a16:rowId xmlns:a16="http://schemas.microsoft.com/office/drawing/2014/main" val="2364879204"/>
                  </a:ext>
                </a:extLst>
              </a:tr>
              <a:tr h="370840">
                <a:tc>
                  <a:txBody>
                    <a:bodyPr/>
                    <a:lstStyle/>
                    <a:p>
                      <a:r>
                        <a:rPr kumimoji="1" lang="en-US" altLang="ja-JP">
                          <a:latin typeface="Meiryo UI" panose="020B0604030504040204" pitchFamily="50" charset="-128"/>
                          <a:ea typeface="Meiryo UI" panose="020B0604030504040204" pitchFamily="50" charset="-128"/>
                        </a:rPr>
                        <a:t>1</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ja-JP" altLang="en-US">
                          <a:latin typeface="Meiryo UI" panose="020B0604030504040204" pitchFamily="50" charset="-128"/>
                          <a:ea typeface="Meiryo UI" panose="020B0604030504040204" pitchFamily="50" charset="-128"/>
                        </a:rPr>
                        <a:t>全て</a:t>
                      </a:r>
                      <a:r>
                        <a:rPr kumimoji="1" lang="en-US" altLang="ja-JP">
                          <a:latin typeface="Meiryo UI" panose="020B0604030504040204" pitchFamily="50" charset="-128"/>
                          <a:ea typeface="Meiryo UI" panose="020B0604030504040204" pitchFamily="50" charset="-128"/>
                        </a:rPr>
                        <a:t>(C2</a:t>
                      </a:r>
                      <a:r>
                        <a:rPr kumimoji="1" lang="ja-JP" altLang="en-US">
                          <a:latin typeface="Meiryo UI" panose="020B0604030504040204" pitchFamily="50" charset="-128"/>
                          <a:ea typeface="Meiryo UI" panose="020B0604030504040204" pitchFamily="50" charset="-128"/>
                        </a:rPr>
                        <a:t>＋年次系</a:t>
                      </a:r>
                      <a:r>
                        <a:rPr kumimoji="1" lang="en-US" altLang="ja-JP">
                          <a:latin typeface="Meiryo UI" panose="020B0604030504040204" pitchFamily="50" charset="-128"/>
                          <a:ea typeface="Meiryo UI" panose="020B0604030504040204" pitchFamily="50" charset="-128"/>
                        </a:rPr>
                        <a:t>)windows2016</a:t>
                      </a:r>
                      <a:r>
                        <a:rPr kumimoji="1" lang="ja-JP" altLang="en-US">
                          <a:latin typeface="Meiryo UI" panose="020B0604030504040204" pitchFamily="50" charset="-128"/>
                          <a:ea typeface="Meiryo UI" panose="020B0604030504040204" pitchFamily="50" charset="-128"/>
                        </a:rPr>
                        <a:t>対応</a:t>
                      </a:r>
                    </a:p>
                  </a:txBody>
                  <a:tcPr/>
                </a:tc>
                <a:tc>
                  <a:txBody>
                    <a:bodyPr/>
                    <a:lstStyle/>
                    <a:p>
                      <a:r>
                        <a:rPr kumimoji="1" lang="en-US" altLang="ja-JP">
                          <a:latin typeface="Meiryo UI" panose="020B0604030504040204" pitchFamily="50" charset="-128"/>
                          <a:ea typeface="Meiryo UI" panose="020B0604030504040204" pitchFamily="50" charset="-128"/>
                        </a:rPr>
                        <a:t>-</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ja-JP" altLang="en-US">
                          <a:latin typeface="Meiryo UI" panose="020B0604030504040204" pitchFamily="50" charset="-128"/>
                          <a:ea typeface="Meiryo UI" panose="020B0604030504040204" pitchFamily="50" charset="-128"/>
                        </a:rPr>
                        <a:t>・環境移行設計関連工数</a:t>
                      </a:r>
                      <a:endParaRPr kumimoji="1" lang="en-US" altLang="ja-JP">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569283570"/>
                  </a:ext>
                </a:extLst>
              </a:tr>
              <a:tr h="370840">
                <a:tc>
                  <a:txBody>
                    <a:bodyPr/>
                    <a:lstStyle/>
                    <a:p>
                      <a:r>
                        <a:rPr kumimoji="1" lang="en-US" altLang="ja-JP">
                          <a:latin typeface="Meiryo UI" panose="020B0604030504040204" pitchFamily="50" charset="-128"/>
                          <a:ea typeface="Meiryo UI" panose="020B0604030504040204" pitchFamily="50" charset="-128"/>
                        </a:rPr>
                        <a:t>2</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C2</a:t>
                      </a:r>
                      <a:r>
                        <a:rPr kumimoji="1" lang="ja-JP" altLang="en-US">
                          <a:latin typeface="Meiryo UI" panose="020B0604030504040204" pitchFamily="50" charset="-128"/>
                          <a:ea typeface="Meiryo UI" panose="020B0604030504040204" pitchFamily="50" charset="-128"/>
                        </a:rPr>
                        <a:t>のみ</a:t>
                      </a:r>
                      <a:r>
                        <a:rPr kumimoji="1" lang="en-US" altLang="ja-JP">
                          <a:latin typeface="Meiryo UI" panose="020B0604030504040204" pitchFamily="50" charset="-128"/>
                          <a:ea typeface="Meiryo UI" panose="020B0604030504040204" pitchFamily="50" charset="-128"/>
                        </a:rPr>
                        <a:t>Windows2016</a:t>
                      </a:r>
                      <a:r>
                        <a:rPr kumimoji="1" lang="ja-JP" altLang="en-US">
                          <a:latin typeface="Meiryo UI" panose="020B0604030504040204" pitchFamily="50" charset="-128"/>
                          <a:ea typeface="Meiryo UI" panose="020B0604030504040204" pitchFamily="50" charset="-128"/>
                        </a:rPr>
                        <a:t>対応</a:t>
                      </a:r>
                    </a:p>
                  </a:txBody>
                  <a:tcPr/>
                </a:tc>
                <a:tc>
                  <a:txBody>
                    <a:bodyPr/>
                    <a:lstStyle/>
                    <a:p>
                      <a:r>
                        <a:rPr kumimoji="1" lang="ja-JP" altLang="en-US">
                          <a:latin typeface="Meiryo UI" panose="020B0604030504040204" pitchFamily="50" charset="-128"/>
                          <a:ea typeface="Meiryo UI" panose="020B0604030504040204" pitchFamily="50" charset="-128"/>
                        </a:rPr>
                        <a:t>年次系廃止</a:t>
                      </a:r>
                      <a:r>
                        <a:rPr kumimoji="1" lang="en-US" altLang="ja-JP">
                          <a:latin typeface="Meiryo UI" panose="020B0604030504040204" pitchFamily="50" charset="-128"/>
                          <a:ea typeface="Meiryo UI" panose="020B0604030504040204" pitchFamily="50" charset="-128"/>
                        </a:rPr>
                        <a:t>(</a:t>
                      </a:r>
                      <a:r>
                        <a:rPr kumimoji="1" lang="ja-JP" altLang="en-US">
                          <a:latin typeface="Meiryo UI" panose="020B0604030504040204" pitchFamily="50" charset="-128"/>
                          <a:ea typeface="Meiryo UI" panose="020B0604030504040204" pitchFamily="50" charset="-128"/>
                        </a:rPr>
                        <a:t>変更</a:t>
                      </a:r>
                      <a:r>
                        <a:rPr kumimoji="1" lang="en-US" altLang="ja-JP">
                          <a:latin typeface="Meiryo UI" panose="020B0604030504040204" pitchFamily="50" charset="-128"/>
                          <a:ea typeface="Meiryo UI" panose="020B0604030504040204" pitchFamily="50" charset="-128"/>
                        </a:rPr>
                        <a:t>)</a:t>
                      </a:r>
                      <a:r>
                        <a:rPr kumimoji="1" lang="ja-JP" altLang="en-US">
                          <a:latin typeface="Meiryo UI" panose="020B0604030504040204" pitchFamily="50" charset="-128"/>
                          <a:ea typeface="Meiryo UI" panose="020B0604030504040204" pitchFamily="50" charset="-128"/>
                        </a:rPr>
                        <a:t>に伴う</a:t>
                      </a:r>
                      <a:endParaRPr kumimoji="1" lang="en-US" altLang="ja-JP">
                        <a:latin typeface="Meiryo UI" panose="020B0604030504040204" pitchFamily="50" charset="-128"/>
                        <a:ea typeface="Meiryo UI" panose="020B0604030504040204" pitchFamily="50" charset="-128"/>
                      </a:endParaRPr>
                    </a:p>
                    <a:p>
                      <a:r>
                        <a:rPr kumimoji="1" lang="en-US" altLang="ja-JP">
                          <a:latin typeface="Meiryo UI" panose="020B0604030504040204" pitchFamily="50" charset="-128"/>
                          <a:ea typeface="Meiryo UI" panose="020B0604030504040204" pitchFamily="50" charset="-128"/>
                        </a:rPr>
                        <a:t>C2</a:t>
                      </a:r>
                      <a:r>
                        <a:rPr kumimoji="1" lang="ja-JP" altLang="en-US">
                          <a:latin typeface="Meiryo UI" panose="020B0604030504040204" pitchFamily="50" charset="-128"/>
                          <a:ea typeface="Meiryo UI" panose="020B0604030504040204" pitchFamily="50" charset="-128"/>
                        </a:rPr>
                        <a:t>対応工数</a:t>
                      </a:r>
                      <a:endParaRPr kumimoji="1" lang="en-US" altLang="ja-JP">
                        <a:latin typeface="Meiryo UI" panose="020B0604030504040204" pitchFamily="50" charset="-128"/>
                        <a:ea typeface="Meiryo UI" panose="020B0604030504040204" pitchFamily="50" charset="-128"/>
                      </a:endParaRPr>
                    </a:p>
                  </a:txBody>
                  <a:tcPr/>
                </a:tc>
                <a:tc>
                  <a:txBody>
                    <a:bodyPr/>
                    <a:lstStyle/>
                    <a:p>
                      <a:r>
                        <a:rPr kumimoji="1" lang="ja-JP" altLang="en-US">
                          <a:latin typeface="Meiryo UI" panose="020B0604030504040204" pitchFamily="50" charset="-128"/>
                          <a:ea typeface="Meiryo UI" panose="020B0604030504040204" pitchFamily="50" charset="-128"/>
                        </a:rPr>
                        <a:t>・年次系関連テスト工数</a:t>
                      </a:r>
                    </a:p>
                  </a:txBody>
                  <a:tcPr/>
                </a:tc>
                <a:extLst>
                  <a:ext uri="{0D108BD9-81ED-4DB2-BD59-A6C34878D82A}">
                    <a16:rowId xmlns:a16="http://schemas.microsoft.com/office/drawing/2014/main" val="4172826701"/>
                  </a:ext>
                </a:extLst>
              </a:tr>
              <a:tr h="370840">
                <a:tc>
                  <a:txBody>
                    <a:bodyPr/>
                    <a:lstStyle/>
                    <a:p>
                      <a:r>
                        <a:rPr kumimoji="1" lang="en-US" altLang="ja-JP">
                          <a:latin typeface="Meiryo UI" panose="020B0604030504040204" pitchFamily="50" charset="-128"/>
                          <a:ea typeface="Meiryo UI" panose="020B0604030504040204" pitchFamily="50" charset="-128"/>
                        </a:rPr>
                        <a:t>3</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ja-JP" altLang="en-US">
                          <a:latin typeface="Meiryo UI" panose="020B0604030504040204" pitchFamily="50" charset="-128"/>
                          <a:ea typeface="Meiryo UI" panose="020B0604030504040204" pitchFamily="50" charset="-128"/>
                        </a:rPr>
                        <a:t>年次系のみ</a:t>
                      </a:r>
                      <a:r>
                        <a:rPr kumimoji="1" lang="en-US" altLang="ja-JP">
                          <a:latin typeface="Meiryo UI" panose="020B0604030504040204" pitchFamily="50" charset="-128"/>
                          <a:ea typeface="Meiryo UI" panose="020B0604030504040204" pitchFamily="50" charset="-128"/>
                        </a:rPr>
                        <a:t>Windows2016</a:t>
                      </a:r>
                      <a:r>
                        <a:rPr kumimoji="1" lang="ja-JP" altLang="en-US">
                          <a:latin typeface="Meiryo UI" panose="020B0604030504040204" pitchFamily="50" charset="-128"/>
                          <a:ea typeface="Meiryo UI" panose="020B0604030504040204" pitchFamily="50" charset="-128"/>
                        </a:rPr>
                        <a:t>対応</a:t>
                      </a:r>
                    </a:p>
                  </a:txBody>
                  <a:tcPr/>
                </a:tc>
                <a:tc>
                  <a:txBody>
                    <a:bodyPr/>
                    <a:lstStyle/>
                    <a:p>
                      <a:r>
                        <a:rPr kumimoji="1" lang="en-US" altLang="ja-JP">
                          <a:latin typeface="Meiryo UI" panose="020B0604030504040204" pitchFamily="50" charset="-128"/>
                          <a:ea typeface="Meiryo UI" panose="020B0604030504040204" pitchFamily="50" charset="-128"/>
                        </a:rPr>
                        <a:t>C2</a:t>
                      </a:r>
                      <a:r>
                        <a:rPr kumimoji="1" lang="ja-JP" altLang="en-US">
                          <a:latin typeface="Meiryo UI" panose="020B0604030504040204" pitchFamily="50" charset="-128"/>
                          <a:ea typeface="Meiryo UI" panose="020B0604030504040204" pitchFamily="50" charset="-128"/>
                        </a:rPr>
                        <a:t>廃止</a:t>
                      </a:r>
                      <a:r>
                        <a:rPr kumimoji="1" lang="en-US" altLang="ja-JP">
                          <a:latin typeface="Meiryo UI" panose="020B0604030504040204" pitchFamily="50" charset="-128"/>
                          <a:ea typeface="Meiryo UI" panose="020B0604030504040204" pitchFamily="50" charset="-128"/>
                        </a:rPr>
                        <a:t>(</a:t>
                      </a:r>
                      <a:r>
                        <a:rPr kumimoji="1" lang="ja-JP" altLang="en-US">
                          <a:latin typeface="Meiryo UI" panose="020B0604030504040204" pitchFamily="50" charset="-128"/>
                          <a:ea typeface="Meiryo UI" panose="020B0604030504040204" pitchFamily="50" charset="-128"/>
                        </a:rPr>
                        <a:t>変更</a:t>
                      </a:r>
                      <a:r>
                        <a:rPr kumimoji="1" lang="en-US" altLang="ja-JP">
                          <a:latin typeface="Meiryo UI" panose="020B0604030504040204" pitchFamily="50" charset="-128"/>
                          <a:ea typeface="Meiryo UI" panose="020B0604030504040204" pitchFamily="50" charset="-128"/>
                        </a:rPr>
                        <a:t>)</a:t>
                      </a:r>
                      <a:r>
                        <a:rPr kumimoji="1" lang="ja-JP" altLang="en-US">
                          <a:latin typeface="Meiryo UI" panose="020B0604030504040204" pitchFamily="50" charset="-128"/>
                          <a:ea typeface="Meiryo UI" panose="020B0604030504040204" pitchFamily="50" charset="-128"/>
                        </a:rPr>
                        <a:t>に伴う</a:t>
                      </a:r>
                      <a:endParaRPr kumimoji="1" lang="en-US" altLang="ja-JP">
                        <a:latin typeface="Meiryo UI" panose="020B0604030504040204" pitchFamily="50" charset="-128"/>
                        <a:ea typeface="Meiryo UI" panose="020B0604030504040204" pitchFamily="50" charset="-128"/>
                      </a:endParaRPr>
                    </a:p>
                    <a:p>
                      <a:r>
                        <a:rPr kumimoji="1" lang="ja-JP" altLang="en-US">
                          <a:latin typeface="Meiryo UI" panose="020B0604030504040204" pitchFamily="50" charset="-128"/>
                          <a:ea typeface="Meiryo UI" panose="020B0604030504040204" pitchFamily="50" charset="-128"/>
                        </a:rPr>
                        <a:t>年次系対応工数</a:t>
                      </a:r>
                      <a:endParaRPr kumimoji="1" lang="en-US" altLang="ja-JP">
                        <a:latin typeface="Meiryo UI" panose="020B0604030504040204" pitchFamily="50" charset="-128"/>
                        <a:ea typeface="Meiryo UI" panose="020B0604030504040204" pitchFamily="50" charset="-128"/>
                      </a:endParaRPr>
                    </a:p>
                    <a:p>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ja-JP" altLang="en-US">
                          <a:latin typeface="Meiryo UI" panose="020B0604030504040204" pitchFamily="50" charset="-128"/>
                          <a:ea typeface="Meiryo UI" panose="020B0604030504040204" pitchFamily="50" charset="-128"/>
                        </a:rPr>
                        <a:t>・ミドルウェア費用</a:t>
                      </a:r>
                      <a:r>
                        <a:rPr kumimoji="1" lang="en-US" altLang="ja-JP">
                          <a:latin typeface="Meiryo UI" panose="020B0604030504040204" pitchFamily="50" charset="-128"/>
                          <a:ea typeface="Meiryo UI" panose="020B0604030504040204" pitchFamily="50" charset="-128"/>
                        </a:rPr>
                        <a:t>(C2</a:t>
                      </a:r>
                      <a:r>
                        <a:rPr kumimoji="1" lang="ja-JP" altLang="en-US">
                          <a:latin typeface="Meiryo UI" panose="020B0604030504040204" pitchFamily="50" charset="-128"/>
                          <a:ea typeface="Meiryo UI" panose="020B0604030504040204" pitchFamily="50" charset="-128"/>
                        </a:rPr>
                        <a:t>としてのみ利用しているミドルウェア</a:t>
                      </a:r>
                      <a:r>
                        <a:rPr kumimoji="1" lang="en-US" altLang="ja-JP">
                          <a:latin typeface="Meiryo UI" panose="020B0604030504040204" pitchFamily="50" charset="-128"/>
                          <a:ea typeface="Meiryo UI" panose="020B0604030504040204" pitchFamily="50" charset="-128"/>
                        </a:rPr>
                        <a:t>)</a:t>
                      </a:r>
                    </a:p>
                    <a:p>
                      <a:r>
                        <a:rPr kumimoji="1" lang="ja-JP" altLang="en-US">
                          <a:latin typeface="Meiryo UI" panose="020B0604030504040204" pitchFamily="50" charset="-128"/>
                          <a:ea typeface="Meiryo UI" panose="020B0604030504040204" pitchFamily="50" charset="-128"/>
                        </a:rPr>
                        <a:t>・</a:t>
                      </a:r>
                      <a:r>
                        <a:rPr kumimoji="1" lang="en-US" altLang="ja-JP">
                          <a:latin typeface="Meiryo UI" panose="020B0604030504040204" pitchFamily="50" charset="-128"/>
                          <a:ea typeface="Meiryo UI" panose="020B0604030504040204" pitchFamily="50" charset="-128"/>
                        </a:rPr>
                        <a:t>C2</a:t>
                      </a:r>
                      <a:r>
                        <a:rPr kumimoji="1" lang="ja-JP" altLang="en-US">
                          <a:latin typeface="Meiryo UI" panose="020B0604030504040204" pitchFamily="50" charset="-128"/>
                          <a:ea typeface="Meiryo UI" panose="020B0604030504040204" pitchFamily="50" charset="-128"/>
                        </a:rPr>
                        <a:t>系関連テスト工数</a:t>
                      </a:r>
                      <a:endParaRPr kumimoji="1" lang="en-US" altLang="ja-JP">
                        <a:latin typeface="Meiryo UI" panose="020B0604030504040204" pitchFamily="50" charset="-128"/>
                        <a:ea typeface="Meiryo UI" panose="020B0604030504040204" pitchFamily="50" charset="-128"/>
                      </a:endParaRPr>
                    </a:p>
                    <a:p>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482381583"/>
                  </a:ext>
                </a:extLst>
              </a:tr>
            </a:tbl>
          </a:graphicData>
        </a:graphic>
      </p:graphicFrame>
    </p:spTree>
    <p:extLst>
      <p:ext uri="{BB962C8B-B14F-4D97-AF65-F5344CB8AC3E}">
        <p14:creationId xmlns:p14="http://schemas.microsoft.com/office/powerpoint/2010/main" val="536770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48ABC-259C-2BC6-2A3C-723E5120C92C}"/>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0341396D-5F70-461A-84F0-006888C4DCDC}"/>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5</a:t>
            </a:fld>
            <a:endParaRPr lang="en-US" altLang="ja-JP"/>
          </a:p>
        </p:txBody>
      </p:sp>
      <p:sp>
        <p:nvSpPr>
          <p:cNvPr id="18" name="テキスト プレースホルダー 6">
            <a:extLst>
              <a:ext uri="{FF2B5EF4-FFF2-40B4-BE49-F238E27FC236}">
                <a16:creationId xmlns:a16="http://schemas.microsoft.com/office/drawing/2014/main" id="{3257C5A7-24F8-9912-92AF-4E5C5CB60D3F}"/>
              </a:ext>
            </a:extLst>
          </p:cNvPr>
          <p:cNvSpPr>
            <a:spLocks noGrp="1"/>
          </p:cNvSpPr>
          <p:nvPr>
            <p:ph type="body" sz="quarter" idx="11"/>
          </p:nvPr>
        </p:nvSpPr>
        <p:spPr>
          <a:xfrm>
            <a:off x="148799" y="266400"/>
            <a:ext cx="7950172" cy="450000"/>
          </a:xfrm>
        </p:spPr>
        <p:txBody>
          <a:bodyPr/>
          <a:lstStyle/>
          <a:p>
            <a:r>
              <a:rPr lang="en-US" altLang="ja-JP" sz="2400" b="0">
                <a:solidFill>
                  <a:schemeClr val="tx1"/>
                </a:solidFill>
                <a:latin typeface="Meiryo UI" panose="020B0604030504040204" pitchFamily="50" charset="-128"/>
                <a:ea typeface="Meiryo UI" panose="020B0604030504040204" pitchFamily="50" charset="-128"/>
              </a:rPr>
              <a:t>Windows2016</a:t>
            </a:r>
            <a:r>
              <a:rPr lang="ja-JP" altLang="en-US" sz="2400" b="0">
                <a:solidFill>
                  <a:schemeClr val="tx1"/>
                </a:solidFill>
                <a:latin typeface="Meiryo UI" panose="020B0604030504040204" pitchFamily="50" charset="-128"/>
                <a:ea typeface="Meiryo UI" panose="020B0604030504040204" pitchFamily="50" charset="-128"/>
              </a:rPr>
              <a:t>対応概算工数感考え方ご説明</a:t>
            </a:r>
          </a:p>
        </p:txBody>
      </p:sp>
      <p:sp>
        <p:nvSpPr>
          <p:cNvPr id="5" name="テキスト ボックス 4">
            <a:extLst>
              <a:ext uri="{FF2B5EF4-FFF2-40B4-BE49-F238E27FC236}">
                <a16:creationId xmlns:a16="http://schemas.microsoft.com/office/drawing/2014/main" id="{0F1C0119-023B-6D41-28B5-CE80C118619C}"/>
              </a:ext>
            </a:extLst>
          </p:cNvPr>
          <p:cNvSpPr txBox="1"/>
          <p:nvPr/>
        </p:nvSpPr>
        <p:spPr>
          <a:xfrm>
            <a:off x="143686" y="872635"/>
            <a:ext cx="11559364" cy="535531"/>
          </a:xfrm>
          <a:prstGeom prst="rect">
            <a:avLst/>
          </a:prstGeom>
          <a:noFill/>
        </p:spPr>
        <p:txBody>
          <a:bodyPr wrap="square" rtlCol="0">
            <a:spAutoFit/>
          </a:bodyPr>
          <a:lstStyle/>
          <a:p>
            <a:r>
              <a:rPr lang="en-US" altLang="ja-JP" sz="1600">
                <a:solidFill>
                  <a:schemeClr val="tx1"/>
                </a:solidFill>
                <a:latin typeface="Meiryo UI" panose="020B0604030504040204" pitchFamily="50" charset="-128"/>
                <a:ea typeface="Meiryo UI" panose="020B0604030504040204" pitchFamily="50" charset="-128"/>
              </a:rPr>
              <a:t>※C</a:t>
            </a:r>
            <a:r>
              <a:rPr lang="ja-JP" altLang="en-US" sz="1600">
                <a:solidFill>
                  <a:schemeClr val="tx1"/>
                </a:solidFill>
                <a:latin typeface="Meiryo UI" panose="020B0604030504040204" pitchFamily="50" charset="-128"/>
                <a:ea typeface="Meiryo UI" panose="020B0604030504040204" pitchFamily="50" charset="-128"/>
              </a:rPr>
              <a:t>案</a:t>
            </a:r>
            <a:r>
              <a:rPr lang="en-US" altLang="ja-JP" sz="1600">
                <a:solidFill>
                  <a:schemeClr val="tx1"/>
                </a:solidFill>
                <a:latin typeface="Meiryo UI" panose="020B0604030504040204" pitchFamily="50" charset="-128"/>
                <a:ea typeface="Meiryo UI" panose="020B0604030504040204" pitchFamily="50" charset="-128"/>
              </a:rPr>
              <a:t>/D</a:t>
            </a:r>
            <a:r>
              <a:rPr lang="ja-JP" altLang="en-US" sz="1600">
                <a:solidFill>
                  <a:schemeClr val="tx1"/>
                </a:solidFill>
                <a:latin typeface="Meiryo UI" panose="020B0604030504040204" pitchFamily="50" charset="-128"/>
                <a:ea typeface="Meiryo UI" panose="020B0604030504040204" pitchFamily="50" charset="-128"/>
              </a:rPr>
              <a:t>案は以下となります。</a:t>
            </a:r>
            <a:endParaRPr lang="en-US" altLang="ja-JP" sz="1600">
              <a:solidFill>
                <a:schemeClr val="tx1"/>
              </a:solidFill>
              <a:latin typeface="Meiryo UI" panose="020B0604030504040204" pitchFamily="50" charset="-128"/>
              <a:ea typeface="Meiryo UI" panose="020B0604030504040204" pitchFamily="50" charset="-128"/>
            </a:endParaRPr>
          </a:p>
          <a:p>
            <a:r>
              <a:rPr lang="en-US" altLang="ja-JP" sz="1600">
                <a:solidFill>
                  <a:schemeClr val="tx1"/>
                </a:solidFill>
                <a:latin typeface="Meiryo UI" panose="020B0604030504040204" pitchFamily="50" charset="-128"/>
                <a:ea typeface="Meiryo UI" panose="020B0604030504040204" pitchFamily="50" charset="-128"/>
              </a:rPr>
              <a:t>  </a:t>
            </a:r>
            <a:r>
              <a:rPr lang="en-US" altLang="ja-JP" sz="1600" err="1">
                <a:solidFill>
                  <a:schemeClr val="tx1"/>
                </a:solidFill>
                <a:latin typeface="Meiryo UI" panose="020B0604030504040204" pitchFamily="50" charset="-128"/>
                <a:ea typeface="Meiryo UI" panose="020B0604030504040204" pitchFamily="50" charset="-128"/>
              </a:rPr>
              <a:t>VerUP</a:t>
            </a:r>
            <a:r>
              <a:rPr lang="ja-JP" altLang="en-US" sz="1600">
                <a:solidFill>
                  <a:schemeClr val="tx1"/>
                </a:solidFill>
                <a:latin typeface="Meiryo UI" panose="020B0604030504040204" pitchFamily="50" charset="-128"/>
                <a:ea typeface="Meiryo UI" panose="020B0604030504040204" pitchFamily="50" charset="-128"/>
              </a:rPr>
              <a:t>をする場合、</a:t>
            </a:r>
            <a:r>
              <a:rPr lang="en-US" altLang="ja-JP" sz="1600">
                <a:solidFill>
                  <a:schemeClr val="tx1"/>
                </a:solidFill>
                <a:latin typeface="Meiryo UI" panose="020B0604030504040204" pitchFamily="50" charset="-128"/>
                <a:ea typeface="Meiryo UI" panose="020B0604030504040204" pitchFamily="50" charset="-128"/>
              </a:rPr>
              <a:t>TDB</a:t>
            </a:r>
            <a:r>
              <a:rPr lang="ja-JP" altLang="en-US" sz="1600">
                <a:solidFill>
                  <a:schemeClr val="tx1"/>
                </a:solidFill>
                <a:latin typeface="Meiryo UI" panose="020B0604030504040204" pitchFamily="50" charset="-128"/>
                <a:ea typeface="Meiryo UI" panose="020B0604030504040204" pitchFamily="50" charset="-128"/>
              </a:rPr>
              <a:t>様全体の基盤の統一の観点からも</a:t>
            </a:r>
            <a:r>
              <a:rPr lang="en-US" altLang="ja-JP" sz="1600">
                <a:solidFill>
                  <a:schemeClr val="tx1"/>
                </a:solidFill>
                <a:latin typeface="Meiryo UI" panose="020B0604030504040204" pitchFamily="50" charset="-128"/>
                <a:ea typeface="Meiryo UI" panose="020B0604030504040204" pitchFamily="50" charset="-128"/>
              </a:rPr>
              <a:t>AWS</a:t>
            </a:r>
            <a:r>
              <a:rPr lang="ja-JP" altLang="en-US" sz="1600">
                <a:solidFill>
                  <a:schemeClr val="tx1"/>
                </a:solidFill>
                <a:latin typeface="Meiryo UI" panose="020B0604030504040204" pitchFamily="50" charset="-128"/>
                <a:ea typeface="Meiryo UI" panose="020B0604030504040204" pitchFamily="50" charset="-128"/>
              </a:rPr>
              <a:t>移行</a:t>
            </a:r>
            <a:r>
              <a:rPr lang="en-US" altLang="ja-JP" sz="1600">
                <a:solidFill>
                  <a:schemeClr val="tx1"/>
                </a:solidFill>
                <a:latin typeface="Meiryo UI" panose="020B0604030504040204" pitchFamily="50" charset="-128"/>
                <a:ea typeface="Meiryo UI" panose="020B0604030504040204" pitchFamily="50" charset="-128"/>
              </a:rPr>
              <a:t>(D</a:t>
            </a:r>
            <a:r>
              <a:rPr lang="ja-JP" altLang="en-US" sz="1600">
                <a:solidFill>
                  <a:schemeClr val="tx1"/>
                </a:solidFill>
                <a:latin typeface="Meiryo UI" panose="020B0604030504040204" pitchFamily="50" charset="-128"/>
                <a:ea typeface="Meiryo UI" panose="020B0604030504040204" pitchFamily="50" charset="-128"/>
              </a:rPr>
              <a:t>案</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を推奨いたします</a:t>
            </a:r>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8976D26F-B2BE-B0A1-4316-7130FCE6EF5D}"/>
              </a:ext>
            </a:extLst>
          </p:cNvPr>
          <p:cNvSpPr/>
          <p:nvPr/>
        </p:nvSpPr>
        <p:spPr bwMode="auto">
          <a:xfrm>
            <a:off x="7358743" y="2220686"/>
            <a:ext cx="3396343" cy="4173553"/>
          </a:xfrm>
          <a:prstGeom prst="rect">
            <a:avLst/>
          </a:prstGeom>
          <a:noFill/>
          <a:ln w="22225">
            <a:solidFill>
              <a:srgbClr val="FF0000"/>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2" name="正方形/長方形 1">
            <a:extLst>
              <a:ext uri="{FF2B5EF4-FFF2-40B4-BE49-F238E27FC236}">
                <a16:creationId xmlns:a16="http://schemas.microsoft.com/office/drawing/2014/main" id="{BCDA1A9C-ABCB-BE78-465F-55179A9A5DE3}"/>
              </a:ext>
            </a:extLst>
          </p:cNvPr>
          <p:cNvSpPr/>
          <p:nvPr/>
        </p:nvSpPr>
        <p:spPr bwMode="auto">
          <a:xfrm>
            <a:off x="620486" y="1578429"/>
            <a:ext cx="10678885" cy="4974771"/>
          </a:xfrm>
          <a:prstGeom prst="rect">
            <a:avLst/>
          </a:prstGeom>
          <a:solidFill>
            <a:schemeClr val="bg1">
              <a:lumMod val="75000"/>
            </a:schemeClr>
          </a:solidFill>
          <a:ln w="9525">
            <a:noFill/>
            <a:miter lim="800000"/>
            <a:headEnd/>
            <a:tailEnd/>
          </a:ln>
          <a:effectLst/>
        </p:spPr>
        <p:txBody>
          <a:bodyPr wrap="none" rtlCol="0" anchor="ctr" anchorCtr="0">
            <a:noAutofit/>
          </a:bodyPr>
          <a:lstStyle/>
          <a:p>
            <a:pPr algn="ctr"/>
            <a:r>
              <a:rPr kumimoji="1" lang="ja-JP" altLang="en-US" sz="1800">
                <a:solidFill>
                  <a:schemeClr val="tx1"/>
                </a:solidFill>
                <a:latin typeface="Meiryo UI" panose="020B0604030504040204" pitchFamily="50" charset="-128"/>
                <a:ea typeface="Meiryo UI" panose="020B0604030504040204" pitchFamily="50" charset="-128"/>
              </a:rPr>
              <a:t>後程スクリーンショット反映</a:t>
            </a:r>
          </a:p>
        </p:txBody>
      </p:sp>
    </p:spTree>
    <p:extLst>
      <p:ext uri="{BB962C8B-B14F-4D97-AF65-F5344CB8AC3E}">
        <p14:creationId xmlns:p14="http://schemas.microsoft.com/office/powerpoint/2010/main" val="3689391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3681-2931-A559-B103-3A64EFD4446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7424882-C84C-C4CE-F00E-FEDE6936FD56}"/>
              </a:ext>
            </a:extLst>
          </p:cNvPr>
          <p:cNvSpPr>
            <a:spLocks noGrp="1"/>
          </p:cNvSpPr>
          <p:nvPr>
            <p:ph type="sldNum" sz="quarter" idx="10"/>
          </p:nvPr>
        </p:nvSpPr>
        <p:spPr/>
        <p:txBody>
          <a:bodyPr/>
          <a:lstStyle/>
          <a:p>
            <a:pPr>
              <a:defRPr/>
            </a:pPr>
            <a:fld id="{B69A64E9-DEE1-40B5-88E8-A6C3DD001D0B}" type="slidenum">
              <a:rPr lang="en-US" altLang="ja-JP" smtClean="0"/>
              <a:pPr>
                <a:defRPr/>
              </a:pPr>
              <a:t>6</a:t>
            </a:fld>
            <a:endParaRPr lang="en-US" altLang="ja-JP"/>
          </a:p>
        </p:txBody>
      </p:sp>
      <p:sp>
        <p:nvSpPr>
          <p:cNvPr id="5" name="コンテンツ プレースホルダー 4">
            <a:extLst>
              <a:ext uri="{FF2B5EF4-FFF2-40B4-BE49-F238E27FC236}">
                <a16:creationId xmlns:a16="http://schemas.microsoft.com/office/drawing/2014/main" id="{39A2DAEE-A92B-187B-C68C-3E71AD1A04F6}"/>
              </a:ext>
            </a:extLst>
          </p:cNvPr>
          <p:cNvSpPr>
            <a:spLocks noGrp="1"/>
          </p:cNvSpPr>
          <p:nvPr>
            <p:ph sz="half" idx="1"/>
          </p:nvPr>
        </p:nvSpPr>
        <p:spPr/>
        <p:txBody>
          <a:bodyPr/>
          <a:lstStyle/>
          <a:p>
            <a:r>
              <a:rPr kumimoji="1" lang="ja-JP" altLang="en-US">
                <a:latin typeface="Meiryo UI" panose="020B0604030504040204" pitchFamily="50" charset="-128"/>
                <a:ea typeface="Meiryo UI" panose="020B0604030504040204" pitchFamily="50" charset="-128"/>
              </a:rPr>
              <a:t>背景と目的は以下</a:t>
            </a:r>
            <a:r>
              <a:rPr lang="ja-JP" altLang="en-US">
                <a:latin typeface="Meiryo UI" panose="020B0604030504040204" pitchFamily="50" charset="-128"/>
                <a:ea typeface="Meiryo UI" panose="020B0604030504040204" pitchFamily="50" charset="-128"/>
              </a:rPr>
              <a:t>と考えております。</a:t>
            </a:r>
            <a:endParaRPr kumimoji="1" lang="ja-JP" altLang="en-US">
              <a:latin typeface="Meiryo UI" panose="020B0604030504040204" pitchFamily="50" charset="-128"/>
              <a:ea typeface="Meiryo UI" panose="020B0604030504040204" pitchFamily="50" charset="-128"/>
            </a:endParaRPr>
          </a:p>
        </p:txBody>
      </p:sp>
      <p:sp>
        <p:nvSpPr>
          <p:cNvPr id="6" name="タイトル 5">
            <a:extLst>
              <a:ext uri="{FF2B5EF4-FFF2-40B4-BE49-F238E27FC236}">
                <a16:creationId xmlns:a16="http://schemas.microsoft.com/office/drawing/2014/main" id="{9F4933A3-5DA7-C66E-15E4-0D1088FF80E4}"/>
              </a:ext>
            </a:extLst>
          </p:cNvPr>
          <p:cNvSpPr>
            <a:spLocks noGrp="1"/>
          </p:cNvSpPr>
          <p:nvPr>
            <p:ph type="title"/>
          </p:nvPr>
        </p:nvSpPr>
        <p:spPr>
          <a:xfrm>
            <a:off x="129021" y="201369"/>
            <a:ext cx="11328400" cy="449263"/>
          </a:xfrm>
        </p:spPr>
        <p:txBody>
          <a:bodyPr anchor="ctr"/>
          <a:lstStyle/>
          <a:p>
            <a:r>
              <a:rPr lang="en-US" altLang="ja-JP" sz="2400">
                <a:solidFill>
                  <a:schemeClr val="tx1"/>
                </a:solidFill>
                <a:latin typeface="Meiryo UI" panose="020B0604030504040204" pitchFamily="50" charset="-128"/>
                <a:ea typeface="Meiryo UI" panose="020B0604030504040204" pitchFamily="50" charset="-128"/>
              </a:rPr>
              <a:t>【C2</a:t>
            </a:r>
            <a:r>
              <a:rPr lang="ja-JP" altLang="en-US" sz="2400">
                <a:solidFill>
                  <a:schemeClr val="tx1"/>
                </a:solidFill>
                <a:latin typeface="Meiryo UI" panose="020B0604030504040204" pitchFamily="50" charset="-128"/>
                <a:ea typeface="Meiryo UI" panose="020B0604030504040204" pitchFamily="50" charset="-128"/>
              </a:rPr>
              <a:t>刷新について</a:t>
            </a:r>
            <a:r>
              <a:rPr lang="en-US" altLang="ja-JP" sz="2400">
                <a:solidFill>
                  <a:schemeClr val="tx1"/>
                </a:solidFill>
                <a:latin typeface="Meiryo UI" panose="020B0604030504040204" pitchFamily="50" charset="-128"/>
                <a:ea typeface="Meiryo UI" panose="020B0604030504040204" pitchFamily="50" charset="-128"/>
              </a:rPr>
              <a:t>】 </a:t>
            </a:r>
            <a:r>
              <a:rPr lang="ja-JP" altLang="en-US" sz="2400">
                <a:solidFill>
                  <a:schemeClr val="tx1"/>
                </a:solidFill>
                <a:latin typeface="Meiryo UI" panose="020B0604030504040204" pitchFamily="50" charset="-128"/>
                <a:ea typeface="Meiryo UI" panose="020B0604030504040204" pitchFamily="50" charset="-128"/>
              </a:rPr>
              <a:t>提案①</a:t>
            </a:r>
            <a:r>
              <a:rPr lang="en-US" altLang="ja-JP" sz="2400">
                <a:solidFill>
                  <a:schemeClr val="tx1"/>
                </a:solidFill>
                <a:latin typeface="Meiryo UI" panose="020B0604030504040204" pitchFamily="50" charset="-128"/>
                <a:ea typeface="Meiryo UI" panose="020B0604030504040204" pitchFamily="50" charset="-128"/>
              </a:rPr>
              <a:t>C2</a:t>
            </a:r>
            <a:r>
              <a:rPr lang="ja-JP" altLang="en-US" sz="2400">
                <a:solidFill>
                  <a:schemeClr val="tx1"/>
                </a:solidFill>
                <a:latin typeface="Meiryo UI" panose="020B0604030504040204" pitchFamily="50" charset="-128"/>
                <a:ea typeface="Meiryo UI" panose="020B0604030504040204" pitchFamily="50" charset="-128"/>
              </a:rPr>
              <a:t>業務課題改善業務ヒアリング進め方案</a:t>
            </a:r>
            <a:br>
              <a:rPr lang="en-US" altLang="ja-JP" sz="2400">
                <a:solidFill>
                  <a:schemeClr val="tx1"/>
                </a:solidFill>
                <a:latin typeface="Meiryo UI" panose="020B0604030504040204" pitchFamily="50" charset="-128"/>
                <a:ea typeface="Meiryo UI" panose="020B0604030504040204" pitchFamily="50" charset="-128"/>
              </a:rPr>
            </a:br>
            <a:r>
              <a:rPr lang="en-US" altLang="ja-JP">
                <a:latin typeface="Meiryo UI" panose="020B0604030504040204" pitchFamily="50" charset="-128"/>
                <a:ea typeface="Meiryo UI" panose="020B0604030504040204" pitchFamily="50" charset="-128"/>
              </a:rPr>
              <a:t>【</a:t>
            </a:r>
            <a:r>
              <a:rPr lang="ja-JP" altLang="en-US" b="1">
                <a:latin typeface="Meiryo UI" panose="020B0604030504040204" pitchFamily="50" charset="-128"/>
                <a:ea typeface="Meiryo UI" panose="020B0604030504040204" pitchFamily="50" charset="-128"/>
              </a:rPr>
              <a:t>背景・目的</a:t>
            </a:r>
            <a:r>
              <a:rPr lang="en-US" altLang="ja-JP" b="1">
                <a:latin typeface="Meiryo UI" panose="020B0604030504040204" pitchFamily="50" charset="-128"/>
                <a:ea typeface="Meiryo UI" panose="020B0604030504040204" pitchFamily="50" charset="-128"/>
              </a:rPr>
              <a:t>】</a:t>
            </a:r>
            <a:endParaRPr lang="ja-JP" altLang="en-US" b="1">
              <a:latin typeface="Meiryo UI" panose="020B0604030504040204" pitchFamily="50" charset="-128"/>
              <a:ea typeface="Meiryo UI" panose="020B0604030504040204" pitchFamily="50" charset="-128"/>
            </a:endParaRPr>
          </a:p>
        </p:txBody>
      </p:sp>
      <p:grpSp>
        <p:nvGrpSpPr>
          <p:cNvPr id="3" name="グループ化 2">
            <a:extLst>
              <a:ext uri="{FF2B5EF4-FFF2-40B4-BE49-F238E27FC236}">
                <a16:creationId xmlns:a16="http://schemas.microsoft.com/office/drawing/2014/main" id="{4C1D6043-FA35-FB33-A2F2-2037A7D18480}"/>
              </a:ext>
            </a:extLst>
          </p:cNvPr>
          <p:cNvGrpSpPr/>
          <p:nvPr/>
        </p:nvGrpSpPr>
        <p:grpSpPr>
          <a:xfrm>
            <a:off x="480000" y="2063785"/>
            <a:ext cx="10722841" cy="3749693"/>
            <a:chOff x="2206198" y="1974735"/>
            <a:chExt cx="8861852" cy="3749693"/>
          </a:xfrm>
        </p:grpSpPr>
        <p:sp>
          <p:nvSpPr>
            <p:cNvPr id="11" name="矢印: 五方向 10">
              <a:extLst>
                <a:ext uri="{FF2B5EF4-FFF2-40B4-BE49-F238E27FC236}">
                  <a16:creationId xmlns:a16="http://schemas.microsoft.com/office/drawing/2014/main" id="{2F90D3EA-FB12-6539-C13D-0DD09B191670}"/>
                </a:ext>
              </a:extLst>
            </p:cNvPr>
            <p:cNvSpPr/>
            <p:nvPr/>
          </p:nvSpPr>
          <p:spPr bwMode="auto">
            <a:xfrm>
              <a:off x="2206198" y="1974735"/>
              <a:ext cx="1276304" cy="1627442"/>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背景</a:t>
              </a:r>
              <a:endParaRPr lang="en-US" altLang="ja-JP" sz="1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9878075E-4208-3C1C-EEEF-557D1265F02D}"/>
                </a:ext>
              </a:extLst>
            </p:cNvPr>
            <p:cNvSpPr/>
            <p:nvPr/>
          </p:nvSpPr>
          <p:spPr bwMode="auto">
            <a:xfrm>
              <a:off x="3570051" y="1974735"/>
              <a:ext cx="7497999" cy="162744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marL="179388" indent="-179388">
                <a:buFont typeface="Arial" panose="020B0604020202020204" pitchFamily="34" charset="0"/>
                <a:buChar char="•"/>
              </a:pP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TDB</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様の</a:t>
              </a:r>
              <a:r>
                <a:rPr kumimoji="1" lang="en-US" altLang="ja-JP" sz="1600" err="1">
                  <a:solidFill>
                    <a:schemeClr val="tx1">
                      <a:lumMod val="75000"/>
                      <a:lumOff val="25000"/>
                    </a:schemeClr>
                  </a:solidFill>
                  <a:latin typeface="Meiryo UI" panose="020B0604030504040204" pitchFamily="50" charset="-128"/>
                  <a:ea typeface="Meiryo UI" panose="020B0604030504040204" pitchFamily="50" charset="-128"/>
                </a:rPr>
                <a:t>tobe</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システム全体を構想する際、</a:t>
              </a:r>
              <a:r>
                <a:rPr lang="ja-JP" altLang="en-US" sz="1600" b="1">
                  <a:solidFill>
                    <a:srgbClr val="C00000"/>
                  </a:solidFill>
                  <a:latin typeface="Meiryo UI" panose="020B0604030504040204" pitchFamily="50" charset="-128"/>
                  <a:ea typeface="Meiryo UI" panose="020B0604030504040204" pitchFamily="50" charset="-128"/>
                </a:rPr>
                <a:t>アウトプットに影響を及ぼすデータに関する課題が散見</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されている</a:t>
              </a:r>
              <a:endParaRPr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特に、</a:t>
              </a: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システムはアウトプットの品質に関わる重要な位置づけとなっているため、改善効果が大きい</a:t>
              </a:r>
              <a:endPar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また、</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はシステムだけでなく周辺業務に関しても課題が散見されているため、合わせて検討をする必要がある</a:t>
              </a:r>
              <a:endParaRPr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lang="ja-JP" altLang="en-US" sz="1600" b="1">
                  <a:solidFill>
                    <a:srgbClr val="C00000"/>
                  </a:solidFill>
                  <a:latin typeface="Meiryo UI" panose="020B0604030504040204" pitchFamily="50" charset="-128"/>
                  <a:ea typeface="Meiryo UI" panose="020B0604030504040204" pitchFamily="50" charset="-128"/>
                </a:rPr>
                <a:t>現状の正確な各担当者の業務フロー・課題</a:t>
              </a:r>
              <a:r>
                <a:rPr lang="en-US" altLang="ja-JP" sz="1600" b="1">
                  <a:solidFill>
                    <a:srgbClr val="C00000"/>
                  </a:solidFill>
                  <a:latin typeface="Meiryo UI" panose="020B0604030504040204" pitchFamily="50" charset="-128"/>
                  <a:ea typeface="Meiryo UI" panose="020B0604030504040204" pitchFamily="50" charset="-128"/>
                </a:rPr>
                <a:t>(</a:t>
              </a:r>
              <a:r>
                <a:rPr lang="en-US" altLang="ja-JP" sz="1600" b="1" err="1">
                  <a:solidFill>
                    <a:srgbClr val="C00000"/>
                  </a:solidFill>
                  <a:latin typeface="Meiryo UI" panose="020B0604030504040204" pitchFamily="50" charset="-128"/>
                  <a:ea typeface="Meiryo UI" panose="020B0604030504040204" pitchFamily="50" charset="-128"/>
                </a:rPr>
                <a:t>asis</a:t>
              </a:r>
              <a:r>
                <a:rPr lang="en-US" altLang="ja-JP" sz="1600" b="1">
                  <a:solidFill>
                    <a:srgbClr val="C00000"/>
                  </a:solidFill>
                  <a:latin typeface="Meiryo UI" panose="020B0604030504040204" pitchFamily="50" charset="-128"/>
                  <a:ea typeface="Meiryo UI" panose="020B0604030504040204" pitchFamily="50" charset="-128"/>
                </a:rPr>
                <a:t>)</a:t>
              </a:r>
              <a:r>
                <a:rPr lang="ja-JP" altLang="en-US" sz="1600" b="1">
                  <a:solidFill>
                    <a:srgbClr val="C00000"/>
                  </a:solidFill>
                  <a:latin typeface="Meiryo UI" panose="020B0604030504040204" pitchFamily="50" charset="-128"/>
                  <a:ea typeface="Meiryo UI" panose="020B0604030504040204" pitchFamily="50" charset="-128"/>
                </a:rPr>
                <a:t>が整理されていない</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ため、</a:t>
              </a:r>
              <a:endParaRPr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a:p>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   </a:t>
              </a:r>
              <a:r>
                <a:rPr lang="en-US" altLang="ja-JP" sz="1600" err="1">
                  <a:solidFill>
                    <a:schemeClr val="tx1">
                      <a:lumMod val="75000"/>
                      <a:lumOff val="25000"/>
                    </a:schemeClr>
                  </a:solidFill>
                  <a:latin typeface="Meiryo UI" panose="020B0604030504040204" pitchFamily="50" charset="-128"/>
                  <a:ea typeface="Meiryo UI" panose="020B0604030504040204" pitchFamily="50" charset="-128"/>
                </a:rPr>
                <a:t>tobe</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検討にあたり明確化する必要がある。</a:t>
              </a:r>
              <a:endParaRPr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矢印: 五方向 27">
              <a:extLst>
                <a:ext uri="{FF2B5EF4-FFF2-40B4-BE49-F238E27FC236}">
                  <a16:creationId xmlns:a16="http://schemas.microsoft.com/office/drawing/2014/main" id="{8E44B22F-7B79-C83B-8DBA-ACC4E7174C20}"/>
                </a:ext>
              </a:extLst>
            </p:cNvPr>
            <p:cNvSpPr/>
            <p:nvPr/>
          </p:nvSpPr>
          <p:spPr bwMode="auto">
            <a:xfrm>
              <a:off x="2206198" y="4096986"/>
              <a:ext cx="1276304" cy="1627442"/>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目的</a:t>
              </a:r>
              <a:endParaRPr lang="en-US" altLang="ja-JP" sz="1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矢印: 五方向 28">
              <a:extLst>
                <a:ext uri="{FF2B5EF4-FFF2-40B4-BE49-F238E27FC236}">
                  <a16:creationId xmlns:a16="http://schemas.microsoft.com/office/drawing/2014/main" id="{9AFA30D8-4F1E-902F-3461-14B1D7E50CCE}"/>
                </a:ext>
              </a:extLst>
            </p:cNvPr>
            <p:cNvSpPr/>
            <p:nvPr/>
          </p:nvSpPr>
          <p:spPr bwMode="auto">
            <a:xfrm>
              <a:off x="3570051" y="4096986"/>
              <a:ext cx="7497999" cy="162744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marL="179388" indent="-179388">
                <a:buFont typeface="Arial" panose="020B0604020202020204" pitchFamily="34" charset="0"/>
                <a:buChar char="•"/>
              </a:pP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に関わる</a:t>
              </a:r>
              <a:r>
                <a:rPr kumimoji="1" lang="ja-JP" altLang="en-US" sz="1600" b="1">
                  <a:solidFill>
                    <a:srgbClr val="C00000"/>
                  </a:solidFill>
                  <a:latin typeface="Meiryo UI" panose="020B0604030504040204" pitchFamily="50" charset="-128"/>
                  <a:ea typeface="Meiryo UI" panose="020B0604030504040204" pitchFamily="50" charset="-128"/>
                </a:rPr>
                <a:t>周辺業務</a:t>
              </a:r>
              <a:r>
                <a:rPr kumimoji="1" lang="en-US" altLang="ja-JP" sz="1600" b="1">
                  <a:solidFill>
                    <a:srgbClr val="C00000"/>
                  </a:solidFill>
                  <a:latin typeface="Meiryo UI" panose="020B0604030504040204" pitchFamily="50" charset="-128"/>
                  <a:ea typeface="Meiryo UI" panose="020B0604030504040204" pitchFamily="50" charset="-128"/>
                </a:rPr>
                <a:t>/</a:t>
              </a:r>
              <a:r>
                <a:rPr kumimoji="1" lang="ja-JP" altLang="en-US" sz="1600" b="1">
                  <a:solidFill>
                    <a:srgbClr val="C00000"/>
                  </a:solidFill>
                  <a:latin typeface="Meiryo UI" panose="020B0604030504040204" pitchFamily="50" charset="-128"/>
                  <a:ea typeface="Meiryo UI" panose="020B0604030504040204" pitchFamily="50" charset="-128"/>
                </a:rPr>
                <a:t>システムを整理し、課題と解決策を定義</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する</a:t>
              </a:r>
              <a:endPar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lang="en-US" altLang="ja-JP" sz="1600" err="1">
                  <a:solidFill>
                    <a:schemeClr val="tx1">
                      <a:lumMod val="75000"/>
                      <a:lumOff val="25000"/>
                    </a:schemeClr>
                  </a:solidFill>
                  <a:latin typeface="Meiryo UI" panose="020B0604030504040204" pitchFamily="50" charset="-128"/>
                  <a:ea typeface="Meiryo UI" panose="020B0604030504040204" pitchFamily="50" charset="-128"/>
                </a:rPr>
                <a:t>t</a:t>
              </a:r>
              <a:r>
                <a:rPr kumimoji="1" lang="en-US" altLang="ja-JP" sz="1600" err="1">
                  <a:solidFill>
                    <a:schemeClr val="tx1">
                      <a:lumMod val="75000"/>
                      <a:lumOff val="25000"/>
                    </a:schemeClr>
                  </a:solidFill>
                  <a:latin typeface="Meiryo UI" panose="020B0604030504040204" pitchFamily="50" charset="-128"/>
                  <a:ea typeface="Meiryo UI" panose="020B0604030504040204" pitchFamily="50" charset="-128"/>
                </a:rPr>
                <a:t>obe</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構想</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を踏まえた上で、解決策を適用した</a:t>
              </a:r>
              <a:r>
                <a:rPr lang="ja-JP" altLang="en-US" sz="1600" b="1">
                  <a:solidFill>
                    <a:srgbClr val="C00000"/>
                  </a:solidFill>
                  <a:latin typeface="Meiryo UI" panose="020B0604030504040204" pitchFamily="50" charset="-128"/>
                  <a:ea typeface="Meiryo UI" panose="020B0604030504040204" pitchFamily="50" charset="-128"/>
                </a:rPr>
                <a:t>最適な</a:t>
              </a:r>
              <a:r>
                <a:rPr lang="en-US" altLang="ja-JP" sz="1600" b="1">
                  <a:solidFill>
                    <a:srgbClr val="C00000"/>
                  </a:solidFill>
                  <a:latin typeface="Meiryo UI" panose="020B0604030504040204" pitchFamily="50" charset="-128"/>
                  <a:ea typeface="Meiryo UI" panose="020B0604030504040204" pitchFamily="50" charset="-128"/>
                </a:rPr>
                <a:t>C2</a:t>
              </a:r>
              <a:r>
                <a:rPr lang="ja-JP" altLang="en-US" sz="1600" b="1">
                  <a:solidFill>
                    <a:srgbClr val="C00000"/>
                  </a:solidFill>
                  <a:latin typeface="Meiryo UI" panose="020B0604030504040204" pitchFamily="50" charset="-128"/>
                  <a:ea typeface="Meiryo UI" panose="020B0604030504040204" pitchFamily="50" charset="-128"/>
                </a:rPr>
                <a:t>システムの業務フローを策定</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する</a:t>
              </a:r>
              <a:endPar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237687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FB281-F9CF-8489-A5EE-648998EAED7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65F94A6-1699-2424-A670-01BCB21E2D9E}"/>
              </a:ext>
            </a:extLst>
          </p:cNvPr>
          <p:cNvSpPr>
            <a:spLocks noGrp="1"/>
          </p:cNvSpPr>
          <p:nvPr>
            <p:ph type="sldNum" sz="quarter" idx="10"/>
          </p:nvPr>
        </p:nvSpPr>
        <p:spPr/>
        <p:txBody>
          <a:bodyPr/>
          <a:lstStyle/>
          <a:p>
            <a:pPr>
              <a:defRPr/>
            </a:pPr>
            <a:fld id="{B69A64E9-DEE1-40B5-88E8-A6C3DD001D0B}" type="slidenum">
              <a:rPr lang="en-US" altLang="ja-JP" smtClean="0"/>
              <a:pPr>
                <a:defRPr/>
              </a:pPr>
              <a:t>7</a:t>
            </a:fld>
            <a:endParaRPr lang="en-US" altLang="ja-JP"/>
          </a:p>
        </p:txBody>
      </p:sp>
      <p:sp>
        <p:nvSpPr>
          <p:cNvPr id="5" name="コンテンツ プレースホルダー 4">
            <a:extLst>
              <a:ext uri="{FF2B5EF4-FFF2-40B4-BE49-F238E27FC236}">
                <a16:creationId xmlns:a16="http://schemas.microsoft.com/office/drawing/2014/main" id="{2748DB12-566D-B381-93FC-F54F6B58DE6C}"/>
              </a:ext>
            </a:extLst>
          </p:cNvPr>
          <p:cNvSpPr>
            <a:spLocks noGrp="1"/>
          </p:cNvSpPr>
          <p:nvPr>
            <p:ph sz="half" idx="1"/>
          </p:nvPr>
        </p:nvSpPr>
        <p:spPr>
          <a:xfrm>
            <a:off x="566300" y="953571"/>
            <a:ext cx="11232000" cy="744600"/>
          </a:xfrm>
        </p:spPr>
        <p:txBody>
          <a:bodyPr/>
          <a:lstStyle/>
          <a:p>
            <a:r>
              <a:rPr lang="ja-JP" altLang="en-US">
                <a:latin typeface="Meiryo UI" panose="020B0604030504040204" pitchFamily="50" charset="-128"/>
                <a:ea typeface="Meiryo UI" panose="020B0604030504040204" pitchFamily="50" charset="-128"/>
              </a:rPr>
              <a:t>スコープ</a:t>
            </a:r>
            <a:r>
              <a:rPr kumimoji="1" lang="ja-JP" altLang="en-US">
                <a:latin typeface="Meiryo UI" panose="020B0604030504040204" pitchFamily="50" charset="-128"/>
                <a:ea typeface="Meiryo UI" panose="020B0604030504040204" pitchFamily="50" charset="-128"/>
              </a:rPr>
              <a:t>と制約事項について確認が必要となります。</a:t>
            </a:r>
            <a:endParaRPr kumimoji="1" lang="en-US" altLang="ja-JP">
              <a:latin typeface="Meiryo UI" panose="020B0604030504040204" pitchFamily="50" charset="-128"/>
              <a:ea typeface="Meiryo UI" panose="020B0604030504040204" pitchFamily="50" charset="-128"/>
            </a:endParaRPr>
          </a:p>
        </p:txBody>
      </p:sp>
      <p:grpSp>
        <p:nvGrpSpPr>
          <p:cNvPr id="3" name="グループ化 2">
            <a:extLst>
              <a:ext uri="{FF2B5EF4-FFF2-40B4-BE49-F238E27FC236}">
                <a16:creationId xmlns:a16="http://schemas.microsoft.com/office/drawing/2014/main" id="{B2510348-10FE-2E31-F9B9-63CD31830D5E}"/>
              </a:ext>
            </a:extLst>
          </p:cNvPr>
          <p:cNvGrpSpPr/>
          <p:nvPr/>
        </p:nvGrpSpPr>
        <p:grpSpPr>
          <a:xfrm>
            <a:off x="734580" y="1974735"/>
            <a:ext cx="10722841" cy="3749693"/>
            <a:chOff x="2206198" y="1974735"/>
            <a:chExt cx="8861852" cy="3749693"/>
          </a:xfrm>
        </p:grpSpPr>
        <p:sp>
          <p:nvSpPr>
            <p:cNvPr id="11" name="矢印: 五方向 10">
              <a:extLst>
                <a:ext uri="{FF2B5EF4-FFF2-40B4-BE49-F238E27FC236}">
                  <a16:creationId xmlns:a16="http://schemas.microsoft.com/office/drawing/2014/main" id="{FF547AB6-DCA7-7026-36A3-A4499757CC14}"/>
                </a:ext>
              </a:extLst>
            </p:cNvPr>
            <p:cNvSpPr/>
            <p:nvPr/>
          </p:nvSpPr>
          <p:spPr bwMode="auto">
            <a:xfrm>
              <a:off x="2206198" y="1974735"/>
              <a:ext cx="1276304" cy="1627442"/>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スコープ</a:t>
              </a:r>
              <a:endParaRPr lang="en-US" altLang="ja-JP" sz="1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CD7A7FFC-B72D-8134-1AB4-8CBD09CAE0D4}"/>
                </a:ext>
              </a:extLst>
            </p:cNvPr>
            <p:cNvSpPr/>
            <p:nvPr/>
          </p:nvSpPr>
          <p:spPr bwMode="auto">
            <a:xfrm>
              <a:off x="3570050" y="1974735"/>
              <a:ext cx="7497999" cy="162744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r>
                <a:rPr lang="ja-JP" altLang="en-US" sz="1600" b="1" u="sng">
                  <a:solidFill>
                    <a:schemeClr val="tx1">
                      <a:lumMod val="75000"/>
                      <a:lumOff val="25000"/>
                    </a:schemeClr>
                  </a:solidFill>
                  <a:latin typeface="Meiryo UI" panose="020B0604030504040204" pitchFamily="50" charset="-128"/>
                  <a:ea typeface="Meiryo UI" panose="020B0604030504040204" pitchFamily="50" charset="-128"/>
                </a:rPr>
                <a:t>対象業務を明確化　</a:t>
              </a:r>
              <a:r>
                <a:rPr lang="en-US" altLang="ja-JP" sz="1600" b="1" u="sng">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b="1" u="sng">
                  <a:solidFill>
                    <a:schemeClr val="tx1">
                      <a:lumMod val="75000"/>
                      <a:lumOff val="25000"/>
                    </a:schemeClr>
                  </a:solidFill>
                  <a:latin typeface="Meiryo UI" panose="020B0604030504040204" pitchFamily="50" charset="-128"/>
                  <a:ea typeface="Meiryo UI" panose="020B0604030504040204" pitchFamily="50" charset="-128"/>
                </a:rPr>
                <a:t>以下弊社想定　</a:t>
              </a:r>
              <a:endParaRPr lang="en-US" altLang="ja-JP" sz="1600" b="1" u="sng">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600" b="1" u="sng">
                  <a:solidFill>
                    <a:schemeClr val="tx1">
                      <a:lumMod val="75000"/>
                      <a:lumOff val="25000"/>
                    </a:schemeClr>
                  </a:solidFill>
                  <a:latin typeface="Meiryo UI" panose="020B0604030504040204" pitchFamily="50" charset="-128"/>
                  <a:ea typeface="Meiryo UI" panose="020B0604030504040204" pitchFamily="50" charset="-128"/>
                </a:rPr>
                <a:t>■調査対象業務</a:t>
              </a:r>
              <a:endParaRPr lang="en-US" altLang="ja-JP" sz="1600" b="1" u="sng">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・訪問取材、電話取材、</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取材、その他管理業務　</a:t>
              </a:r>
              <a:endParaRPr lang="en-US" altLang="ja-JP" sz="1600" b="1" u="sng">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600" b="1" u="sng">
                  <a:solidFill>
                    <a:schemeClr val="tx1">
                      <a:lumMod val="75000"/>
                      <a:lumOff val="25000"/>
                    </a:schemeClr>
                  </a:solidFill>
                  <a:latin typeface="Meiryo UI" panose="020B0604030504040204" pitchFamily="50" charset="-128"/>
                  <a:ea typeface="Meiryo UI" panose="020B0604030504040204" pitchFamily="50" charset="-128"/>
                </a:rPr>
                <a:t>■対象者</a:t>
              </a:r>
              <a:endParaRPr lang="en-US" altLang="ja-JP" sz="1600" b="1" u="sng">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TDBBS(</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電話取材のみ受託</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全国調査員</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訪問</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新規、電話</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委託調査員</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訪問</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電話</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br>
                <a:rPr lang="en-US" altLang="ja-JP" sz="16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本社業務担当者</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管理</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p>
            <a:p>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　→次ページ以降に詳細記載</a:t>
              </a:r>
              <a:endParaRPr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矢印: 五方向 27">
              <a:extLst>
                <a:ext uri="{FF2B5EF4-FFF2-40B4-BE49-F238E27FC236}">
                  <a16:creationId xmlns:a16="http://schemas.microsoft.com/office/drawing/2014/main" id="{62FE9E5F-0560-ECA8-8141-5F3DB300EB87}"/>
                </a:ext>
              </a:extLst>
            </p:cNvPr>
            <p:cNvSpPr/>
            <p:nvPr/>
          </p:nvSpPr>
          <p:spPr bwMode="auto">
            <a:xfrm>
              <a:off x="2206198" y="4096986"/>
              <a:ext cx="1276304" cy="1627442"/>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制約事項</a:t>
              </a:r>
              <a:endParaRPr lang="en-US" altLang="ja-JP" sz="1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矢印: 五方向 28">
              <a:extLst>
                <a:ext uri="{FF2B5EF4-FFF2-40B4-BE49-F238E27FC236}">
                  <a16:creationId xmlns:a16="http://schemas.microsoft.com/office/drawing/2014/main" id="{6677B307-2A95-CBC6-017C-7BB3FD75CEC7}"/>
                </a:ext>
              </a:extLst>
            </p:cNvPr>
            <p:cNvSpPr/>
            <p:nvPr/>
          </p:nvSpPr>
          <p:spPr bwMode="auto">
            <a:xfrm>
              <a:off x="3570051" y="4096986"/>
              <a:ext cx="7497999" cy="162744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marL="179388" indent="-179388">
                <a:buFont typeface="Arial" panose="020B0604020202020204" pitchFamily="34" charset="0"/>
                <a:buChar char="•"/>
              </a:pP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現状の検討スケジュール</a:t>
              </a: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(Windows2016</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対応</a:t>
              </a: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として、</a:t>
              </a: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2027/1</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までに実現可能なものとする</a:t>
              </a:r>
              <a:endPar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　上記スケジュールを加味して、業務ヒアリングは</a:t>
              </a: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2~3</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か月で実現可能な範囲とする</a:t>
              </a:r>
              <a:endPar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・新業務フローについては構築した</a:t>
              </a: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DB</a:t>
              </a:r>
              <a:r>
                <a:rPr kumimoji="1" lang="ja-JP" altLang="en-US" sz="1600">
                  <a:solidFill>
                    <a:schemeClr val="tx1">
                      <a:lumMod val="75000"/>
                      <a:lumOff val="25000"/>
                    </a:schemeClr>
                  </a:solidFill>
                  <a:latin typeface="Meiryo UI" panose="020B0604030504040204" pitchFamily="50" charset="-128"/>
                  <a:ea typeface="Meiryo UI" panose="020B0604030504040204" pitchFamily="50" charset="-128"/>
                </a:rPr>
                <a:t>メンテシステムへの機能追加</a:t>
              </a:r>
              <a:r>
                <a:rPr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親和性</a:t>
              </a:r>
              <a:r>
                <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600">
                  <a:solidFill>
                    <a:schemeClr val="tx1">
                      <a:lumMod val="75000"/>
                      <a:lumOff val="25000"/>
                    </a:schemeClr>
                  </a:solidFill>
                  <a:latin typeface="Meiryo UI" panose="020B0604030504040204" pitchFamily="50" charset="-128"/>
                  <a:ea typeface="Meiryo UI" panose="020B0604030504040204" pitchFamily="50" charset="-128"/>
                </a:rPr>
                <a:t>を前提とした検討を行う。</a:t>
              </a:r>
              <a:endParaRPr kumimoji="1"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7" name="タイトル 5">
            <a:extLst>
              <a:ext uri="{FF2B5EF4-FFF2-40B4-BE49-F238E27FC236}">
                <a16:creationId xmlns:a16="http://schemas.microsoft.com/office/drawing/2014/main" id="{CC1CE4F3-28A2-E2B2-0C84-C01CF296E686}"/>
              </a:ext>
            </a:extLst>
          </p:cNvPr>
          <p:cNvSpPr txBox="1">
            <a:spLocks/>
          </p:cNvSpPr>
          <p:nvPr/>
        </p:nvSpPr>
        <p:spPr>
          <a:xfrm>
            <a:off x="129021" y="201369"/>
            <a:ext cx="11328400"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刷新について</a:t>
            </a:r>
            <a:r>
              <a:rPr lang="en-US" altLang="ja-JP" kern="0">
                <a:latin typeface="Meiryo UI" panose="020B0604030504040204" pitchFamily="50" charset="-128"/>
                <a:ea typeface="Meiryo UI" panose="020B0604030504040204" pitchFamily="50" charset="-128"/>
              </a:rPr>
              <a:t>】 </a:t>
            </a:r>
            <a:r>
              <a:rPr lang="ja-JP" altLang="en-US" kern="0">
                <a:latin typeface="Meiryo UI" panose="020B0604030504040204" pitchFamily="50" charset="-128"/>
                <a:ea typeface="Meiryo UI" panose="020B0604030504040204" pitchFamily="50" charset="-128"/>
              </a:rPr>
              <a:t>提案①</a:t>
            </a:r>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業務課題改善業務ヒアリング進め方案</a:t>
            </a:r>
            <a:endParaRPr lang="en-US" altLang="ja-JP" kern="0">
              <a:latin typeface="Meiryo UI" panose="020B0604030504040204" pitchFamily="50" charset="-128"/>
              <a:ea typeface="Meiryo UI" panose="020B0604030504040204" pitchFamily="50" charset="-128"/>
            </a:endParaRPr>
          </a:p>
          <a:p>
            <a:r>
              <a:rPr lang="en-US" altLang="ja-JP" kern="0">
                <a:latin typeface="Meiryo UI" panose="020B0604030504040204" pitchFamily="50" charset="-128"/>
                <a:ea typeface="Meiryo UI" panose="020B0604030504040204" pitchFamily="50" charset="-128"/>
              </a:rPr>
              <a:t>【</a:t>
            </a:r>
            <a:r>
              <a:rPr lang="ja-JP" altLang="en-US" b="1">
                <a:latin typeface="Meiryo UI" panose="020B0604030504040204" pitchFamily="50" charset="-128"/>
                <a:ea typeface="Meiryo UI" panose="020B0604030504040204" pitchFamily="50" charset="-128"/>
              </a:rPr>
              <a:t>スコープ・制約事項</a:t>
            </a:r>
            <a:r>
              <a:rPr lang="en-US" altLang="ja-JP" b="1" kern="0">
                <a:latin typeface="Meiryo UI" panose="020B0604030504040204" pitchFamily="50" charset="-128"/>
                <a:ea typeface="Meiryo UI" panose="020B0604030504040204" pitchFamily="50" charset="-128"/>
              </a:rPr>
              <a:t>】</a:t>
            </a:r>
            <a:endParaRPr lang="ja-JP" altLang="en-US" b="1" kern="0">
              <a:latin typeface="Meiryo UI" panose="020B0604030504040204" pitchFamily="50" charset="-128"/>
              <a:ea typeface="Meiryo UI" panose="020B0604030504040204" pitchFamily="50" charset="-128"/>
            </a:endParaRPr>
          </a:p>
        </p:txBody>
      </p:sp>
      <p:sp>
        <p:nvSpPr>
          <p:cNvPr id="9" name="吹き出し: 線 8">
            <a:extLst>
              <a:ext uri="{FF2B5EF4-FFF2-40B4-BE49-F238E27FC236}">
                <a16:creationId xmlns:a16="http://schemas.microsoft.com/office/drawing/2014/main" id="{D7F38686-69B9-1923-8CC1-9057F736752C}"/>
              </a:ext>
            </a:extLst>
          </p:cNvPr>
          <p:cNvSpPr/>
          <p:nvPr/>
        </p:nvSpPr>
        <p:spPr bwMode="auto">
          <a:xfrm>
            <a:off x="8770680" y="1393107"/>
            <a:ext cx="2555971" cy="668448"/>
          </a:xfrm>
          <a:prstGeom prst="borderCallout1">
            <a:avLst>
              <a:gd name="adj1" fmla="val 43622"/>
              <a:gd name="adj2" fmla="val -2479"/>
              <a:gd name="adj3" fmla="val 126638"/>
              <a:gd name="adj4" fmla="val -12855"/>
            </a:avLst>
          </a:prstGeom>
          <a:solidFill>
            <a:schemeClr val="bg1"/>
          </a:solidFill>
          <a:ln w="19050">
            <a:solidFill>
              <a:schemeClr val="tx2"/>
            </a:solidFill>
            <a:miter lim="800000"/>
            <a:headEnd/>
            <a:tailEnd/>
          </a:ln>
          <a:effectLst/>
        </p:spPr>
        <p:txBody>
          <a:bodyPr wrap="none" rtlCol="0" anchor="ctr" anchorCtr="0">
            <a:noAutofit/>
          </a:bodyPr>
          <a:lstStyle/>
          <a:p>
            <a:r>
              <a:rPr lang="ja-JP" altLang="en-US" sz="1400">
                <a:solidFill>
                  <a:schemeClr val="tx1"/>
                </a:solidFill>
                <a:latin typeface="Meiryo UI" panose="020B0604030504040204" pitchFamily="50" charset="-128"/>
                <a:ea typeface="Meiryo UI" panose="020B0604030504040204" pitchFamily="50" charset="-128"/>
              </a:rPr>
              <a:t>年次系の業務をスコープとしたいか、</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確認が必要</a:t>
            </a:r>
            <a:endParaRPr lang="en-US" altLang="ja-JP" sz="14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5470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751C3-9F0E-8E03-6C29-1CF01120C10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5D8AB74-CC95-3A9E-B429-E3290622EED7}"/>
              </a:ext>
            </a:extLst>
          </p:cNvPr>
          <p:cNvSpPr>
            <a:spLocks noGrp="1"/>
          </p:cNvSpPr>
          <p:nvPr>
            <p:ph type="sldNum" sz="quarter" idx="10"/>
          </p:nvPr>
        </p:nvSpPr>
        <p:spPr/>
        <p:txBody>
          <a:bodyPr/>
          <a:lstStyle/>
          <a:p>
            <a:pPr>
              <a:defRPr/>
            </a:pPr>
            <a:fld id="{B69A64E9-DEE1-40B5-88E8-A6C3DD001D0B}" type="slidenum">
              <a:rPr lang="en-US" altLang="ja-JP" smtClean="0"/>
              <a:pPr>
                <a:defRPr/>
              </a:pPr>
              <a:t>8</a:t>
            </a:fld>
            <a:endParaRPr lang="en-US" altLang="ja-JP"/>
          </a:p>
        </p:txBody>
      </p:sp>
      <p:sp>
        <p:nvSpPr>
          <p:cNvPr id="22" name="コンテンツ プレースホルダー 4">
            <a:extLst>
              <a:ext uri="{FF2B5EF4-FFF2-40B4-BE49-F238E27FC236}">
                <a16:creationId xmlns:a16="http://schemas.microsoft.com/office/drawing/2014/main" id="{E5608B99-E643-80AE-9D2D-44521A6D1DA0}"/>
              </a:ext>
            </a:extLst>
          </p:cNvPr>
          <p:cNvSpPr>
            <a:spLocks noGrp="1"/>
          </p:cNvSpPr>
          <p:nvPr>
            <p:ph sz="half" idx="1"/>
          </p:nvPr>
        </p:nvSpPr>
        <p:spPr>
          <a:xfrm>
            <a:off x="236681" y="988101"/>
            <a:ext cx="11685357" cy="360000"/>
          </a:xfrm>
        </p:spPr>
        <p:txBody>
          <a:bodyPr/>
          <a:lstStyle/>
          <a:p>
            <a:r>
              <a:rPr lang="ja-JP" altLang="en-US" sz="1400">
                <a:latin typeface="Meiryo UI" panose="020B0604030504040204" pitchFamily="50" charset="-128"/>
                <a:ea typeface="Meiryo UI" panose="020B0604030504040204" pitchFamily="50" charset="-128"/>
              </a:rPr>
              <a:t>今後業務ヒアリングのスコープや対象者について整理させて頂ければと考えております。</a:t>
            </a:r>
            <a:endParaRPr lang="en-US" altLang="ja-JP" sz="1400">
              <a:latin typeface="Meiryo UI" panose="020B0604030504040204" pitchFamily="50" charset="-128"/>
              <a:ea typeface="Meiryo UI" panose="020B0604030504040204" pitchFamily="50" charset="-128"/>
            </a:endParaRPr>
          </a:p>
          <a:p>
            <a:r>
              <a:rPr lang="ja-JP" altLang="en-US" sz="1400">
                <a:latin typeface="Meiryo UI" panose="020B0604030504040204" pitchFamily="50" charset="-128"/>
                <a:ea typeface="Meiryo UI" panose="020B0604030504040204" pitchFamily="50" charset="-128"/>
              </a:rPr>
              <a:t>主に以下赤枠に関わる業務に関するヒアリングをさせていただくイメージとなります。　</a:t>
            </a:r>
            <a:endParaRPr lang="en-US" altLang="ja-JP" sz="140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E7282C33-F942-4610-59F3-1856DB5AB5E0}"/>
              </a:ext>
            </a:extLst>
          </p:cNvPr>
          <p:cNvSpPr/>
          <p:nvPr/>
        </p:nvSpPr>
        <p:spPr bwMode="auto">
          <a:xfrm>
            <a:off x="3247635" y="6130756"/>
            <a:ext cx="4168371" cy="495205"/>
          </a:xfrm>
          <a:prstGeom prst="rect">
            <a:avLst/>
          </a:prstGeom>
          <a:solidFill>
            <a:schemeClr val="bg1">
              <a:lumMod val="95000"/>
            </a:schemeClr>
          </a:solidFill>
          <a:ln w="19050">
            <a:no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pPr algn="l"/>
            <a:endParaRPr lang="ja-JP" altLang="en-US" sz="1951" b="1">
              <a:solidFill>
                <a:schemeClr val="tx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70DB9F54-B8AD-BCE9-FBBB-C64314B4318E}"/>
              </a:ext>
            </a:extLst>
          </p:cNvPr>
          <p:cNvSpPr/>
          <p:nvPr/>
        </p:nvSpPr>
        <p:spPr bwMode="auto">
          <a:xfrm>
            <a:off x="2217724" y="4504869"/>
            <a:ext cx="2704456" cy="1417553"/>
          </a:xfrm>
          <a:prstGeom prst="rect">
            <a:avLst/>
          </a:prstGeom>
          <a:noFill/>
          <a:ln w="19050">
            <a:solidFill>
              <a:schemeClr val="tx1"/>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pPr algn="l"/>
            <a:endParaRPr lang="ja-JP" altLang="en-US" sz="1951" b="1">
              <a:solidFill>
                <a:schemeClr val="tx1"/>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F1B3FE22-301B-B536-334A-D069264F3A39}"/>
              </a:ext>
            </a:extLst>
          </p:cNvPr>
          <p:cNvSpPr/>
          <p:nvPr/>
        </p:nvSpPr>
        <p:spPr bwMode="auto">
          <a:xfrm>
            <a:off x="5430443" y="4504869"/>
            <a:ext cx="4482447" cy="1417553"/>
          </a:xfrm>
          <a:prstGeom prst="rect">
            <a:avLst/>
          </a:prstGeom>
          <a:noFill/>
          <a:ln w="19050">
            <a:solidFill>
              <a:schemeClr val="tx1"/>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pPr algn="l"/>
            <a:endParaRPr lang="ja-JP" altLang="en-US" sz="1951" b="1">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47A21000-5A20-F03F-9589-634AE760668C}"/>
              </a:ext>
            </a:extLst>
          </p:cNvPr>
          <p:cNvSpPr/>
          <p:nvPr/>
        </p:nvSpPr>
        <p:spPr bwMode="auto">
          <a:xfrm>
            <a:off x="3599417" y="2112141"/>
            <a:ext cx="4168371" cy="2047967"/>
          </a:xfrm>
          <a:prstGeom prst="rect">
            <a:avLst/>
          </a:prstGeom>
          <a:solidFill>
            <a:schemeClr val="bg1">
              <a:lumMod val="95000"/>
            </a:schemeClr>
          </a:solidFill>
          <a:ln w="19050">
            <a:no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pPr algn="l"/>
            <a:endParaRPr lang="ja-JP" altLang="en-US" sz="1951" b="1">
              <a:solidFill>
                <a:schemeClr val="tx1"/>
              </a:solidFill>
              <a:latin typeface="Meiryo UI" panose="020B0604030504040204" pitchFamily="50" charset="-128"/>
              <a:ea typeface="Meiryo UI" panose="020B0604030504040204" pitchFamily="50" charset="-128"/>
            </a:endParaRPr>
          </a:p>
        </p:txBody>
      </p:sp>
      <p:sp>
        <p:nvSpPr>
          <p:cNvPr id="8" name="フローチャート: 磁気ディスク 7">
            <a:extLst>
              <a:ext uri="{FF2B5EF4-FFF2-40B4-BE49-F238E27FC236}">
                <a16:creationId xmlns:a16="http://schemas.microsoft.com/office/drawing/2014/main" id="{2982B639-0871-0889-A3A3-A774CF631800}"/>
              </a:ext>
            </a:extLst>
          </p:cNvPr>
          <p:cNvSpPr/>
          <p:nvPr/>
        </p:nvSpPr>
        <p:spPr bwMode="auto">
          <a:xfrm>
            <a:off x="5276782" y="2268004"/>
            <a:ext cx="886295" cy="593715"/>
          </a:xfrm>
          <a:prstGeom prst="flowChartMagneticDisk">
            <a:avLst/>
          </a:prstGeom>
          <a:solidFill>
            <a:schemeClr val="accent1">
              <a:lumMod val="20000"/>
              <a:lumOff val="80000"/>
            </a:schemeClr>
          </a:solidFill>
          <a:ln>
            <a:solidFill>
              <a:schemeClr val="tx1">
                <a:lumMod val="50000"/>
                <a:lumOff val="50000"/>
              </a:schemeClr>
            </a:solidFill>
            <a:headEnd/>
            <a:tailEn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825">
                <a:solidFill>
                  <a:schemeClr val="tx1"/>
                </a:solidFill>
                <a:latin typeface="Meiryo UI" panose="020B0604030504040204" pitchFamily="50" charset="-128"/>
                <a:ea typeface="Meiryo UI" panose="020B0604030504040204" pitchFamily="50" charset="-128"/>
              </a:rPr>
              <a:t>基本マスタ</a:t>
            </a:r>
          </a:p>
        </p:txBody>
      </p:sp>
      <p:sp>
        <p:nvSpPr>
          <p:cNvPr id="9" name="四角形: 角を丸くする 8">
            <a:extLst>
              <a:ext uri="{FF2B5EF4-FFF2-40B4-BE49-F238E27FC236}">
                <a16:creationId xmlns:a16="http://schemas.microsoft.com/office/drawing/2014/main" id="{2BA563CC-9EC1-3C06-48F6-25C35225D9EB}"/>
              </a:ext>
            </a:extLst>
          </p:cNvPr>
          <p:cNvSpPr/>
          <p:nvPr/>
        </p:nvSpPr>
        <p:spPr bwMode="auto">
          <a:xfrm>
            <a:off x="3629174" y="3262816"/>
            <a:ext cx="609097" cy="398801"/>
          </a:xfrm>
          <a:prstGeom prst="roundRect">
            <a:avLst/>
          </a:prstGeom>
          <a:solidFill>
            <a:schemeClr val="tx2"/>
          </a:solidFill>
          <a:ln w="9525">
            <a:noFill/>
            <a:miter lim="800000"/>
            <a:headEnd/>
            <a:tailEnd/>
          </a:ln>
          <a:effectLst/>
        </p:spPr>
        <p:txBody>
          <a:bodyPr wrap="none" rtlCol="0" anchor="ctr" anchorCtr="0">
            <a:noAutofit/>
          </a:bodyPr>
          <a:lstStyle/>
          <a:p>
            <a:pPr algn="ctr"/>
            <a:r>
              <a:rPr lang="ja-JP" altLang="en-US" sz="751">
                <a:solidFill>
                  <a:schemeClr val="bg1"/>
                </a:solidFill>
                <a:latin typeface="Meiryo UI" panose="020B0604030504040204" pitchFamily="50" charset="-128"/>
                <a:ea typeface="Meiryo UI" panose="020B0604030504040204" pitchFamily="50" charset="-128"/>
              </a:rPr>
              <a:t>メンテデータ</a:t>
            </a:r>
            <a:endParaRPr lang="en-US" altLang="ja-JP" sz="751">
              <a:solidFill>
                <a:schemeClr val="bg1"/>
              </a:solidFill>
              <a:latin typeface="Meiryo UI" panose="020B0604030504040204" pitchFamily="50" charset="-128"/>
              <a:ea typeface="Meiryo UI" panose="020B0604030504040204" pitchFamily="50" charset="-128"/>
            </a:endParaRPr>
          </a:p>
          <a:p>
            <a:pPr algn="ctr"/>
            <a:r>
              <a:rPr lang="ja-JP" altLang="en-US" sz="751">
                <a:solidFill>
                  <a:schemeClr val="bg1"/>
                </a:solidFill>
                <a:latin typeface="Meiryo UI" panose="020B0604030504040204" pitchFamily="50" charset="-128"/>
                <a:ea typeface="Meiryo UI" panose="020B0604030504040204" pitchFamily="50" charset="-128"/>
              </a:rPr>
              <a:t>取込処理</a:t>
            </a:r>
          </a:p>
        </p:txBody>
      </p:sp>
      <p:sp>
        <p:nvSpPr>
          <p:cNvPr id="10" name="フローチャート: 磁気ディスク 9">
            <a:extLst>
              <a:ext uri="{FF2B5EF4-FFF2-40B4-BE49-F238E27FC236}">
                <a16:creationId xmlns:a16="http://schemas.microsoft.com/office/drawing/2014/main" id="{5F9E1091-794F-868E-CBCA-8CAC5EC52A37}"/>
              </a:ext>
            </a:extLst>
          </p:cNvPr>
          <p:cNvSpPr/>
          <p:nvPr/>
        </p:nvSpPr>
        <p:spPr bwMode="auto">
          <a:xfrm>
            <a:off x="5248999" y="3329787"/>
            <a:ext cx="886295" cy="557912"/>
          </a:xfrm>
          <a:prstGeom prst="flowChartMagneticDisk">
            <a:avLst/>
          </a:prstGeom>
          <a:solidFill>
            <a:schemeClr val="accent1">
              <a:lumMod val="20000"/>
              <a:lumOff val="80000"/>
            </a:schemeClr>
          </a:solidFill>
          <a:ln>
            <a:solidFill>
              <a:schemeClr val="tx1">
                <a:lumMod val="50000"/>
                <a:lumOff val="50000"/>
              </a:schemeClr>
            </a:solidFill>
            <a:headEnd/>
            <a:tailEn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825">
                <a:solidFill>
                  <a:schemeClr val="tx1"/>
                </a:solidFill>
                <a:latin typeface="Meiryo UI" panose="020B0604030504040204" pitchFamily="50" charset="-128"/>
                <a:ea typeface="Meiryo UI" panose="020B0604030504040204" pitchFamily="50" charset="-128"/>
              </a:rPr>
              <a:t>回収管理</a:t>
            </a:r>
            <a:r>
              <a:rPr lang="en-US" altLang="ja-JP" sz="825">
                <a:solidFill>
                  <a:schemeClr val="tx1"/>
                </a:solidFill>
                <a:latin typeface="Meiryo UI" panose="020B0604030504040204" pitchFamily="50" charset="-128"/>
                <a:ea typeface="Meiryo UI" panose="020B0604030504040204" pitchFamily="50" charset="-128"/>
              </a:rPr>
              <a:t>DB</a:t>
            </a:r>
          </a:p>
          <a:p>
            <a:pPr algn="ctr"/>
            <a:r>
              <a:rPr lang="ja-JP" altLang="en-US" sz="825">
                <a:solidFill>
                  <a:schemeClr val="tx1"/>
                </a:solidFill>
                <a:latin typeface="Meiryo UI" panose="020B0604030504040204" pitchFamily="50" charset="-128"/>
                <a:ea typeface="Meiryo UI" panose="020B0604030504040204" pitchFamily="50" charset="-128"/>
              </a:rPr>
              <a:t>他</a:t>
            </a:r>
          </a:p>
        </p:txBody>
      </p:sp>
      <p:sp>
        <p:nvSpPr>
          <p:cNvPr id="11" name="四角形: 角を丸くする 10">
            <a:extLst>
              <a:ext uri="{FF2B5EF4-FFF2-40B4-BE49-F238E27FC236}">
                <a16:creationId xmlns:a16="http://schemas.microsoft.com/office/drawing/2014/main" id="{323894FC-A918-7A38-B9C7-583970744B9A}"/>
              </a:ext>
            </a:extLst>
          </p:cNvPr>
          <p:cNvSpPr/>
          <p:nvPr/>
        </p:nvSpPr>
        <p:spPr bwMode="auto">
          <a:xfrm>
            <a:off x="4216383" y="2681889"/>
            <a:ext cx="609097" cy="416788"/>
          </a:xfrm>
          <a:prstGeom prst="roundRect">
            <a:avLst/>
          </a:prstGeom>
          <a:solidFill>
            <a:schemeClr val="tx2"/>
          </a:solidFill>
          <a:ln w="9525">
            <a:noFill/>
            <a:miter lim="800000"/>
            <a:headEnd/>
            <a:tailEnd/>
          </a:ln>
          <a:effectLst/>
        </p:spPr>
        <p:txBody>
          <a:bodyPr wrap="none" rtlCol="0" anchor="ctr" anchorCtr="0">
            <a:noAutofit/>
          </a:bodyPr>
          <a:lstStyle/>
          <a:p>
            <a:pPr algn="ctr"/>
            <a:r>
              <a:rPr lang="ja-JP" altLang="en-US" sz="751">
                <a:solidFill>
                  <a:schemeClr val="bg1"/>
                </a:solidFill>
                <a:latin typeface="Meiryo UI" panose="020B0604030504040204" pitchFamily="50" charset="-128"/>
                <a:ea typeface="Meiryo UI" panose="020B0604030504040204" pitchFamily="50" charset="-128"/>
              </a:rPr>
              <a:t>マスタ更新</a:t>
            </a:r>
            <a:endParaRPr lang="en-US" altLang="ja-JP" sz="751">
              <a:solidFill>
                <a:schemeClr val="bg1"/>
              </a:solidFill>
              <a:latin typeface="Meiryo UI" panose="020B0604030504040204" pitchFamily="50" charset="-128"/>
              <a:ea typeface="Meiryo UI" panose="020B0604030504040204" pitchFamily="50" charset="-128"/>
            </a:endParaRPr>
          </a:p>
          <a:p>
            <a:pPr algn="ctr"/>
            <a:r>
              <a:rPr lang="ja-JP" altLang="en-US" sz="751">
                <a:solidFill>
                  <a:schemeClr val="bg1"/>
                </a:solidFill>
                <a:latin typeface="Meiryo UI" panose="020B0604030504040204" pitchFamily="50" charset="-128"/>
                <a:ea typeface="Meiryo UI" panose="020B0604030504040204" pitchFamily="50" charset="-128"/>
              </a:rPr>
              <a:t>処理</a:t>
            </a:r>
          </a:p>
        </p:txBody>
      </p:sp>
      <p:sp>
        <p:nvSpPr>
          <p:cNvPr id="12" name="四角形: 角を丸くする 11">
            <a:extLst>
              <a:ext uri="{FF2B5EF4-FFF2-40B4-BE49-F238E27FC236}">
                <a16:creationId xmlns:a16="http://schemas.microsoft.com/office/drawing/2014/main" id="{7E5AE72A-E759-380A-9673-3FD56CEE2F50}"/>
              </a:ext>
            </a:extLst>
          </p:cNvPr>
          <p:cNvSpPr/>
          <p:nvPr/>
        </p:nvSpPr>
        <p:spPr bwMode="auto">
          <a:xfrm>
            <a:off x="7084669" y="2366945"/>
            <a:ext cx="609097" cy="416788"/>
          </a:xfrm>
          <a:prstGeom prst="roundRect">
            <a:avLst/>
          </a:prstGeom>
          <a:solidFill>
            <a:schemeClr val="tx2"/>
          </a:solidFill>
          <a:ln w="9525">
            <a:noFill/>
            <a:miter lim="800000"/>
            <a:headEnd/>
            <a:tailEnd/>
          </a:ln>
          <a:effectLst/>
        </p:spPr>
        <p:txBody>
          <a:bodyPr wrap="none" rtlCol="0" anchor="ctr" anchorCtr="0">
            <a:noAutofit/>
          </a:bodyPr>
          <a:lstStyle/>
          <a:p>
            <a:pPr algn="ctr"/>
            <a:r>
              <a:rPr lang="ja-JP" altLang="en-US" sz="751">
                <a:solidFill>
                  <a:schemeClr val="bg1"/>
                </a:solidFill>
                <a:latin typeface="Meiryo UI" panose="020B0604030504040204" pitchFamily="50" charset="-128"/>
                <a:ea typeface="Meiryo UI" panose="020B0604030504040204" pitchFamily="50" charset="-128"/>
              </a:rPr>
              <a:t>他シス</a:t>
            </a:r>
            <a:r>
              <a:rPr lang="en-US" altLang="ja-JP" sz="751">
                <a:solidFill>
                  <a:schemeClr val="bg1"/>
                </a:solidFill>
                <a:latin typeface="Meiryo UI" panose="020B0604030504040204" pitchFamily="50" charset="-128"/>
                <a:ea typeface="Meiryo UI" panose="020B0604030504040204" pitchFamily="50" charset="-128"/>
              </a:rPr>
              <a:t>IF</a:t>
            </a:r>
          </a:p>
          <a:p>
            <a:pPr algn="ctr"/>
            <a:r>
              <a:rPr lang="ja-JP" altLang="en-US" sz="751">
                <a:solidFill>
                  <a:schemeClr val="bg1"/>
                </a:solidFill>
                <a:latin typeface="Meiryo UI" panose="020B0604030504040204" pitchFamily="50" charset="-128"/>
                <a:ea typeface="Meiryo UI" panose="020B0604030504040204" pitchFamily="50" charset="-128"/>
              </a:rPr>
              <a:t>処理</a:t>
            </a:r>
          </a:p>
        </p:txBody>
      </p:sp>
      <p:sp>
        <p:nvSpPr>
          <p:cNvPr id="13" name="四角形: 角を丸くする 12">
            <a:extLst>
              <a:ext uri="{FF2B5EF4-FFF2-40B4-BE49-F238E27FC236}">
                <a16:creationId xmlns:a16="http://schemas.microsoft.com/office/drawing/2014/main" id="{3AEAF3BA-C47B-2C66-0787-D5EDA6F106FB}"/>
              </a:ext>
            </a:extLst>
          </p:cNvPr>
          <p:cNvSpPr/>
          <p:nvPr/>
        </p:nvSpPr>
        <p:spPr bwMode="auto">
          <a:xfrm>
            <a:off x="7137143" y="3218903"/>
            <a:ext cx="609097" cy="416788"/>
          </a:xfrm>
          <a:prstGeom prst="roundRect">
            <a:avLst/>
          </a:prstGeom>
          <a:solidFill>
            <a:schemeClr val="tx2"/>
          </a:solidFill>
          <a:ln w="9525">
            <a:noFill/>
            <a:miter lim="800000"/>
            <a:headEnd/>
            <a:tailEnd/>
          </a:ln>
          <a:effectLst/>
        </p:spPr>
        <p:txBody>
          <a:bodyPr wrap="none" rtlCol="0" anchor="ctr" anchorCtr="0">
            <a:noAutofit/>
          </a:bodyPr>
          <a:lstStyle/>
          <a:p>
            <a:pPr algn="ctr"/>
            <a:r>
              <a:rPr lang="ja-JP" altLang="en-US" sz="751">
                <a:solidFill>
                  <a:schemeClr val="bg1"/>
                </a:solidFill>
                <a:latin typeface="Meiryo UI" panose="020B0604030504040204" pitchFamily="50" charset="-128"/>
                <a:ea typeface="Meiryo UI" panose="020B0604030504040204" pitchFamily="50" charset="-128"/>
              </a:rPr>
              <a:t>帳票出力</a:t>
            </a:r>
          </a:p>
        </p:txBody>
      </p:sp>
      <p:cxnSp>
        <p:nvCxnSpPr>
          <p:cNvPr id="16" name="直線矢印コネクタ 15">
            <a:extLst>
              <a:ext uri="{FF2B5EF4-FFF2-40B4-BE49-F238E27FC236}">
                <a16:creationId xmlns:a16="http://schemas.microsoft.com/office/drawing/2014/main" id="{A6E88453-7F88-7A28-F2C6-4F7F925E8542}"/>
              </a:ext>
            </a:extLst>
          </p:cNvPr>
          <p:cNvCxnSpPr>
            <a:cxnSpLocks/>
          </p:cNvCxnSpPr>
          <p:nvPr/>
        </p:nvCxnSpPr>
        <p:spPr bwMode="auto">
          <a:xfrm>
            <a:off x="4270804" y="3473752"/>
            <a:ext cx="950295" cy="260784"/>
          </a:xfrm>
          <a:prstGeom prst="straightConnector1">
            <a:avLst/>
          </a:prstGeom>
          <a:noFill/>
          <a:ln w="9525" cap="flat" cmpd="sng" algn="ctr">
            <a:solidFill>
              <a:schemeClr val="tx1"/>
            </a:solidFill>
            <a:prstDash val="solid"/>
            <a:round/>
            <a:headEnd type="none" w="med" len="med"/>
            <a:tailEnd type="triangle"/>
          </a:ln>
          <a:effectLst/>
        </p:spPr>
      </p:cxnSp>
      <p:cxnSp>
        <p:nvCxnSpPr>
          <p:cNvPr id="18" name="直線矢印コネクタ 17">
            <a:extLst>
              <a:ext uri="{FF2B5EF4-FFF2-40B4-BE49-F238E27FC236}">
                <a16:creationId xmlns:a16="http://schemas.microsoft.com/office/drawing/2014/main" id="{A63020BE-E7A2-DB87-0CD3-A66CC420ACB1}"/>
              </a:ext>
            </a:extLst>
          </p:cNvPr>
          <p:cNvCxnSpPr>
            <a:cxnSpLocks/>
            <a:stCxn id="9" idx="3"/>
          </p:cNvCxnSpPr>
          <p:nvPr/>
        </p:nvCxnSpPr>
        <p:spPr bwMode="auto">
          <a:xfrm flipV="1">
            <a:off x="4238270" y="3117461"/>
            <a:ext cx="277199" cy="344756"/>
          </a:xfrm>
          <a:prstGeom prst="straightConnector1">
            <a:avLst/>
          </a:prstGeom>
          <a:noFill/>
          <a:ln w="9525" cap="flat" cmpd="sng" algn="ctr">
            <a:solidFill>
              <a:schemeClr val="tx1"/>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AAE686F2-D724-43FE-1DDE-BC38FA55BC40}"/>
              </a:ext>
            </a:extLst>
          </p:cNvPr>
          <p:cNvCxnSpPr>
            <a:cxnSpLocks/>
            <a:stCxn id="11" idx="3"/>
            <a:endCxn id="8" idx="2"/>
          </p:cNvCxnSpPr>
          <p:nvPr/>
        </p:nvCxnSpPr>
        <p:spPr bwMode="auto">
          <a:xfrm flipV="1">
            <a:off x="4825480" y="2564862"/>
            <a:ext cx="451301" cy="325421"/>
          </a:xfrm>
          <a:prstGeom prst="straightConnector1">
            <a:avLst/>
          </a:prstGeom>
          <a:noFill/>
          <a:ln w="9525" cap="flat" cmpd="sng" algn="ctr">
            <a:solidFill>
              <a:schemeClr val="tx1"/>
            </a:solidFill>
            <a:prstDash val="solid"/>
            <a:round/>
            <a:headEnd type="none" w="med" len="med"/>
            <a:tailEnd type="triangle"/>
          </a:ln>
          <a:effectLst/>
        </p:spPr>
      </p:cxnSp>
      <p:cxnSp>
        <p:nvCxnSpPr>
          <p:cNvPr id="20" name="直線矢印コネクタ 19">
            <a:extLst>
              <a:ext uri="{FF2B5EF4-FFF2-40B4-BE49-F238E27FC236}">
                <a16:creationId xmlns:a16="http://schemas.microsoft.com/office/drawing/2014/main" id="{BD086F7F-35DD-7FC2-B63D-6AC18EBF1680}"/>
              </a:ext>
            </a:extLst>
          </p:cNvPr>
          <p:cNvCxnSpPr>
            <a:cxnSpLocks/>
            <a:stCxn id="8" idx="4"/>
            <a:endCxn id="12" idx="1"/>
          </p:cNvCxnSpPr>
          <p:nvPr/>
        </p:nvCxnSpPr>
        <p:spPr bwMode="auto">
          <a:xfrm>
            <a:off x="6163075" y="2564862"/>
            <a:ext cx="921593" cy="10479"/>
          </a:xfrm>
          <a:prstGeom prst="straightConnector1">
            <a:avLst/>
          </a:prstGeom>
          <a:noFill/>
          <a:ln w="9525" cap="flat" cmpd="sng" algn="ctr">
            <a:solidFill>
              <a:schemeClr val="tx1"/>
            </a:solidFill>
            <a:prstDash val="solid"/>
            <a:round/>
            <a:headEnd type="none" w="med" len="med"/>
            <a:tailEnd type="triangle"/>
          </a:ln>
          <a:effectLst/>
        </p:spPr>
      </p:cxnSp>
      <p:cxnSp>
        <p:nvCxnSpPr>
          <p:cNvPr id="21" name="直線矢印コネクタ 20">
            <a:extLst>
              <a:ext uri="{FF2B5EF4-FFF2-40B4-BE49-F238E27FC236}">
                <a16:creationId xmlns:a16="http://schemas.microsoft.com/office/drawing/2014/main" id="{75D9AB02-8162-27CB-453C-069B2DFABFFC}"/>
              </a:ext>
            </a:extLst>
          </p:cNvPr>
          <p:cNvCxnSpPr>
            <a:cxnSpLocks/>
            <a:stCxn id="8" idx="4"/>
            <a:endCxn id="13" idx="1"/>
          </p:cNvCxnSpPr>
          <p:nvPr/>
        </p:nvCxnSpPr>
        <p:spPr bwMode="auto">
          <a:xfrm>
            <a:off x="6163077" y="2564862"/>
            <a:ext cx="974066" cy="862435"/>
          </a:xfrm>
          <a:prstGeom prst="straightConnector1">
            <a:avLst/>
          </a:prstGeom>
          <a:noFill/>
          <a:ln w="9525" cap="flat" cmpd="sng" algn="ctr">
            <a:solidFill>
              <a:schemeClr val="tx1"/>
            </a:solidFill>
            <a:prstDash val="solid"/>
            <a:round/>
            <a:headEnd type="none" w="med" len="med"/>
            <a:tailEnd type="triangle"/>
          </a:ln>
          <a:effectLst/>
        </p:spPr>
      </p:cxnSp>
      <p:sp>
        <p:nvSpPr>
          <p:cNvPr id="23" name="フローチャート: 複数書類 22">
            <a:extLst>
              <a:ext uri="{FF2B5EF4-FFF2-40B4-BE49-F238E27FC236}">
                <a16:creationId xmlns:a16="http://schemas.microsoft.com/office/drawing/2014/main" id="{2D7241EF-C88C-34E0-24B1-E66B6F0AAA2A}"/>
              </a:ext>
            </a:extLst>
          </p:cNvPr>
          <p:cNvSpPr/>
          <p:nvPr/>
        </p:nvSpPr>
        <p:spPr bwMode="auto">
          <a:xfrm>
            <a:off x="7382192" y="5179001"/>
            <a:ext cx="753731" cy="613820"/>
          </a:xfrm>
          <a:prstGeom prst="flowChartMultidocument">
            <a:avLst/>
          </a:prstGeom>
          <a:ln w="15875">
            <a:solidFill>
              <a:schemeClr val="tx1"/>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en-US" altLang="ja-JP" sz="825">
                <a:solidFill>
                  <a:schemeClr val="tx1"/>
                </a:solidFill>
                <a:latin typeface="Meiryo UI" panose="020B0604030504040204" pitchFamily="50" charset="-128"/>
                <a:ea typeface="Meiryo UI" panose="020B0604030504040204" pitchFamily="50" charset="-128"/>
              </a:rPr>
              <a:t>【</a:t>
            </a:r>
            <a:r>
              <a:rPr lang="ja-JP" altLang="en-US" sz="825">
                <a:solidFill>
                  <a:schemeClr val="tx1"/>
                </a:solidFill>
                <a:latin typeface="Meiryo UI" panose="020B0604030504040204" pitchFamily="50" charset="-128"/>
                <a:ea typeface="Meiryo UI" panose="020B0604030504040204" pitchFamily="50" charset="-128"/>
              </a:rPr>
              <a:t>メンテ前</a:t>
            </a:r>
            <a:r>
              <a:rPr lang="en-US" altLang="ja-JP" sz="825">
                <a:solidFill>
                  <a:schemeClr val="tx1"/>
                </a:solidFill>
                <a:latin typeface="Meiryo UI" panose="020B0604030504040204" pitchFamily="50" charset="-128"/>
                <a:ea typeface="Meiryo UI" panose="020B0604030504040204" pitchFamily="50" charset="-128"/>
              </a:rPr>
              <a:t>】</a:t>
            </a:r>
          </a:p>
          <a:p>
            <a:r>
              <a:rPr lang="ja-JP" altLang="en-US" sz="825">
                <a:solidFill>
                  <a:schemeClr val="tx1"/>
                </a:solidFill>
                <a:latin typeface="Meiryo UI" panose="020B0604030504040204" pitchFamily="50" charset="-128"/>
                <a:ea typeface="Meiryo UI" panose="020B0604030504040204" pitchFamily="50" charset="-128"/>
              </a:rPr>
              <a:t>メンテ</a:t>
            </a:r>
            <a:endParaRPr lang="en-US" altLang="ja-JP" sz="825">
              <a:solidFill>
                <a:schemeClr val="tx1"/>
              </a:solidFill>
              <a:latin typeface="Meiryo UI" panose="020B0604030504040204" pitchFamily="50" charset="-128"/>
              <a:ea typeface="Meiryo UI" panose="020B0604030504040204" pitchFamily="50" charset="-128"/>
            </a:endParaRPr>
          </a:p>
          <a:p>
            <a:r>
              <a:rPr lang="ja-JP" altLang="en-US" sz="825">
                <a:solidFill>
                  <a:schemeClr val="tx1"/>
                </a:solidFill>
                <a:latin typeface="Meiryo UI" panose="020B0604030504040204" pitchFamily="50" charset="-128"/>
                <a:ea typeface="Meiryo UI" panose="020B0604030504040204" pitchFamily="50" charset="-128"/>
              </a:rPr>
              <a:t>カード</a:t>
            </a:r>
          </a:p>
        </p:txBody>
      </p:sp>
      <p:pic>
        <p:nvPicPr>
          <p:cNvPr id="24" name="図 75" descr="d3-083.wmf">
            <a:extLst>
              <a:ext uri="{FF2B5EF4-FFF2-40B4-BE49-F238E27FC236}">
                <a16:creationId xmlns:a16="http://schemas.microsoft.com/office/drawing/2014/main" id="{CA1F04CB-A27D-CFD2-750B-65A5DECEEA78}"/>
              </a:ext>
            </a:extLst>
          </p:cNvPr>
          <p:cNvPicPr>
            <a:picLocks noChangeAspect="1"/>
          </p:cNvPicPr>
          <p:nvPr/>
        </p:nvPicPr>
        <p:blipFill>
          <a:blip r:embed="rId2"/>
          <a:srcRect/>
          <a:stretch>
            <a:fillRect/>
          </a:stretch>
        </p:blipFill>
        <p:spPr bwMode="auto">
          <a:xfrm>
            <a:off x="2607170" y="5198394"/>
            <a:ext cx="712595" cy="570773"/>
          </a:xfrm>
          <a:prstGeom prst="rect">
            <a:avLst/>
          </a:prstGeom>
          <a:noFill/>
          <a:ln w="9525">
            <a:noFill/>
            <a:miter lim="800000"/>
            <a:headEnd/>
            <a:tailEnd/>
          </a:ln>
        </p:spPr>
      </p:pic>
      <p:pic>
        <p:nvPicPr>
          <p:cNvPr id="25" name="Picture 510" descr="c2-040">
            <a:extLst>
              <a:ext uri="{FF2B5EF4-FFF2-40B4-BE49-F238E27FC236}">
                <a16:creationId xmlns:a16="http://schemas.microsoft.com/office/drawing/2014/main" id="{5790B274-A211-87BD-AF55-FD47C1A0D17C}"/>
              </a:ext>
            </a:extLst>
          </p:cNvPr>
          <p:cNvPicPr>
            <a:picLocks noChangeAspect="1" noChangeArrowheads="1"/>
          </p:cNvPicPr>
          <p:nvPr/>
        </p:nvPicPr>
        <p:blipFill>
          <a:blip r:embed="rId3"/>
          <a:srcRect/>
          <a:stretch>
            <a:fillRect/>
          </a:stretch>
        </p:blipFill>
        <p:spPr bwMode="auto">
          <a:xfrm>
            <a:off x="8374543" y="4795469"/>
            <a:ext cx="644959" cy="755356"/>
          </a:xfrm>
          <a:prstGeom prst="rect">
            <a:avLst/>
          </a:prstGeom>
          <a:noFill/>
          <a:ln w="9525">
            <a:noFill/>
            <a:miter lim="800000"/>
            <a:headEnd/>
            <a:tailEnd/>
          </a:ln>
        </p:spPr>
      </p:pic>
      <p:cxnSp>
        <p:nvCxnSpPr>
          <p:cNvPr id="26" name="直線矢印コネクタ 25">
            <a:extLst>
              <a:ext uri="{FF2B5EF4-FFF2-40B4-BE49-F238E27FC236}">
                <a16:creationId xmlns:a16="http://schemas.microsoft.com/office/drawing/2014/main" id="{95151F1E-FFBF-75FA-C29D-EB43313486B9}"/>
              </a:ext>
            </a:extLst>
          </p:cNvPr>
          <p:cNvCxnSpPr>
            <a:cxnSpLocks/>
          </p:cNvCxnSpPr>
          <p:nvPr/>
        </p:nvCxnSpPr>
        <p:spPr bwMode="auto">
          <a:xfrm>
            <a:off x="7693765" y="2566412"/>
            <a:ext cx="201859" cy="0"/>
          </a:xfrm>
          <a:prstGeom prst="straightConnector1">
            <a:avLst/>
          </a:prstGeom>
          <a:noFill/>
          <a:ln w="9525" cap="flat" cmpd="sng" algn="ctr">
            <a:solidFill>
              <a:schemeClr val="tx1"/>
            </a:solidFill>
            <a:prstDash val="solid"/>
            <a:round/>
            <a:headEnd type="none" w="med" len="med"/>
            <a:tailEnd type="triangle"/>
          </a:ln>
          <a:effectLst/>
        </p:spPr>
      </p:cxnSp>
      <p:sp>
        <p:nvSpPr>
          <p:cNvPr id="27" name="フローチャート: 複数書類 26">
            <a:extLst>
              <a:ext uri="{FF2B5EF4-FFF2-40B4-BE49-F238E27FC236}">
                <a16:creationId xmlns:a16="http://schemas.microsoft.com/office/drawing/2014/main" id="{D19D2FE4-E5EE-7E66-2308-E58B1966710D}"/>
              </a:ext>
            </a:extLst>
          </p:cNvPr>
          <p:cNvSpPr/>
          <p:nvPr/>
        </p:nvSpPr>
        <p:spPr bwMode="auto">
          <a:xfrm>
            <a:off x="8040309" y="2414209"/>
            <a:ext cx="484513" cy="350217"/>
          </a:xfrm>
          <a:prstGeom prst="flowChartMultidocument">
            <a:avLst/>
          </a:prstGeom>
          <a:solidFill>
            <a:schemeClr val="bg1"/>
          </a:solidFill>
          <a:ln w="9525">
            <a:solidFill>
              <a:schemeClr val="tx1"/>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en-US" altLang="ja-JP" sz="751">
                <a:solidFill>
                  <a:schemeClr val="tx1"/>
                </a:solidFill>
                <a:latin typeface="Meiryo UI" panose="020B0604030504040204" pitchFamily="50" charset="-128"/>
                <a:ea typeface="Meiryo UI" panose="020B0604030504040204" pitchFamily="50" charset="-128"/>
              </a:rPr>
              <a:t>C2</a:t>
            </a:r>
            <a:r>
              <a:rPr lang="ja-JP" altLang="en-US" sz="751">
                <a:solidFill>
                  <a:schemeClr val="tx1"/>
                </a:solidFill>
                <a:latin typeface="Meiryo UI" panose="020B0604030504040204" pitchFamily="50" charset="-128"/>
                <a:ea typeface="Meiryo UI" panose="020B0604030504040204" pitchFamily="50" charset="-128"/>
              </a:rPr>
              <a:t>情報</a:t>
            </a:r>
            <a:endParaRPr lang="en-US" altLang="ja-JP" sz="751">
              <a:solidFill>
                <a:schemeClr val="tx1"/>
              </a:solidFill>
              <a:latin typeface="Meiryo UI" panose="020B0604030504040204" pitchFamily="50" charset="-128"/>
              <a:ea typeface="Meiryo UI" panose="020B0604030504040204" pitchFamily="50" charset="-128"/>
            </a:endParaRPr>
          </a:p>
        </p:txBody>
      </p:sp>
      <p:sp>
        <p:nvSpPr>
          <p:cNvPr id="28" name="四角形: 角を丸くする 27">
            <a:extLst>
              <a:ext uri="{FF2B5EF4-FFF2-40B4-BE49-F238E27FC236}">
                <a16:creationId xmlns:a16="http://schemas.microsoft.com/office/drawing/2014/main" id="{330D70FC-EFFD-1227-29ED-BF53C52863C6}"/>
              </a:ext>
            </a:extLst>
          </p:cNvPr>
          <p:cNvSpPr/>
          <p:nvPr/>
        </p:nvSpPr>
        <p:spPr bwMode="auto">
          <a:xfrm>
            <a:off x="5617280" y="4612829"/>
            <a:ext cx="753732" cy="281817"/>
          </a:xfrm>
          <a:prstGeom prst="roundRect">
            <a:avLst/>
          </a:prstGeom>
          <a:solidFill>
            <a:schemeClr val="accent6"/>
          </a:solidFill>
          <a:ln w="19050">
            <a:no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ja-JP" altLang="en-US" sz="1100">
                <a:solidFill>
                  <a:schemeClr val="bg1"/>
                </a:solidFill>
                <a:latin typeface="Meiryo UI" panose="020B0604030504040204" pitchFamily="50" charset="-128"/>
                <a:ea typeface="Meiryo UI" panose="020B0604030504040204" pitchFamily="50" charset="-128"/>
              </a:rPr>
              <a:t>電話取材</a:t>
            </a:r>
          </a:p>
        </p:txBody>
      </p:sp>
      <p:cxnSp>
        <p:nvCxnSpPr>
          <p:cNvPr id="29" name="直線矢印コネクタ 28">
            <a:extLst>
              <a:ext uri="{FF2B5EF4-FFF2-40B4-BE49-F238E27FC236}">
                <a16:creationId xmlns:a16="http://schemas.microsoft.com/office/drawing/2014/main" id="{8187DA58-D355-B121-0E4C-B54BE3C4E07E}"/>
              </a:ext>
            </a:extLst>
          </p:cNvPr>
          <p:cNvCxnSpPr>
            <a:cxnSpLocks/>
          </p:cNvCxnSpPr>
          <p:nvPr/>
        </p:nvCxnSpPr>
        <p:spPr bwMode="auto">
          <a:xfrm>
            <a:off x="7460372" y="3731348"/>
            <a:ext cx="0" cy="855931"/>
          </a:xfrm>
          <a:prstGeom prst="straightConnector1">
            <a:avLst/>
          </a:prstGeom>
          <a:noFill/>
          <a:ln w="31750" cap="flat" cmpd="sng" algn="ctr">
            <a:solidFill>
              <a:schemeClr val="tx1"/>
            </a:solidFill>
            <a:prstDash val="dash"/>
            <a:round/>
            <a:headEnd type="none" w="med" len="med"/>
            <a:tailEnd type="triangle"/>
          </a:ln>
          <a:effectLst/>
        </p:spPr>
      </p:cxnSp>
      <p:sp>
        <p:nvSpPr>
          <p:cNvPr id="30" name="正方形/長方形 29">
            <a:extLst>
              <a:ext uri="{FF2B5EF4-FFF2-40B4-BE49-F238E27FC236}">
                <a16:creationId xmlns:a16="http://schemas.microsoft.com/office/drawing/2014/main" id="{F5019471-190A-9FD5-E326-16398822D39D}"/>
              </a:ext>
            </a:extLst>
          </p:cNvPr>
          <p:cNvSpPr/>
          <p:nvPr/>
        </p:nvSpPr>
        <p:spPr bwMode="auto">
          <a:xfrm>
            <a:off x="3658927" y="2205087"/>
            <a:ext cx="1416381" cy="277403"/>
          </a:xfrm>
          <a:prstGeom prst="rect">
            <a:avLst/>
          </a:prstGeom>
          <a:solidFill>
            <a:schemeClr val="bg1"/>
          </a:solidFill>
          <a:ln w="19050">
            <a:solidFill>
              <a:schemeClr val="tx1"/>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en-US" altLang="ja-JP" sz="900">
                <a:solidFill>
                  <a:schemeClr val="tx1"/>
                </a:solidFill>
                <a:latin typeface="Meiryo UI" panose="020B0604030504040204" pitchFamily="50" charset="-128"/>
                <a:ea typeface="Meiryo UI" panose="020B0604030504040204" pitchFamily="50" charset="-128"/>
              </a:rPr>
              <a:t>C2</a:t>
            </a:r>
            <a:r>
              <a:rPr lang="ja-JP" altLang="en-US" sz="900">
                <a:solidFill>
                  <a:schemeClr val="tx1"/>
                </a:solidFill>
                <a:latin typeface="Meiryo UI" panose="020B0604030504040204" pitchFamily="50" charset="-128"/>
                <a:ea typeface="Meiryo UI" panose="020B0604030504040204" pitchFamily="50" charset="-128"/>
              </a:rPr>
              <a:t>システム　</a:t>
            </a:r>
            <a:r>
              <a:rPr lang="en-US" altLang="ja-JP" sz="900">
                <a:solidFill>
                  <a:schemeClr val="tx1"/>
                </a:solidFill>
                <a:latin typeface="Meiryo UI" panose="020B0604030504040204" pitchFamily="50" charset="-128"/>
                <a:ea typeface="Meiryo UI" panose="020B0604030504040204" pitchFamily="50" charset="-128"/>
              </a:rPr>
              <a:t>※</a:t>
            </a:r>
            <a:r>
              <a:rPr lang="ja-JP" altLang="en-US" sz="900">
                <a:solidFill>
                  <a:schemeClr val="tx1"/>
                </a:solidFill>
                <a:latin typeface="Meiryo UI" panose="020B0604030504040204" pitchFamily="50" charset="-128"/>
                <a:ea typeface="Meiryo UI" panose="020B0604030504040204" pitchFamily="50" charset="-128"/>
              </a:rPr>
              <a:t>日立クラウド</a:t>
            </a:r>
          </a:p>
        </p:txBody>
      </p:sp>
      <p:sp>
        <p:nvSpPr>
          <p:cNvPr id="31" name="正方形/長方形 30">
            <a:extLst>
              <a:ext uri="{FF2B5EF4-FFF2-40B4-BE49-F238E27FC236}">
                <a16:creationId xmlns:a16="http://schemas.microsoft.com/office/drawing/2014/main" id="{BF55E735-405E-493D-B72D-4E2E7601B577}"/>
              </a:ext>
            </a:extLst>
          </p:cNvPr>
          <p:cNvSpPr/>
          <p:nvPr/>
        </p:nvSpPr>
        <p:spPr bwMode="auto">
          <a:xfrm>
            <a:off x="7858329" y="2747623"/>
            <a:ext cx="1514057" cy="277403"/>
          </a:xfrm>
          <a:prstGeom prst="rect">
            <a:avLst/>
          </a:prstGeom>
          <a:solidFill>
            <a:schemeClr val="bg1"/>
          </a:solidFill>
          <a:ln w="19050">
            <a:solidFill>
              <a:schemeClr val="tx1"/>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ja-JP" altLang="en-US" sz="751">
                <a:solidFill>
                  <a:schemeClr val="tx1"/>
                </a:solidFill>
                <a:latin typeface="Meiryo UI" panose="020B0604030504040204" pitchFamily="50" charset="-128"/>
                <a:ea typeface="Meiryo UI" panose="020B0604030504040204" pitchFamily="50" charset="-128"/>
              </a:rPr>
              <a:t>企業情報</a:t>
            </a:r>
            <a:r>
              <a:rPr lang="en-US" altLang="ja-JP" sz="751">
                <a:solidFill>
                  <a:schemeClr val="tx1"/>
                </a:solidFill>
                <a:latin typeface="Meiryo UI" panose="020B0604030504040204" pitchFamily="50" charset="-128"/>
                <a:ea typeface="Meiryo UI" panose="020B0604030504040204" pitchFamily="50" charset="-128"/>
              </a:rPr>
              <a:t>/C-NET/CUSTOM</a:t>
            </a:r>
            <a:r>
              <a:rPr lang="ja-JP" altLang="en-US" sz="751">
                <a:solidFill>
                  <a:schemeClr val="tx1"/>
                </a:solidFill>
                <a:latin typeface="Meiryo UI" panose="020B0604030504040204" pitchFamily="50" charset="-128"/>
                <a:ea typeface="Meiryo UI" panose="020B0604030504040204" pitchFamily="50" charset="-128"/>
              </a:rPr>
              <a:t>・・</a:t>
            </a:r>
          </a:p>
        </p:txBody>
      </p:sp>
      <p:sp>
        <p:nvSpPr>
          <p:cNvPr id="33" name="フローチャート: 複数書類 32">
            <a:extLst>
              <a:ext uri="{FF2B5EF4-FFF2-40B4-BE49-F238E27FC236}">
                <a16:creationId xmlns:a16="http://schemas.microsoft.com/office/drawing/2014/main" id="{FF353633-0D5C-6DA3-77DC-EB041BF05E2B}"/>
              </a:ext>
            </a:extLst>
          </p:cNvPr>
          <p:cNvSpPr/>
          <p:nvPr/>
        </p:nvSpPr>
        <p:spPr bwMode="auto">
          <a:xfrm>
            <a:off x="3748646" y="4727133"/>
            <a:ext cx="753731" cy="613820"/>
          </a:xfrm>
          <a:prstGeom prst="flowChartMultidocument">
            <a:avLst/>
          </a:prstGeom>
          <a:ln w="15875">
            <a:solidFill>
              <a:schemeClr val="tx1"/>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en-US" altLang="ja-JP" sz="825">
                <a:solidFill>
                  <a:schemeClr val="tx1"/>
                </a:solidFill>
                <a:latin typeface="Meiryo UI" panose="020B0604030504040204" pitchFamily="50" charset="-128"/>
                <a:ea typeface="Meiryo UI" panose="020B0604030504040204" pitchFamily="50" charset="-128"/>
              </a:rPr>
              <a:t>【</a:t>
            </a:r>
            <a:r>
              <a:rPr lang="ja-JP" altLang="en-US" sz="825">
                <a:solidFill>
                  <a:schemeClr val="tx1"/>
                </a:solidFill>
                <a:latin typeface="Meiryo UI" panose="020B0604030504040204" pitchFamily="50" charset="-128"/>
                <a:ea typeface="Meiryo UI" panose="020B0604030504040204" pitchFamily="50" charset="-128"/>
              </a:rPr>
              <a:t>メンテ済</a:t>
            </a:r>
            <a:r>
              <a:rPr lang="en-US" altLang="ja-JP" sz="825">
                <a:solidFill>
                  <a:schemeClr val="tx1"/>
                </a:solidFill>
                <a:latin typeface="Meiryo UI" panose="020B0604030504040204" pitchFamily="50" charset="-128"/>
                <a:ea typeface="Meiryo UI" panose="020B0604030504040204" pitchFamily="50" charset="-128"/>
              </a:rPr>
              <a:t>】</a:t>
            </a:r>
          </a:p>
          <a:p>
            <a:r>
              <a:rPr lang="ja-JP" altLang="en-US" sz="825">
                <a:solidFill>
                  <a:schemeClr val="tx1"/>
                </a:solidFill>
                <a:latin typeface="Meiryo UI" panose="020B0604030504040204" pitchFamily="50" charset="-128"/>
                <a:ea typeface="Meiryo UI" panose="020B0604030504040204" pitchFamily="50" charset="-128"/>
              </a:rPr>
              <a:t>メンテ</a:t>
            </a:r>
            <a:endParaRPr lang="en-US" altLang="ja-JP" sz="825">
              <a:solidFill>
                <a:schemeClr val="tx1"/>
              </a:solidFill>
              <a:latin typeface="Meiryo UI" panose="020B0604030504040204" pitchFamily="50" charset="-128"/>
              <a:ea typeface="Meiryo UI" panose="020B0604030504040204" pitchFamily="50" charset="-128"/>
            </a:endParaRPr>
          </a:p>
          <a:p>
            <a:r>
              <a:rPr lang="ja-JP" altLang="en-US" sz="825">
                <a:solidFill>
                  <a:schemeClr val="tx1"/>
                </a:solidFill>
                <a:latin typeface="Meiryo UI" panose="020B0604030504040204" pitchFamily="50" charset="-128"/>
                <a:ea typeface="Meiryo UI" panose="020B0604030504040204" pitchFamily="50" charset="-128"/>
              </a:rPr>
              <a:t>カード</a:t>
            </a:r>
          </a:p>
        </p:txBody>
      </p:sp>
      <p:cxnSp>
        <p:nvCxnSpPr>
          <p:cNvPr id="34" name="直線矢印コネクタ 33">
            <a:extLst>
              <a:ext uri="{FF2B5EF4-FFF2-40B4-BE49-F238E27FC236}">
                <a16:creationId xmlns:a16="http://schemas.microsoft.com/office/drawing/2014/main" id="{97B1C817-20DA-4680-74C0-6A2024273664}"/>
              </a:ext>
            </a:extLst>
          </p:cNvPr>
          <p:cNvCxnSpPr>
            <a:cxnSpLocks/>
          </p:cNvCxnSpPr>
          <p:nvPr/>
        </p:nvCxnSpPr>
        <p:spPr bwMode="auto">
          <a:xfrm flipH="1">
            <a:off x="4524637" y="5185092"/>
            <a:ext cx="988933" cy="0"/>
          </a:xfrm>
          <a:prstGeom prst="straightConnector1">
            <a:avLst/>
          </a:prstGeom>
          <a:noFill/>
          <a:ln w="31750" cap="flat" cmpd="sng" algn="ctr">
            <a:solidFill>
              <a:schemeClr val="tx1"/>
            </a:solidFill>
            <a:prstDash val="dash"/>
            <a:round/>
            <a:headEnd type="none" w="med" len="med"/>
            <a:tailEnd type="triangle"/>
          </a:ln>
          <a:effectLst/>
        </p:spPr>
      </p:cxnSp>
      <p:pic>
        <p:nvPicPr>
          <p:cNvPr id="43" name="図 42" descr="図形&#10;&#10;低い精度で自動的に生成された説明">
            <a:extLst>
              <a:ext uri="{FF2B5EF4-FFF2-40B4-BE49-F238E27FC236}">
                <a16:creationId xmlns:a16="http://schemas.microsoft.com/office/drawing/2014/main" id="{4AF8672D-21E6-9B65-DD6D-82267E1D4A6F}"/>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025501" y="4911803"/>
            <a:ext cx="429149" cy="429149"/>
          </a:xfrm>
          <a:prstGeom prst="rect">
            <a:avLst/>
          </a:prstGeom>
        </p:spPr>
      </p:pic>
      <p:sp>
        <p:nvSpPr>
          <p:cNvPr id="46" name="四角形: 角を丸くする 45">
            <a:extLst>
              <a:ext uri="{FF2B5EF4-FFF2-40B4-BE49-F238E27FC236}">
                <a16:creationId xmlns:a16="http://schemas.microsoft.com/office/drawing/2014/main" id="{6E4DE9CE-3960-CC82-E7CA-88FB43498C77}"/>
              </a:ext>
            </a:extLst>
          </p:cNvPr>
          <p:cNvSpPr/>
          <p:nvPr/>
        </p:nvSpPr>
        <p:spPr bwMode="auto">
          <a:xfrm>
            <a:off x="2347774" y="4658617"/>
            <a:ext cx="850051" cy="281817"/>
          </a:xfrm>
          <a:prstGeom prst="roundRect">
            <a:avLst/>
          </a:prstGeom>
          <a:noFill/>
          <a:ln w="19050">
            <a:solidFill>
              <a:schemeClr val="tx1">
                <a:lumMod val="50000"/>
                <a:lumOff val="50000"/>
              </a:schemeClr>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ja-JP" altLang="en-US" sz="1100">
                <a:solidFill>
                  <a:schemeClr val="tx1"/>
                </a:solidFill>
                <a:latin typeface="Meiryo UI" panose="020B0604030504040204" pitchFamily="50" charset="-128"/>
                <a:ea typeface="Meiryo UI" panose="020B0604030504040204" pitchFamily="50" charset="-128"/>
              </a:rPr>
              <a:t>パンチ業者</a:t>
            </a:r>
          </a:p>
        </p:txBody>
      </p:sp>
      <p:cxnSp>
        <p:nvCxnSpPr>
          <p:cNvPr id="47" name="直線矢印コネクタ 46">
            <a:extLst>
              <a:ext uri="{FF2B5EF4-FFF2-40B4-BE49-F238E27FC236}">
                <a16:creationId xmlns:a16="http://schemas.microsoft.com/office/drawing/2014/main" id="{93D8CE96-6FEA-CFE1-EFFB-AD1523274BEE}"/>
              </a:ext>
            </a:extLst>
          </p:cNvPr>
          <p:cNvCxnSpPr>
            <a:cxnSpLocks/>
          </p:cNvCxnSpPr>
          <p:nvPr/>
        </p:nvCxnSpPr>
        <p:spPr bwMode="auto">
          <a:xfrm flipH="1" flipV="1">
            <a:off x="2879021" y="3887699"/>
            <a:ext cx="1" cy="680123"/>
          </a:xfrm>
          <a:prstGeom prst="straightConnector1">
            <a:avLst/>
          </a:prstGeom>
          <a:noFill/>
          <a:ln w="31750" cap="flat" cmpd="sng" algn="ctr">
            <a:solidFill>
              <a:schemeClr val="tx1"/>
            </a:solidFill>
            <a:prstDash val="dash"/>
            <a:round/>
            <a:headEnd type="none" w="med" len="med"/>
            <a:tailEnd type="triangle"/>
          </a:ln>
          <a:effectLst/>
        </p:spPr>
      </p:cxnSp>
      <p:cxnSp>
        <p:nvCxnSpPr>
          <p:cNvPr id="48" name="直線矢印コネクタ 47">
            <a:extLst>
              <a:ext uri="{FF2B5EF4-FFF2-40B4-BE49-F238E27FC236}">
                <a16:creationId xmlns:a16="http://schemas.microsoft.com/office/drawing/2014/main" id="{0A371882-9600-1186-4B3F-F7F938C23CC7}"/>
              </a:ext>
            </a:extLst>
          </p:cNvPr>
          <p:cNvCxnSpPr>
            <a:cxnSpLocks/>
            <a:endCxn id="9" idx="1"/>
          </p:cNvCxnSpPr>
          <p:nvPr/>
        </p:nvCxnSpPr>
        <p:spPr bwMode="auto">
          <a:xfrm>
            <a:off x="3197826" y="3457522"/>
            <a:ext cx="431348" cy="4695"/>
          </a:xfrm>
          <a:prstGeom prst="straightConnector1">
            <a:avLst/>
          </a:prstGeom>
          <a:noFill/>
          <a:ln w="31750" cap="flat" cmpd="sng" algn="ctr">
            <a:solidFill>
              <a:schemeClr val="tx1"/>
            </a:solidFill>
            <a:prstDash val="dash"/>
            <a:round/>
            <a:headEnd type="none" w="med" len="med"/>
            <a:tailEnd type="triangle"/>
          </a:ln>
          <a:effectLst/>
        </p:spPr>
      </p:cxnSp>
      <p:sp>
        <p:nvSpPr>
          <p:cNvPr id="51" name="正方形/長方形 50">
            <a:extLst>
              <a:ext uri="{FF2B5EF4-FFF2-40B4-BE49-F238E27FC236}">
                <a16:creationId xmlns:a16="http://schemas.microsoft.com/office/drawing/2014/main" id="{81713B39-1131-9890-B9A9-36D6F29452E2}"/>
              </a:ext>
            </a:extLst>
          </p:cNvPr>
          <p:cNvSpPr/>
          <p:nvPr/>
        </p:nvSpPr>
        <p:spPr bwMode="auto">
          <a:xfrm>
            <a:off x="4973469" y="4845915"/>
            <a:ext cx="535781" cy="429149"/>
          </a:xfrm>
          <a:prstGeom prst="rect">
            <a:avLst/>
          </a:prstGeom>
          <a:noFill/>
          <a:ln w="9525" cap="flat" cmpd="sng" algn="ctr">
            <a:noFill/>
            <a:prstDash val="solid"/>
            <a:round/>
            <a:headEnd type="none" w="med" len="med"/>
            <a:tailEnd type="none" w="med" len="med"/>
          </a:ln>
          <a:effectLst/>
        </p:spPr>
        <p:txBody>
          <a:bodyPr wrap="none" anchor="ctr"/>
          <a:lstStyle/>
          <a:p>
            <a:pPr algn="l">
              <a:defRPr/>
            </a:pPr>
            <a:r>
              <a:rPr lang="ja-JP" altLang="en-US" sz="825">
                <a:solidFill>
                  <a:schemeClr val="tx1"/>
                </a:solidFill>
                <a:latin typeface="Meiryo UI" panose="020B0604030504040204" pitchFamily="50" charset="-128"/>
                <a:ea typeface="Meiryo UI" panose="020B0604030504040204" pitchFamily="50" charset="-128"/>
              </a:rPr>
              <a:t>連携</a:t>
            </a:r>
          </a:p>
        </p:txBody>
      </p:sp>
      <p:sp>
        <p:nvSpPr>
          <p:cNvPr id="59" name="正方形/長方形 58">
            <a:extLst>
              <a:ext uri="{FF2B5EF4-FFF2-40B4-BE49-F238E27FC236}">
                <a16:creationId xmlns:a16="http://schemas.microsoft.com/office/drawing/2014/main" id="{79875BBE-7E84-8F69-8F47-B97772E057D5}"/>
              </a:ext>
            </a:extLst>
          </p:cNvPr>
          <p:cNvSpPr/>
          <p:nvPr/>
        </p:nvSpPr>
        <p:spPr bwMode="auto">
          <a:xfrm>
            <a:off x="7526803" y="3922183"/>
            <a:ext cx="535781" cy="429149"/>
          </a:xfrm>
          <a:prstGeom prst="rect">
            <a:avLst/>
          </a:prstGeom>
          <a:noFill/>
          <a:ln w="9525" cap="flat" cmpd="sng" algn="ctr">
            <a:noFill/>
            <a:prstDash val="solid"/>
            <a:round/>
            <a:headEnd type="none" w="med" len="med"/>
            <a:tailEnd type="none" w="med" len="med"/>
          </a:ln>
          <a:effectLst/>
        </p:spPr>
        <p:txBody>
          <a:bodyPr wrap="none" anchor="ctr"/>
          <a:lstStyle/>
          <a:p>
            <a:pPr algn="l">
              <a:defRPr/>
            </a:pPr>
            <a:r>
              <a:rPr lang="ja-JP" altLang="en-US" sz="825">
                <a:solidFill>
                  <a:schemeClr val="tx1"/>
                </a:solidFill>
                <a:latin typeface="Meiryo UI" panose="020B0604030504040204" pitchFamily="50" charset="-128"/>
                <a:ea typeface="Meiryo UI" panose="020B0604030504040204" pitchFamily="50" charset="-128"/>
              </a:rPr>
              <a:t>メンテカード出力</a:t>
            </a:r>
          </a:p>
        </p:txBody>
      </p:sp>
      <p:sp>
        <p:nvSpPr>
          <p:cNvPr id="61" name="正方形/長方形 60">
            <a:extLst>
              <a:ext uri="{FF2B5EF4-FFF2-40B4-BE49-F238E27FC236}">
                <a16:creationId xmlns:a16="http://schemas.microsoft.com/office/drawing/2014/main" id="{F0DFD488-CF6F-B951-F537-2BAEDE049884}"/>
              </a:ext>
            </a:extLst>
          </p:cNvPr>
          <p:cNvSpPr/>
          <p:nvPr/>
        </p:nvSpPr>
        <p:spPr bwMode="auto">
          <a:xfrm>
            <a:off x="3066225" y="3059139"/>
            <a:ext cx="535781" cy="429149"/>
          </a:xfrm>
          <a:prstGeom prst="rect">
            <a:avLst/>
          </a:prstGeom>
          <a:noFill/>
          <a:ln w="9525" cap="flat" cmpd="sng" algn="ctr">
            <a:noFill/>
            <a:prstDash val="solid"/>
            <a:round/>
            <a:headEnd type="none" w="med" len="med"/>
            <a:tailEnd type="none" w="med" len="med"/>
          </a:ln>
          <a:effectLst/>
        </p:spPr>
        <p:txBody>
          <a:bodyPr wrap="none" anchor="ctr"/>
          <a:lstStyle/>
          <a:p>
            <a:pPr algn="l">
              <a:defRPr/>
            </a:pPr>
            <a:r>
              <a:rPr lang="ja-JP" altLang="en-US" sz="825">
                <a:solidFill>
                  <a:schemeClr val="tx1"/>
                </a:solidFill>
                <a:latin typeface="Meiryo UI" panose="020B0604030504040204" pitchFamily="50" charset="-128"/>
                <a:ea typeface="Meiryo UI" panose="020B0604030504040204" pitchFamily="50" charset="-128"/>
              </a:rPr>
              <a:t>ダウンロード</a:t>
            </a:r>
          </a:p>
        </p:txBody>
      </p:sp>
      <p:sp>
        <p:nvSpPr>
          <p:cNvPr id="78" name="正方形/長方形 77">
            <a:extLst>
              <a:ext uri="{FF2B5EF4-FFF2-40B4-BE49-F238E27FC236}">
                <a16:creationId xmlns:a16="http://schemas.microsoft.com/office/drawing/2014/main" id="{D09A7B21-76D6-7CCF-BB7B-3EBDEF9C96CB}"/>
              </a:ext>
            </a:extLst>
          </p:cNvPr>
          <p:cNvSpPr/>
          <p:nvPr/>
        </p:nvSpPr>
        <p:spPr bwMode="auto">
          <a:xfrm>
            <a:off x="2945451" y="3969495"/>
            <a:ext cx="535781" cy="429149"/>
          </a:xfrm>
          <a:prstGeom prst="rect">
            <a:avLst/>
          </a:prstGeom>
          <a:noFill/>
          <a:ln w="9525" cap="flat" cmpd="sng" algn="ctr">
            <a:noFill/>
            <a:prstDash val="solid"/>
            <a:round/>
            <a:headEnd type="none" w="med" len="med"/>
            <a:tailEnd type="none" w="med" len="med"/>
          </a:ln>
          <a:effectLst/>
        </p:spPr>
        <p:txBody>
          <a:bodyPr wrap="none" anchor="ctr"/>
          <a:lstStyle/>
          <a:p>
            <a:pPr algn="l">
              <a:defRPr/>
            </a:pPr>
            <a:r>
              <a:rPr lang="ja-JP" altLang="en-US" sz="825">
                <a:solidFill>
                  <a:schemeClr val="tx1"/>
                </a:solidFill>
                <a:latin typeface="Meiryo UI" panose="020B0604030504040204" pitchFamily="50" charset="-128"/>
                <a:ea typeface="Meiryo UI" panose="020B0604030504040204" pitchFamily="50" charset="-128"/>
              </a:rPr>
              <a:t>アップロード</a:t>
            </a:r>
          </a:p>
        </p:txBody>
      </p:sp>
      <p:pic>
        <p:nvPicPr>
          <p:cNvPr id="79" name="図 78">
            <a:extLst>
              <a:ext uri="{FF2B5EF4-FFF2-40B4-BE49-F238E27FC236}">
                <a16:creationId xmlns:a16="http://schemas.microsoft.com/office/drawing/2014/main" id="{632481D7-52CD-0313-8677-F9974E333876}"/>
              </a:ext>
            </a:extLst>
          </p:cNvPr>
          <p:cNvPicPr>
            <a:picLocks noChangeAspect="1"/>
          </p:cNvPicPr>
          <p:nvPr/>
        </p:nvPicPr>
        <p:blipFill>
          <a:blip r:embed="rId6"/>
          <a:stretch>
            <a:fillRect/>
          </a:stretch>
        </p:blipFill>
        <p:spPr>
          <a:xfrm>
            <a:off x="2150584" y="3288952"/>
            <a:ext cx="960852" cy="459007"/>
          </a:xfrm>
          <a:prstGeom prst="rect">
            <a:avLst/>
          </a:prstGeom>
        </p:spPr>
      </p:pic>
      <p:sp>
        <p:nvSpPr>
          <p:cNvPr id="80" name="四角形: 角を丸くする 79">
            <a:extLst>
              <a:ext uri="{FF2B5EF4-FFF2-40B4-BE49-F238E27FC236}">
                <a16:creationId xmlns:a16="http://schemas.microsoft.com/office/drawing/2014/main" id="{425BC460-54FB-E80A-ECD1-66F37A80A75F}"/>
              </a:ext>
            </a:extLst>
          </p:cNvPr>
          <p:cNvSpPr/>
          <p:nvPr/>
        </p:nvSpPr>
        <p:spPr bwMode="auto">
          <a:xfrm>
            <a:off x="6037520" y="4968955"/>
            <a:ext cx="826715" cy="281817"/>
          </a:xfrm>
          <a:prstGeom prst="roundRect">
            <a:avLst/>
          </a:prstGeom>
          <a:solidFill>
            <a:schemeClr val="accent6"/>
          </a:solidFill>
          <a:ln w="19050">
            <a:no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ja-JP" altLang="en-US" sz="1100">
                <a:solidFill>
                  <a:schemeClr val="bg1"/>
                </a:solidFill>
                <a:latin typeface="Meiryo UI" panose="020B0604030504040204" pitchFamily="50" charset="-128"/>
                <a:ea typeface="Meiryo UI" panose="020B0604030504040204" pitchFamily="50" charset="-128"/>
              </a:rPr>
              <a:t>訪問取材</a:t>
            </a:r>
          </a:p>
        </p:txBody>
      </p:sp>
      <p:sp>
        <p:nvSpPr>
          <p:cNvPr id="81" name="四角形: 角を丸くする 80">
            <a:extLst>
              <a:ext uri="{FF2B5EF4-FFF2-40B4-BE49-F238E27FC236}">
                <a16:creationId xmlns:a16="http://schemas.microsoft.com/office/drawing/2014/main" id="{04909FE8-F738-B9A7-8B94-6DF4BB459546}"/>
              </a:ext>
            </a:extLst>
          </p:cNvPr>
          <p:cNvSpPr/>
          <p:nvPr/>
        </p:nvSpPr>
        <p:spPr bwMode="auto">
          <a:xfrm>
            <a:off x="6450878" y="4621849"/>
            <a:ext cx="753732" cy="281817"/>
          </a:xfrm>
          <a:prstGeom prst="roundRect">
            <a:avLst/>
          </a:prstGeom>
          <a:solidFill>
            <a:schemeClr val="accent6"/>
          </a:solidFill>
          <a:ln w="19050">
            <a:no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en-US" altLang="ja-JP" sz="1100">
                <a:solidFill>
                  <a:schemeClr val="bg1"/>
                </a:solidFill>
                <a:latin typeface="Meiryo UI" panose="020B0604030504040204" pitchFamily="50" charset="-128"/>
                <a:ea typeface="Meiryo UI" panose="020B0604030504040204" pitchFamily="50" charset="-128"/>
              </a:rPr>
              <a:t>DM</a:t>
            </a:r>
            <a:r>
              <a:rPr lang="ja-JP" altLang="en-US" sz="1100">
                <a:solidFill>
                  <a:schemeClr val="bg1"/>
                </a:solidFill>
                <a:latin typeface="Meiryo UI" panose="020B0604030504040204" pitchFamily="50" charset="-128"/>
                <a:ea typeface="Meiryo UI" panose="020B0604030504040204" pitchFamily="50" charset="-128"/>
              </a:rPr>
              <a:t>取材</a:t>
            </a:r>
          </a:p>
        </p:txBody>
      </p:sp>
      <p:sp>
        <p:nvSpPr>
          <p:cNvPr id="82" name="正方形/長方形 81">
            <a:extLst>
              <a:ext uri="{FF2B5EF4-FFF2-40B4-BE49-F238E27FC236}">
                <a16:creationId xmlns:a16="http://schemas.microsoft.com/office/drawing/2014/main" id="{23DC6977-546D-2596-4F53-7A8B97E89983}"/>
              </a:ext>
            </a:extLst>
          </p:cNvPr>
          <p:cNvSpPr/>
          <p:nvPr/>
        </p:nvSpPr>
        <p:spPr bwMode="auto">
          <a:xfrm>
            <a:off x="2135682" y="4299847"/>
            <a:ext cx="7920635" cy="2550216"/>
          </a:xfrm>
          <a:prstGeom prst="rect">
            <a:avLst/>
          </a:prstGeom>
          <a:noFill/>
          <a:ln w="19050">
            <a:solidFill>
              <a:srgbClr val="FF0000"/>
            </a:solidFill>
            <a:prstDash val="dash"/>
            <a:miter lim="800000"/>
            <a:headEnd/>
            <a:tailEnd/>
          </a:ln>
          <a:effectLst/>
        </p:spPr>
        <p:txBody>
          <a:bodyPr wrap="none" rtlCol="0" anchor="ctr" anchorCtr="0">
            <a:noAutofit/>
          </a:bodyPr>
          <a:lstStyle/>
          <a:p>
            <a:pPr algn="ctr"/>
            <a:endParaRPr lang="ja-JP" altLang="en-US" sz="1800">
              <a:solidFill>
                <a:schemeClr val="tx1"/>
              </a:solidFill>
            </a:endParaRPr>
          </a:p>
        </p:txBody>
      </p:sp>
      <p:pic>
        <p:nvPicPr>
          <p:cNvPr id="83" name="図 75" descr="d3-083.wmf">
            <a:extLst>
              <a:ext uri="{FF2B5EF4-FFF2-40B4-BE49-F238E27FC236}">
                <a16:creationId xmlns:a16="http://schemas.microsoft.com/office/drawing/2014/main" id="{1E2518B8-5C35-836D-5A91-E8EA1CC6FA13}"/>
              </a:ext>
            </a:extLst>
          </p:cNvPr>
          <p:cNvPicPr>
            <a:picLocks noChangeAspect="1"/>
          </p:cNvPicPr>
          <p:nvPr/>
        </p:nvPicPr>
        <p:blipFill>
          <a:blip r:embed="rId2"/>
          <a:srcRect/>
          <a:stretch>
            <a:fillRect/>
          </a:stretch>
        </p:blipFill>
        <p:spPr bwMode="auto">
          <a:xfrm>
            <a:off x="1266212" y="2098083"/>
            <a:ext cx="712595" cy="570773"/>
          </a:xfrm>
          <a:prstGeom prst="rect">
            <a:avLst/>
          </a:prstGeom>
          <a:noFill/>
          <a:ln w="9525">
            <a:noFill/>
            <a:miter lim="800000"/>
            <a:headEnd/>
            <a:tailEnd/>
          </a:ln>
        </p:spPr>
      </p:pic>
      <p:pic>
        <p:nvPicPr>
          <p:cNvPr id="84" name="図 83">
            <a:extLst>
              <a:ext uri="{FF2B5EF4-FFF2-40B4-BE49-F238E27FC236}">
                <a16:creationId xmlns:a16="http://schemas.microsoft.com/office/drawing/2014/main" id="{B995E725-F6B5-2348-A6E9-B9FE2D5A013D}"/>
              </a:ext>
            </a:extLst>
          </p:cNvPr>
          <p:cNvPicPr>
            <a:picLocks noChangeAspect="1"/>
          </p:cNvPicPr>
          <p:nvPr/>
        </p:nvPicPr>
        <p:blipFill>
          <a:blip r:embed="rId7"/>
          <a:stretch>
            <a:fillRect/>
          </a:stretch>
        </p:blipFill>
        <p:spPr>
          <a:xfrm>
            <a:off x="2121258" y="2070696"/>
            <a:ext cx="875155" cy="680885"/>
          </a:xfrm>
          <a:prstGeom prst="rect">
            <a:avLst/>
          </a:prstGeom>
        </p:spPr>
      </p:pic>
      <p:sp>
        <p:nvSpPr>
          <p:cNvPr id="85" name="正方形/長方形 84">
            <a:extLst>
              <a:ext uri="{FF2B5EF4-FFF2-40B4-BE49-F238E27FC236}">
                <a16:creationId xmlns:a16="http://schemas.microsoft.com/office/drawing/2014/main" id="{C6F4D5CE-CC9F-E287-E9AC-73BC3DD2CDE9}"/>
              </a:ext>
            </a:extLst>
          </p:cNvPr>
          <p:cNvSpPr/>
          <p:nvPr/>
        </p:nvSpPr>
        <p:spPr bwMode="auto">
          <a:xfrm>
            <a:off x="1266211" y="1684804"/>
            <a:ext cx="1436153" cy="295394"/>
          </a:xfrm>
          <a:prstGeom prst="rect">
            <a:avLst/>
          </a:prstGeom>
          <a:solidFill>
            <a:schemeClr val="accent5">
              <a:lumMod val="20000"/>
              <a:lumOff val="80000"/>
            </a:schemeClr>
          </a:solidFill>
          <a:ln w="9525">
            <a:noFill/>
            <a:miter lim="800000"/>
            <a:headEnd/>
            <a:tailEnd/>
          </a:ln>
          <a:effectLst/>
        </p:spPr>
        <p:txBody>
          <a:bodyPr wrap="none" rtlCol="0" anchor="ctr" anchorCtr="0">
            <a:noAutofit/>
          </a:bodyPr>
          <a:lstStyle/>
          <a:p>
            <a:pPr algn="ctr"/>
            <a:r>
              <a:rPr lang="en-US" altLang="ja-JP" sz="1200">
                <a:solidFill>
                  <a:schemeClr val="tx1"/>
                </a:solidFill>
                <a:latin typeface="Meiryo UI" panose="020B0604030504040204" pitchFamily="50" charset="-128"/>
                <a:ea typeface="Meiryo UI" panose="020B0604030504040204" pitchFamily="50" charset="-128"/>
              </a:rPr>
              <a:t>DB</a:t>
            </a:r>
            <a:r>
              <a:rPr lang="ja-JP" altLang="en-US" sz="1200">
                <a:solidFill>
                  <a:schemeClr val="tx1"/>
                </a:solidFill>
                <a:latin typeface="Meiryo UI" panose="020B0604030504040204" pitchFamily="50" charset="-128"/>
                <a:ea typeface="Meiryo UI" panose="020B0604030504040204" pitchFamily="50" charset="-128"/>
              </a:rPr>
              <a:t>メンテシステム入力</a:t>
            </a:r>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AA72A3C9-EF5A-A3C2-B97A-04837F6DFE3C}"/>
              </a:ext>
            </a:extLst>
          </p:cNvPr>
          <p:cNvSpPr/>
          <p:nvPr/>
        </p:nvSpPr>
        <p:spPr bwMode="auto">
          <a:xfrm>
            <a:off x="1220867" y="4138973"/>
            <a:ext cx="1436153" cy="295394"/>
          </a:xfrm>
          <a:prstGeom prst="rect">
            <a:avLst/>
          </a:prstGeom>
          <a:solidFill>
            <a:schemeClr val="accent5">
              <a:lumMod val="20000"/>
              <a:lumOff val="80000"/>
            </a:schemeClr>
          </a:solidFill>
          <a:ln w="9525">
            <a:noFill/>
            <a:miter lim="800000"/>
            <a:headEnd/>
            <a:tailEnd/>
          </a:ln>
          <a:effectLst/>
        </p:spPr>
        <p:txBody>
          <a:bodyPr wrap="none" rtlCol="0" anchor="ctr" anchorCtr="0">
            <a:noAutofit/>
          </a:bodyPr>
          <a:lstStyle/>
          <a:p>
            <a:pPr algn="ctr"/>
            <a:r>
              <a:rPr lang="ja-JP" altLang="en-US" sz="1200">
                <a:solidFill>
                  <a:schemeClr val="tx1"/>
                </a:solidFill>
                <a:latin typeface="Meiryo UI" panose="020B0604030504040204" pitchFamily="50" charset="-128"/>
                <a:ea typeface="Meiryo UI" panose="020B0604030504040204" pitchFamily="50" charset="-128"/>
              </a:rPr>
              <a:t>紙運用</a:t>
            </a:r>
            <a:endParaRPr lang="en-US" altLang="ja-JP" sz="1200">
              <a:solidFill>
                <a:schemeClr val="tx1"/>
              </a:solidFill>
              <a:latin typeface="Meiryo UI" panose="020B0604030504040204" pitchFamily="50" charset="-128"/>
              <a:ea typeface="Meiryo UI" panose="020B0604030504040204" pitchFamily="50" charset="-128"/>
            </a:endParaRPr>
          </a:p>
        </p:txBody>
      </p:sp>
      <p:cxnSp>
        <p:nvCxnSpPr>
          <p:cNvPr id="87" name="直線矢印コネクタ 86">
            <a:extLst>
              <a:ext uri="{FF2B5EF4-FFF2-40B4-BE49-F238E27FC236}">
                <a16:creationId xmlns:a16="http://schemas.microsoft.com/office/drawing/2014/main" id="{FC2F6701-2E3B-057D-5127-DD7B5BDCE70D}"/>
              </a:ext>
            </a:extLst>
          </p:cNvPr>
          <p:cNvCxnSpPr>
            <a:cxnSpLocks/>
            <a:endCxn id="7" idx="1"/>
          </p:cNvCxnSpPr>
          <p:nvPr/>
        </p:nvCxnSpPr>
        <p:spPr bwMode="auto">
          <a:xfrm>
            <a:off x="2935800" y="2647025"/>
            <a:ext cx="663617" cy="489100"/>
          </a:xfrm>
          <a:prstGeom prst="straightConnector1">
            <a:avLst/>
          </a:prstGeom>
          <a:noFill/>
          <a:ln w="31750" cap="flat" cmpd="sng" algn="ctr">
            <a:solidFill>
              <a:schemeClr val="tx1"/>
            </a:solidFill>
            <a:prstDash val="dash"/>
            <a:round/>
            <a:headEnd type="none" w="med" len="med"/>
            <a:tailEnd type="triangle"/>
          </a:ln>
          <a:effectLst/>
        </p:spPr>
      </p:cxnSp>
      <p:sp>
        <p:nvSpPr>
          <p:cNvPr id="88" name="正方形/長方形 87">
            <a:extLst>
              <a:ext uri="{FF2B5EF4-FFF2-40B4-BE49-F238E27FC236}">
                <a16:creationId xmlns:a16="http://schemas.microsoft.com/office/drawing/2014/main" id="{99C10216-A48D-AB30-507D-3F0354B90FE3}"/>
              </a:ext>
            </a:extLst>
          </p:cNvPr>
          <p:cNvSpPr/>
          <p:nvPr/>
        </p:nvSpPr>
        <p:spPr bwMode="auto">
          <a:xfrm>
            <a:off x="3087536" y="2567034"/>
            <a:ext cx="535781" cy="429149"/>
          </a:xfrm>
          <a:prstGeom prst="rect">
            <a:avLst/>
          </a:prstGeom>
          <a:noFill/>
          <a:ln w="9525" cap="flat" cmpd="sng" algn="ctr">
            <a:noFill/>
            <a:prstDash val="solid"/>
            <a:round/>
            <a:headEnd type="none" w="med" len="med"/>
            <a:tailEnd type="none" w="med" len="med"/>
          </a:ln>
          <a:effectLst/>
        </p:spPr>
        <p:txBody>
          <a:bodyPr wrap="none" anchor="ctr"/>
          <a:lstStyle/>
          <a:p>
            <a:pPr algn="l">
              <a:defRPr/>
            </a:pPr>
            <a:r>
              <a:rPr lang="ja-JP" altLang="en-US" sz="825">
                <a:solidFill>
                  <a:schemeClr val="tx1"/>
                </a:solidFill>
                <a:latin typeface="Meiryo UI" panose="020B0604030504040204" pitchFamily="50" charset="-128"/>
                <a:ea typeface="Meiryo UI" panose="020B0604030504040204" pitchFamily="50" charset="-128"/>
              </a:rPr>
              <a:t>入力</a:t>
            </a:r>
          </a:p>
        </p:txBody>
      </p:sp>
      <p:sp>
        <p:nvSpPr>
          <p:cNvPr id="93" name="正方形/長方形 92">
            <a:extLst>
              <a:ext uri="{FF2B5EF4-FFF2-40B4-BE49-F238E27FC236}">
                <a16:creationId xmlns:a16="http://schemas.microsoft.com/office/drawing/2014/main" id="{1580736D-1AA4-481D-8754-E6296880F874}"/>
              </a:ext>
            </a:extLst>
          </p:cNvPr>
          <p:cNvSpPr/>
          <p:nvPr/>
        </p:nvSpPr>
        <p:spPr bwMode="auto">
          <a:xfrm>
            <a:off x="4605919" y="6199263"/>
            <a:ext cx="1416381" cy="277403"/>
          </a:xfrm>
          <a:prstGeom prst="rect">
            <a:avLst/>
          </a:prstGeom>
          <a:solidFill>
            <a:schemeClr val="bg1"/>
          </a:solidFill>
          <a:ln w="19050">
            <a:solidFill>
              <a:schemeClr val="tx1"/>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ja-JP" altLang="en-US" sz="900">
                <a:solidFill>
                  <a:schemeClr val="tx1"/>
                </a:solidFill>
                <a:latin typeface="Meiryo UI" panose="020B0604030504040204" pitchFamily="50" charset="-128"/>
                <a:ea typeface="Meiryo UI" panose="020B0604030504040204" pitchFamily="50" charset="-128"/>
              </a:rPr>
              <a:t>メンテ管理システム</a:t>
            </a:r>
            <a:r>
              <a:rPr lang="en-US" altLang="ja-JP" sz="900">
                <a:solidFill>
                  <a:schemeClr val="tx1"/>
                </a:solidFill>
                <a:latin typeface="Meiryo UI" panose="020B0604030504040204" pitchFamily="50" charset="-128"/>
                <a:ea typeface="Meiryo UI" panose="020B0604030504040204" pitchFamily="50" charset="-128"/>
              </a:rPr>
              <a:t> ※AWS</a:t>
            </a:r>
            <a:endParaRPr lang="ja-JP" altLang="en-US" sz="900">
              <a:solidFill>
                <a:schemeClr val="tx1"/>
              </a:solidFill>
              <a:latin typeface="Meiryo UI" panose="020B0604030504040204" pitchFamily="50" charset="-128"/>
              <a:ea typeface="Meiryo UI" panose="020B0604030504040204" pitchFamily="50" charset="-128"/>
            </a:endParaRPr>
          </a:p>
        </p:txBody>
      </p:sp>
      <p:sp>
        <p:nvSpPr>
          <p:cNvPr id="94" name="吹き出し: 線 93">
            <a:extLst>
              <a:ext uri="{FF2B5EF4-FFF2-40B4-BE49-F238E27FC236}">
                <a16:creationId xmlns:a16="http://schemas.microsoft.com/office/drawing/2014/main" id="{14D2FB37-385A-309D-6698-B868C5CF1C52}"/>
              </a:ext>
            </a:extLst>
          </p:cNvPr>
          <p:cNvSpPr/>
          <p:nvPr/>
        </p:nvSpPr>
        <p:spPr bwMode="auto">
          <a:xfrm>
            <a:off x="7469950" y="6204403"/>
            <a:ext cx="2156093" cy="486739"/>
          </a:xfrm>
          <a:prstGeom prst="borderCallout1">
            <a:avLst>
              <a:gd name="adj1" fmla="val 18750"/>
              <a:gd name="adj2" fmla="val -8333"/>
              <a:gd name="adj3" fmla="val 49543"/>
              <a:gd name="adj4" fmla="val -58746"/>
            </a:avLst>
          </a:prstGeom>
          <a:solidFill>
            <a:schemeClr val="accent6">
              <a:lumMod val="40000"/>
              <a:lumOff val="60000"/>
            </a:schemeClr>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solidFill>
                <a:latin typeface="Meiryo UI" panose="020B0604030504040204" pitchFamily="50" charset="-128"/>
                <a:ea typeface="Meiryo UI" panose="020B0604030504040204" pitchFamily="50" charset="-128"/>
              </a:rPr>
              <a:t>メンテ管理システム</a:t>
            </a:r>
            <a:endParaRPr lang="en-US" altLang="ja-JP" sz="1000">
              <a:solidFill>
                <a:schemeClr val="tx1"/>
              </a:solidFill>
              <a:latin typeface="Meiryo UI" panose="020B0604030504040204" pitchFamily="50" charset="-128"/>
              <a:ea typeface="Meiryo UI" panose="020B0604030504040204" pitchFamily="50" charset="-128"/>
            </a:endParaRPr>
          </a:p>
          <a:p>
            <a:pPr algn="ctr"/>
            <a:r>
              <a:rPr lang="en-US" altLang="ja-JP" sz="1000">
                <a:solidFill>
                  <a:schemeClr val="tx1"/>
                </a:solidFill>
                <a:latin typeface="Meiryo UI" panose="020B0604030504040204" pitchFamily="50" charset="-128"/>
                <a:ea typeface="Meiryo UI" panose="020B0604030504040204" pitchFamily="50" charset="-128"/>
              </a:rPr>
              <a:t>(</a:t>
            </a:r>
            <a:r>
              <a:rPr lang="ja-JP" altLang="en-US" sz="1000">
                <a:solidFill>
                  <a:schemeClr val="tx1"/>
                </a:solidFill>
                <a:latin typeface="Meiryo UI" panose="020B0604030504040204" pitchFamily="50" charset="-128"/>
                <a:ea typeface="Meiryo UI" panose="020B0604030504040204" pitchFamily="50" charset="-128"/>
              </a:rPr>
              <a:t>進捗管理、清算管理等</a:t>
            </a:r>
            <a:r>
              <a:rPr lang="en-US" altLang="ja-JP" sz="1000">
                <a:solidFill>
                  <a:schemeClr val="tx1"/>
                </a:solidFill>
                <a:latin typeface="Meiryo UI" panose="020B0604030504040204" pitchFamily="50" charset="-128"/>
                <a:ea typeface="Meiryo UI" panose="020B0604030504040204" pitchFamily="50" charset="-128"/>
              </a:rPr>
              <a:t>)</a:t>
            </a:r>
          </a:p>
        </p:txBody>
      </p:sp>
      <p:sp>
        <p:nvSpPr>
          <p:cNvPr id="95" name="正方形/長方形 94">
            <a:extLst>
              <a:ext uri="{FF2B5EF4-FFF2-40B4-BE49-F238E27FC236}">
                <a16:creationId xmlns:a16="http://schemas.microsoft.com/office/drawing/2014/main" id="{C6D1D07F-FB4F-C1EE-6934-E49B848F2C48}"/>
              </a:ext>
            </a:extLst>
          </p:cNvPr>
          <p:cNvSpPr/>
          <p:nvPr/>
        </p:nvSpPr>
        <p:spPr bwMode="auto">
          <a:xfrm>
            <a:off x="789986" y="1511023"/>
            <a:ext cx="2833332" cy="1665227"/>
          </a:xfrm>
          <a:prstGeom prst="rect">
            <a:avLst/>
          </a:prstGeom>
          <a:noFill/>
          <a:ln w="19050">
            <a:solidFill>
              <a:srgbClr val="FF0000"/>
            </a:solidFill>
            <a:prstDash val="dash"/>
            <a:miter lim="800000"/>
            <a:headEnd/>
            <a:tailEnd/>
          </a:ln>
          <a:effectLst/>
        </p:spPr>
        <p:txBody>
          <a:bodyPr wrap="none" rtlCol="0" anchor="ctr" anchorCtr="0">
            <a:noAutofit/>
          </a:bodyPr>
          <a:lstStyle/>
          <a:p>
            <a:pPr algn="ctr"/>
            <a:endParaRPr lang="ja-JP" altLang="en-US" sz="1800">
              <a:solidFill>
                <a:schemeClr val="tx1"/>
              </a:solidFill>
            </a:endParaRPr>
          </a:p>
        </p:txBody>
      </p:sp>
      <p:sp>
        <p:nvSpPr>
          <p:cNvPr id="96" name="四角形: 角を丸くする 95">
            <a:extLst>
              <a:ext uri="{FF2B5EF4-FFF2-40B4-BE49-F238E27FC236}">
                <a16:creationId xmlns:a16="http://schemas.microsoft.com/office/drawing/2014/main" id="{154C2D56-15F9-F6A2-23B2-1B824F73936B}"/>
              </a:ext>
            </a:extLst>
          </p:cNvPr>
          <p:cNvSpPr/>
          <p:nvPr/>
        </p:nvSpPr>
        <p:spPr bwMode="auto">
          <a:xfrm>
            <a:off x="9012134" y="4644396"/>
            <a:ext cx="850051" cy="534605"/>
          </a:xfrm>
          <a:prstGeom prst="roundRect">
            <a:avLst/>
          </a:prstGeom>
          <a:noFill/>
          <a:ln w="19050">
            <a:solidFill>
              <a:schemeClr val="tx1">
                <a:lumMod val="50000"/>
                <a:lumOff val="50000"/>
              </a:schemeClr>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ja-JP" altLang="en-US" sz="1100">
                <a:solidFill>
                  <a:schemeClr val="tx1"/>
                </a:solidFill>
                <a:latin typeface="Meiryo UI" panose="020B0604030504040204" pitchFamily="50" charset="-128"/>
                <a:ea typeface="Meiryo UI" panose="020B0604030504040204" pitchFamily="50" charset="-128"/>
              </a:rPr>
              <a:t>調査員</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委託調査員</a:t>
            </a:r>
            <a:endParaRPr lang="en-US" altLang="ja-JP" sz="1100">
              <a:solidFill>
                <a:schemeClr val="tx1"/>
              </a:solidFill>
              <a:latin typeface="Meiryo UI" panose="020B0604030504040204" pitchFamily="50" charset="-128"/>
              <a:ea typeface="Meiryo UI" panose="020B0604030504040204" pitchFamily="50" charset="-128"/>
            </a:endParaRPr>
          </a:p>
          <a:p>
            <a:r>
              <a:rPr lang="en-US" altLang="ja-JP" sz="1100">
                <a:solidFill>
                  <a:schemeClr val="tx1"/>
                </a:solidFill>
                <a:latin typeface="Meiryo UI" panose="020B0604030504040204" pitchFamily="50" charset="-128"/>
                <a:ea typeface="Meiryo UI" panose="020B0604030504040204" pitchFamily="50" charset="-128"/>
              </a:rPr>
              <a:t>TDBBS</a:t>
            </a:r>
            <a:r>
              <a:rPr lang="ja-JP" altLang="en-US" sz="1100">
                <a:solidFill>
                  <a:schemeClr val="tx1"/>
                </a:solidFill>
                <a:latin typeface="Meiryo UI" panose="020B0604030504040204" pitchFamily="50" charset="-128"/>
                <a:ea typeface="Meiryo UI" panose="020B0604030504040204" pitchFamily="50" charset="-128"/>
              </a:rPr>
              <a:t>様</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97" name="四角形: 角を丸くする 96">
            <a:extLst>
              <a:ext uri="{FF2B5EF4-FFF2-40B4-BE49-F238E27FC236}">
                <a16:creationId xmlns:a16="http://schemas.microsoft.com/office/drawing/2014/main" id="{E0D41F0C-A62B-E5D2-E1A6-A02F637D8013}"/>
              </a:ext>
            </a:extLst>
          </p:cNvPr>
          <p:cNvSpPr/>
          <p:nvPr/>
        </p:nvSpPr>
        <p:spPr bwMode="auto">
          <a:xfrm>
            <a:off x="10866553" y="4894646"/>
            <a:ext cx="850051" cy="534605"/>
          </a:xfrm>
          <a:prstGeom prst="roundRect">
            <a:avLst/>
          </a:prstGeom>
          <a:noFill/>
          <a:ln w="19050">
            <a:solidFill>
              <a:schemeClr val="tx1">
                <a:lumMod val="50000"/>
                <a:lumOff val="50000"/>
              </a:schemeClr>
            </a:solidFill>
          </a:ln>
        </p:spPr>
        <p:txBody>
          <a:bodyPr rot="0" spcFirstLastPara="0" vertOverflow="overflow" horzOverflow="overflow" vert="horz" wrap="none" lIns="68580" tIns="34291" rIns="68580" bIns="34291" numCol="1" spcCol="0" rtlCol="0" fromWordArt="0" anchor="ctr" anchorCtr="0" forceAA="0" compatLnSpc="1">
            <a:prstTxWarp prst="textNoShape">
              <a:avLst/>
            </a:prstTxWarp>
            <a:noAutofit/>
          </a:bodyPr>
          <a:lstStyle/>
          <a:p>
            <a:r>
              <a:rPr lang="ja-JP" altLang="en-US" sz="1100">
                <a:solidFill>
                  <a:schemeClr val="tx1"/>
                </a:solidFill>
                <a:latin typeface="Meiryo UI" panose="020B0604030504040204" pitchFamily="50" charset="-128"/>
                <a:ea typeface="Meiryo UI" panose="020B0604030504040204" pitchFamily="50" charset="-128"/>
              </a:rPr>
              <a:t>本社業務</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部門</a:t>
            </a:r>
            <a:endParaRPr lang="en-US" altLang="ja-JP" sz="1100">
              <a:solidFill>
                <a:schemeClr val="tx1"/>
              </a:solidFill>
              <a:latin typeface="Meiryo UI" panose="020B0604030504040204" pitchFamily="50" charset="-128"/>
              <a:ea typeface="Meiryo UI" panose="020B0604030504040204" pitchFamily="50" charset="-128"/>
            </a:endParaRPr>
          </a:p>
        </p:txBody>
      </p:sp>
      <p:cxnSp>
        <p:nvCxnSpPr>
          <p:cNvPr id="98" name="直線矢印コネクタ 97">
            <a:extLst>
              <a:ext uri="{FF2B5EF4-FFF2-40B4-BE49-F238E27FC236}">
                <a16:creationId xmlns:a16="http://schemas.microsoft.com/office/drawing/2014/main" id="{62599724-3A02-962A-EB22-F17A590B2D1C}"/>
              </a:ext>
            </a:extLst>
          </p:cNvPr>
          <p:cNvCxnSpPr>
            <a:cxnSpLocks/>
          </p:cNvCxnSpPr>
          <p:nvPr/>
        </p:nvCxnSpPr>
        <p:spPr bwMode="auto">
          <a:xfrm flipH="1">
            <a:off x="10152668" y="5098243"/>
            <a:ext cx="608656" cy="0"/>
          </a:xfrm>
          <a:prstGeom prst="straightConnector1">
            <a:avLst/>
          </a:prstGeom>
          <a:noFill/>
          <a:ln w="31750" cap="flat" cmpd="sng" algn="ctr">
            <a:solidFill>
              <a:schemeClr val="tx1"/>
            </a:solidFill>
            <a:prstDash val="dash"/>
            <a:round/>
            <a:headEnd type="none" w="med" len="med"/>
            <a:tailEnd type="triangle"/>
          </a:ln>
          <a:effectLst/>
        </p:spPr>
      </p:cxnSp>
      <p:sp>
        <p:nvSpPr>
          <p:cNvPr id="100" name="正方形/長方形 99">
            <a:extLst>
              <a:ext uri="{FF2B5EF4-FFF2-40B4-BE49-F238E27FC236}">
                <a16:creationId xmlns:a16="http://schemas.microsoft.com/office/drawing/2014/main" id="{013A6EC3-E08A-3A23-621D-27AE179B517C}"/>
              </a:ext>
            </a:extLst>
          </p:cNvPr>
          <p:cNvSpPr/>
          <p:nvPr/>
        </p:nvSpPr>
        <p:spPr bwMode="auto">
          <a:xfrm>
            <a:off x="10217307" y="5109863"/>
            <a:ext cx="535781" cy="429149"/>
          </a:xfrm>
          <a:prstGeom prst="rect">
            <a:avLst/>
          </a:prstGeom>
          <a:noFill/>
          <a:ln w="9525" cap="flat" cmpd="sng" algn="ctr">
            <a:noFill/>
            <a:prstDash val="solid"/>
            <a:round/>
            <a:headEnd type="none" w="med" len="med"/>
            <a:tailEnd type="none" w="med" len="med"/>
          </a:ln>
          <a:effectLst/>
        </p:spPr>
        <p:txBody>
          <a:bodyPr wrap="none" anchor="ctr"/>
          <a:lstStyle/>
          <a:p>
            <a:pPr algn="l">
              <a:defRPr/>
            </a:pPr>
            <a:r>
              <a:rPr lang="ja-JP" altLang="en-US" sz="825">
                <a:solidFill>
                  <a:schemeClr val="tx1"/>
                </a:solidFill>
                <a:latin typeface="Meiryo UI" panose="020B0604030504040204" pitchFamily="50" charset="-128"/>
                <a:ea typeface="Meiryo UI" panose="020B0604030504040204" pitchFamily="50" charset="-128"/>
              </a:rPr>
              <a:t>支援・指示</a:t>
            </a:r>
            <a:endParaRPr lang="en-US" altLang="ja-JP" sz="825">
              <a:solidFill>
                <a:schemeClr val="tx1"/>
              </a:solidFill>
              <a:latin typeface="Meiryo UI" panose="020B0604030504040204" pitchFamily="50" charset="-128"/>
              <a:ea typeface="Meiryo UI" panose="020B0604030504040204" pitchFamily="50" charset="-128"/>
            </a:endParaRPr>
          </a:p>
          <a:p>
            <a:pPr algn="l">
              <a:defRPr/>
            </a:pPr>
            <a:r>
              <a:rPr lang="ja-JP" altLang="en-US" sz="825">
                <a:solidFill>
                  <a:schemeClr val="tx1"/>
                </a:solidFill>
                <a:latin typeface="Meiryo UI" panose="020B0604030504040204" pitchFamily="50" charset="-128"/>
                <a:ea typeface="Meiryo UI" panose="020B0604030504040204" pitchFamily="50" charset="-128"/>
              </a:rPr>
              <a:t>進捗管理</a:t>
            </a:r>
          </a:p>
        </p:txBody>
      </p:sp>
      <p:sp>
        <p:nvSpPr>
          <p:cNvPr id="101" name="正方形/長方形 100">
            <a:extLst>
              <a:ext uri="{FF2B5EF4-FFF2-40B4-BE49-F238E27FC236}">
                <a16:creationId xmlns:a16="http://schemas.microsoft.com/office/drawing/2014/main" id="{7174A3A4-CCE2-3D68-B046-06AECEAB961F}"/>
              </a:ext>
            </a:extLst>
          </p:cNvPr>
          <p:cNvSpPr/>
          <p:nvPr/>
        </p:nvSpPr>
        <p:spPr bwMode="auto">
          <a:xfrm>
            <a:off x="10136183" y="4567822"/>
            <a:ext cx="1816505" cy="1562932"/>
          </a:xfrm>
          <a:prstGeom prst="rect">
            <a:avLst/>
          </a:prstGeom>
          <a:noFill/>
          <a:ln w="19050">
            <a:solidFill>
              <a:srgbClr val="FF0000"/>
            </a:solidFill>
            <a:prstDash val="dash"/>
            <a:miter lim="800000"/>
            <a:headEnd/>
            <a:tailEnd/>
          </a:ln>
          <a:effectLst/>
        </p:spPr>
        <p:txBody>
          <a:bodyPr wrap="none" rtlCol="0" anchor="ctr" anchorCtr="0">
            <a:noAutofit/>
          </a:bodyPr>
          <a:lstStyle/>
          <a:p>
            <a:pPr algn="ctr"/>
            <a:endParaRPr lang="ja-JP" altLang="en-US" sz="1800">
              <a:solidFill>
                <a:schemeClr val="tx1"/>
              </a:solidFill>
            </a:endParaRPr>
          </a:p>
        </p:txBody>
      </p:sp>
      <p:cxnSp>
        <p:nvCxnSpPr>
          <p:cNvPr id="102" name="直線矢印コネクタ 101">
            <a:extLst>
              <a:ext uri="{FF2B5EF4-FFF2-40B4-BE49-F238E27FC236}">
                <a16:creationId xmlns:a16="http://schemas.microsoft.com/office/drawing/2014/main" id="{9E50BC42-B7EB-AA24-72A4-6A392E73C945}"/>
              </a:ext>
            </a:extLst>
          </p:cNvPr>
          <p:cNvCxnSpPr>
            <a:cxnSpLocks/>
          </p:cNvCxnSpPr>
          <p:nvPr/>
        </p:nvCxnSpPr>
        <p:spPr bwMode="auto">
          <a:xfrm>
            <a:off x="8096205" y="3443916"/>
            <a:ext cx="2546657" cy="990451"/>
          </a:xfrm>
          <a:prstGeom prst="straightConnector1">
            <a:avLst/>
          </a:prstGeom>
          <a:noFill/>
          <a:ln w="31750" cap="flat" cmpd="sng" algn="ctr">
            <a:solidFill>
              <a:schemeClr val="tx1"/>
            </a:solidFill>
            <a:prstDash val="dash"/>
            <a:round/>
            <a:headEnd type="none" w="med" len="med"/>
            <a:tailEnd type="triangle"/>
          </a:ln>
          <a:effectLst/>
        </p:spPr>
      </p:cxnSp>
      <p:sp>
        <p:nvSpPr>
          <p:cNvPr id="104" name="正方形/長方形 103">
            <a:extLst>
              <a:ext uri="{FF2B5EF4-FFF2-40B4-BE49-F238E27FC236}">
                <a16:creationId xmlns:a16="http://schemas.microsoft.com/office/drawing/2014/main" id="{49C38635-63BC-8DBC-034F-AB4645192A35}"/>
              </a:ext>
            </a:extLst>
          </p:cNvPr>
          <p:cNvSpPr/>
          <p:nvPr/>
        </p:nvSpPr>
        <p:spPr bwMode="auto">
          <a:xfrm>
            <a:off x="9684192" y="3604098"/>
            <a:ext cx="1032452" cy="429149"/>
          </a:xfrm>
          <a:prstGeom prst="rect">
            <a:avLst/>
          </a:prstGeom>
          <a:noFill/>
          <a:ln w="9525" cap="flat" cmpd="sng" algn="ctr">
            <a:noFill/>
            <a:prstDash val="solid"/>
            <a:round/>
            <a:headEnd type="none" w="med" len="med"/>
            <a:tailEnd type="none" w="med" len="med"/>
          </a:ln>
          <a:effectLst/>
        </p:spPr>
        <p:txBody>
          <a:bodyPr wrap="none" anchor="ctr"/>
          <a:lstStyle/>
          <a:p>
            <a:pPr algn="l">
              <a:defRPr/>
            </a:pPr>
            <a:r>
              <a:rPr lang="ja-JP" altLang="en-US" sz="825">
                <a:solidFill>
                  <a:schemeClr val="tx1"/>
                </a:solidFill>
                <a:latin typeface="Meiryo UI" panose="020B0604030504040204" pitchFamily="50" charset="-128"/>
                <a:ea typeface="Meiryo UI" panose="020B0604030504040204" pitchFamily="50" charset="-128"/>
              </a:rPr>
              <a:t>管理系帳票出力</a:t>
            </a:r>
          </a:p>
        </p:txBody>
      </p:sp>
      <p:sp>
        <p:nvSpPr>
          <p:cNvPr id="17" name="タイトル 5">
            <a:extLst>
              <a:ext uri="{FF2B5EF4-FFF2-40B4-BE49-F238E27FC236}">
                <a16:creationId xmlns:a16="http://schemas.microsoft.com/office/drawing/2014/main" id="{CFF7D3A5-D3AB-8721-2E5B-8A90C5D33ADC}"/>
              </a:ext>
            </a:extLst>
          </p:cNvPr>
          <p:cNvSpPr txBox="1">
            <a:spLocks/>
          </p:cNvSpPr>
          <p:nvPr/>
        </p:nvSpPr>
        <p:spPr>
          <a:xfrm>
            <a:off x="129021" y="201369"/>
            <a:ext cx="11328400"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刷新について</a:t>
            </a:r>
            <a:r>
              <a:rPr lang="en-US" altLang="ja-JP" kern="0">
                <a:latin typeface="Meiryo UI" panose="020B0604030504040204" pitchFamily="50" charset="-128"/>
                <a:ea typeface="Meiryo UI" panose="020B0604030504040204" pitchFamily="50" charset="-128"/>
              </a:rPr>
              <a:t>】 </a:t>
            </a:r>
            <a:r>
              <a:rPr lang="ja-JP" altLang="en-US" kern="0">
                <a:latin typeface="Meiryo UI" panose="020B0604030504040204" pitchFamily="50" charset="-128"/>
                <a:ea typeface="Meiryo UI" panose="020B0604030504040204" pitchFamily="50" charset="-128"/>
              </a:rPr>
              <a:t>提案①</a:t>
            </a:r>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業務課題改善業務ヒアリング進め方案</a:t>
            </a:r>
            <a:endParaRPr lang="en-US" altLang="ja-JP" kern="0">
              <a:latin typeface="Meiryo UI" panose="020B0604030504040204" pitchFamily="50" charset="-128"/>
              <a:ea typeface="Meiryo UI" panose="020B0604030504040204" pitchFamily="50" charset="-128"/>
            </a:endParaRPr>
          </a:p>
          <a:p>
            <a:r>
              <a:rPr lang="en-US" altLang="ja-JP" kern="0">
                <a:latin typeface="Meiryo UI" panose="020B0604030504040204" pitchFamily="50" charset="-128"/>
                <a:ea typeface="Meiryo UI" panose="020B0604030504040204" pitchFamily="50" charset="-128"/>
              </a:rPr>
              <a:t>【</a:t>
            </a:r>
            <a:r>
              <a:rPr lang="ja-JP" altLang="en-US" b="1">
                <a:latin typeface="Meiryo UI" panose="020B0604030504040204" pitchFamily="50" charset="-128"/>
                <a:ea typeface="Meiryo UI" panose="020B0604030504040204" pitchFamily="50" charset="-128"/>
              </a:rPr>
              <a:t>スコープ・制約事項</a:t>
            </a:r>
            <a:r>
              <a:rPr lang="en-US" altLang="ja-JP" b="1" kern="0">
                <a:latin typeface="Meiryo UI" panose="020B0604030504040204" pitchFamily="50" charset="-128"/>
                <a:ea typeface="Meiryo UI" panose="020B0604030504040204" pitchFamily="50" charset="-128"/>
              </a:rPr>
              <a:t>】</a:t>
            </a:r>
            <a:endParaRPr lang="ja-JP" altLang="en-US" b="1" kern="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31694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1032C-B84B-D147-6ED1-6CD311F2863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BCE0056-CDF1-F236-5114-AE186254A946}"/>
              </a:ext>
            </a:extLst>
          </p:cNvPr>
          <p:cNvSpPr>
            <a:spLocks noGrp="1"/>
          </p:cNvSpPr>
          <p:nvPr>
            <p:ph type="sldNum" sz="quarter" idx="10"/>
          </p:nvPr>
        </p:nvSpPr>
        <p:spPr/>
        <p:txBody>
          <a:bodyPr/>
          <a:lstStyle/>
          <a:p>
            <a:pPr>
              <a:defRPr/>
            </a:pPr>
            <a:fld id="{B69A64E9-DEE1-40B5-88E8-A6C3DD001D0B}" type="slidenum">
              <a:rPr lang="en-US" altLang="ja-JP" smtClean="0"/>
              <a:pPr>
                <a:defRPr/>
              </a:pPr>
              <a:t>9</a:t>
            </a:fld>
            <a:endParaRPr lang="en-US" altLang="ja-JP"/>
          </a:p>
        </p:txBody>
      </p:sp>
      <p:sp>
        <p:nvSpPr>
          <p:cNvPr id="14" name="正方形/長方形 13">
            <a:extLst>
              <a:ext uri="{FF2B5EF4-FFF2-40B4-BE49-F238E27FC236}">
                <a16:creationId xmlns:a16="http://schemas.microsoft.com/office/drawing/2014/main" id="{D1B5958D-36E5-4DAA-B608-9B566771D753}"/>
              </a:ext>
            </a:extLst>
          </p:cNvPr>
          <p:cNvSpPr/>
          <p:nvPr/>
        </p:nvSpPr>
        <p:spPr bwMode="auto">
          <a:xfrm>
            <a:off x="574910" y="2091359"/>
            <a:ext cx="1790726"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メンテカード出力・配布</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C40080B0-B0C9-4C48-C110-731A937C0B9F}"/>
              </a:ext>
            </a:extLst>
          </p:cNvPr>
          <p:cNvSpPr/>
          <p:nvPr/>
        </p:nvSpPr>
        <p:spPr bwMode="auto">
          <a:xfrm>
            <a:off x="574910" y="3304874"/>
            <a:ext cx="1790727"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kumimoji="1" lang="ja-JP" altLang="en-US" sz="1100">
                <a:solidFill>
                  <a:schemeClr val="tx1"/>
                </a:solidFill>
                <a:latin typeface="Meiryo UI" panose="020B0604030504040204" pitchFamily="50" charset="-128"/>
                <a:ea typeface="Meiryo UI" panose="020B0604030504040204" pitchFamily="50" charset="-128"/>
              </a:rPr>
              <a:t>調査</a:t>
            </a:r>
            <a:r>
              <a:rPr lang="ja-JP" altLang="en-US" sz="1100">
                <a:solidFill>
                  <a:schemeClr val="tx1"/>
                </a:solidFill>
                <a:latin typeface="Meiryo UI" panose="020B0604030504040204" pitchFamily="50" charset="-128"/>
                <a:ea typeface="Meiryo UI" panose="020B0604030504040204" pitchFamily="50" charset="-128"/>
              </a:rPr>
              <a:t>・メンテカード記載</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9B67A617-12E1-605A-E783-607AD10DEBB6}"/>
              </a:ext>
            </a:extLst>
          </p:cNvPr>
          <p:cNvSpPr/>
          <p:nvPr/>
        </p:nvSpPr>
        <p:spPr bwMode="auto">
          <a:xfrm>
            <a:off x="574910" y="5638098"/>
            <a:ext cx="1859387"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kumimoji="1" lang="ja-JP" altLang="en-US" sz="1100">
                <a:solidFill>
                  <a:schemeClr val="tx1"/>
                </a:solidFill>
                <a:latin typeface="Meiryo UI" panose="020B0604030504040204" pitchFamily="50" charset="-128"/>
                <a:ea typeface="Meiryo UI" panose="020B0604030504040204" pitchFamily="50" charset="-128"/>
              </a:rPr>
              <a:t>パンチ</a:t>
            </a:r>
            <a:r>
              <a:rPr lang="ja-JP" altLang="en-US" sz="1100">
                <a:solidFill>
                  <a:schemeClr val="tx1"/>
                </a:solidFill>
                <a:latin typeface="Meiryo UI" panose="020B0604030504040204" pitchFamily="50" charset="-128"/>
                <a:ea typeface="Meiryo UI" panose="020B0604030504040204" pitchFamily="50" charset="-128"/>
              </a:rPr>
              <a:t>データ</a:t>
            </a:r>
            <a:r>
              <a:rPr kumimoji="1" lang="ja-JP" altLang="en-US" sz="1100">
                <a:solidFill>
                  <a:schemeClr val="tx1"/>
                </a:solidFill>
                <a:latin typeface="Meiryo UI" panose="020B0604030504040204" pitchFamily="50" charset="-128"/>
                <a:ea typeface="Meiryo UI" panose="020B0604030504040204" pitchFamily="50" charset="-128"/>
              </a:rPr>
              <a:t>取り込み</a:t>
            </a:r>
          </a:p>
        </p:txBody>
      </p:sp>
      <p:sp>
        <p:nvSpPr>
          <p:cNvPr id="22" name="コンテンツ プレースホルダー 4">
            <a:extLst>
              <a:ext uri="{FF2B5EF4-FFF2-40B4-BE49-F238E27FC236}">
                <a16:creationId xmlns:a16="http://schemas.microsoft.com/office/drawing/2014/main" id="{20064D86-4E6B-2550-6658-88D996678C2E}"/>
              </a:ext>
            </a:extLst>
          </p:cNvPr>
          <p:cNvSpPr>
            <a:spLocks noGrp="1"/>
          </p:cNvSpPr>
          <p:nvPr>
            <p:ph sz="half" idx="1"/>
          </p:nvPr>
        </p:nvSpPr>
        <p:spPr>
          <a:xfrm>
            <a:off x="210869" y="844671"/>
            <a:ext cx="11685357" cy="751499"/>
          </a:xfrm>
        </p:spPr>
        <p:txBody>
          <a:bodyPr/>
          <a:lstStyle/>
          <a:p>
            <a:r>
              <a:rPr lang="ja-JP" altLang="en-US" sz="1400">
                <a:latin typeface="Meiryo UI" panose="020B0604030504040204" pitchFamily="50" charset="-128"/>
                <a:ea typeface="Meiryo UI" panose="020B0604030504040204" pitchFamily="50" charset="-128"/>
              </a:rPr>
              <a:t>・以下の様に調査毎に大枠の業務パターンとヒアリング対象者を整理させて頂ければと思います。　</a:t>
            </a:r>
            <a:endParaRPr lang="en-US" altLang="ja-JP" sz="1400">
              <a:latin typeface="Meiryo UI" panose="020B0604030504040204" pitchFamily="50" charset="-128"/>
              <a:ea typeface="Meiryo UI" panose="020B0604030504040204" pitchFamily="50" charset="-128"/>
            </a:endParaRPr>
          </a:p>
          <a:p>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現時点弊社で想定するフロー</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対象を記載しています。</a:t>
            </a:r>
            <a:endParaRPr lang="en-US" altLang="ja-JP" sz="1400">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EFF3896E-DA84-E835-F086-05034E4C79F4}"/>
              </a:ext>
            </a:extLst>
          </p:cNvPr>
          <p:cNvSpPr/>
          <p:nvPr/>
        </p:nvSpPr>
        <p:spPr bwMode="auto">
          <a:xfrm>
            <a:off x="6652899" y="2122736"/>
            <a:ext cx="1910068"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en-US" altLang="ja-JP" sz="1100">
                <a:solidFill>
                  <a:schemeClr val="tx1"/>
                </a:solidFill>
                <a:latin typeface="Meiryo UI" panose="020B0604030504040204" pitchFamily="50" charset="-128"/>
                <a:ea typeface="Meiryo UI" panose="020B0604030504040204" pitchFamily="50" charset="-128"/>
              </a:rPr>
              <a:t>DM</a:t>
            </a:r>
            <a:r>
              <a:rPr lang="ja-JP" altLang="en-US" sz="1100">
                <a:solidFill>
                  <a:schemeClr val="tx1"/>
                </a:solidFill>
                <a:latin typeface="Meiryo UI" panose="020B0604030504040204" pitchFamily="50" charset="-128"/>
                <a:ea typeface="Meiryo UI" panose="020B0604030504040204" pitchFamily="50" charset="-128"/>
              </a:rPr>
              <a:t>データ出力・送付</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35" name="コンテンツ プレースホルダー 4">
            <a:extLst>
              <a:ext uri="{FF2B5EF4-FFF2-40B4-BE49-F238E27FC236}">
                <a16:creationId xmlns:a16="http://schemas.microsoft.com/office/drawing/2014/main" id="{5F01E06B-316B-8A9C-42A0-11F44A87EB33}"/>
              </a:ext>
            </a:extLst>
          </p:cNvPr>
          <p:cNvSpPr txBox="1">
            <a:spLocks/>
          </p:cNvSpPr>
          <p:nvPr/>
        </p:nvSpPr>
        <p:spPr>
          <a:xfrm>
            <a:off x="374343" y="1559527"/>
            <a:ext cx="3559985"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a:latin typeface="Meiryo UI" panose="020B0604030504040204" pitchFamily="50" charset="-128"/>
                <a:ea typeface="Meiryo UI" panose="020B0604030504040204" pitchFamily="50" charset="-128"/>
              </a:rPr>
              <a:t>■訪問取材</a:t>
            </a:r>
          </a:p>
        </p:txBody>
      </p:sp>
      <p:sp>
        <p:nvSpPr>
          <p:cNvPr id="36" name="コンテンツ プレースホルダー 4">
            <a:extLst>
              <a:ext uri="{FF2B5EF4-FFF2-40B4-BE49-F238E27FC236}">
                <a16:creationId xmlns:a16="http://schemas.microsoft.com/office/drawing/2014/main" id="{CDD3F9EF-D538-9726-58CA-9EEB4BBDB654}"/>
              </a:ext>
            </a:extLst>
          </p:cNvPr>
          <p:cNvSpPr txBox="1">
            <a:spLocks/>
          </p:cNvSpPr>
          <p:nvPr/>
        </p:nvSpPr>
        <p:spPr>
          <a:xfrm>
            <a:off x="3278287" y="1559527"/>
            <a:ext cx="3559985"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a:latin typeface="Meiryo UI" panose="020B0604030504040204" pitchFamily="50" charset="-128"/>
                <a:ea typeface="Meiryo UI" panose="020B0604030504040204" pitchFamily="50" charset="-128"/>
              </a:rPr>
              <a:t>■電話取材</a:t>
            </a:r>
          </a:p>
        </p:txBody>
      </p:sp>
      <p:sp>
        <p:nvSpPr>
          <p:cNvPr id="37" name="コンテンツ プレースホルダー 4">
            <a:extLst>
              <a:ext uri="{FF2B5EF4-FFF2-40B4-BE49-F238E27FC236}">
                <a16:creationId xmlns:a16="http://schemas.microsoft.com/office/drawing/2014/main" id="{3A238FFF-7DD8-DEE6-3DD4-B6B20D405A54}"/>
              </a:ext>
            </a:extLst>
          </p:cNvPr>
          <p:cNvSpPr txBox="1">
            <a:spLocks/>
          </p:cNvSpPr>
          <p:nvPr/>
        </p:nvSpPr>
        <p:spPr>
          <a:xfrm>
            <a:off x="9375125" y="1559527"/>
            <a:ext cx="3559985"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a:latin typeface="Meiryo UI" panose="020B0604030504040204" pitchFamily="50" charset="-128"/>
                <a:ea typeface="Meiryo UI" panose="020B0604030504040204" pitchFamily="50" charset="-128"/>
              </a:rPr>
              <a:t>■その他管理業務</a:t>
            </a:r>
          </a:p>
        </p:txBody>
      </p:sp>
      <p:sp>
        <p:nvSpPr>
          <p:cNvPr id="38" name="コンテンツ プレースホルダー 4">
            <a:extLst>
              <a:ext uri="{FF2B5EF4-FFF2-40B4-BE49-F238E27FC236}">
                <a16:creationId xmlns:a16="http://schemas.microsoft.com/office/drawing/2014/main" id="{06772FE0-3C47-660F-4E50-948365C9F3BB}"/>
              </a:ext>
            </a:extLst>
          </p:cNvPr>
          <p:cNvSpPr txBox="1">
            <a:spLocks/>
          </p:cNvSpPr>
          <p:nvPr/>
        </p:nvSpPr>
        <p:spPr>
          <a:xfrm>
            <a:off x="6316491" y="1559527"/>
            <a:ext cx="3559985"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a:latin typeface="Meiryo UI" panose="020B0604030504040204" pitchFamily="50" charset="-128"/>
                <a:ea typeface="Meiryo UI" panose="020B0604030504040204" pitchFamily="50" charset="-128"/>
              </a:rPr>
              <a:t>■</a:t>
            </a:r>
            <a:r>
              <a:rPr lang="en-US" altLang="ja-JP">
                <a:latin typeface="Meiryo UI" panose="020B0604030504040204" pitchFamily="50" charset="-128"/>
                <a:ea typeface="Meiryo UI" panose="020B0604030504040204" pitchFamily="50" charset="-128"/>
              </a:rPr>
              <a:t>DM</a:t>
            </a:r>
            <a:r>
              <a:rPr lang="ja-JP" altLang="en-US">
                <a:latin typeface="Meiryo UI" panose="020B0604030504040204" pitchFamily="50" charset="-128"/>
                <a:ea typeface="Meiryo UI" panose="020B0604030504040204" pitchFamily="50" charset="-128"/>
              </a:rPr>
              <a:t>取材</a:t>
            </a:r>
          </a:p>
        </p:txBody>
      </p:sp>
      <p:sp>
        <p:nvSpPr>
          <p:cNvPr id="39" name="正方形/長方形 38">
            <a:extLst>
              <a:ext uri="{FF2B5EF4-FFF2-40B4-BE49-F238E27FC236}">
                <a16:creationId xmlns:a16="http://schemas.microsoft.com/office/drawing/2014/main" id="{094C806D-E058-935B-4E80-FC5B368CF33B}"/>
              </a:ext>
            </a:extLst>
          </p:cNvPr>
          <p:cNvSpPr/>
          <p:nvPr/>
        </p:nvSpPr>
        <p:spPr bwMode="auto">
          <a:xfrm>
            <a:off x="3606065" y="2091359"/>
            <a:ext cx="1790727"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メンテカード出力・配布</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776885A2-DE5A-C3B4-B629-980EEF5C5740}"/>
              </a:ext>
            </a:extLst>
          </p:cNvPr>
          <p:cNvSpPr/>
          <p:nvPr/>
        </p:nvSpPr>
        <p:spPr bwMode="auto">
          <a:xfrm>
            <a:off x="3606065" y="3220177"/>
            <a:ext cx="1790727"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kumimoji="1" lang="ja-JP" altLang="en-US" sz="1100">
                <a:solidFill>
                  <a:schemeClr val="tx1"/>
                </a:solidFill>
                <a:latin typeface="Meiryo UI" panose="020B0604030504040204" pitchFamily="50" charset="-128"/>
                <a:ea typeface="Meiryo UI" panose="020B0604030504040204" pitchFamily="50" charset="-128"/>
              </a:rPr>
              <a:t>調査</a:t>
            </a:r>
            <a:r>
              <a:rPr lang="ja-JP" altLang="en-US" sz="1100">
                <a:solidFill>
                  <a:schemeClr val="tx1"/>
                </a:solidFill>
                <a:latin typeface="Meiryo UI" panose="020B0604030504040204" pitchFamily="50" charset="-128"/>
                <a:ea typeface="Meiryo UI" panose="020B0604030504040204" pitchFamily="50" charset="-128"/>
              </a:rPr>
              <a:t>・メンテカード記載</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D3BC2C25-944B-8D69-681E-525C7BA5F0A1}"/>
              </a:ext>
            </a:extLst>
          </p:cNvPr>
          <p:cNvSpPr/>
          <p:nvPr/>
        </p:nvSpPr>
        <p:spPr bwMode="auto">
          <a:xfrm>
            <a:off x="3606065" y="5296755"/>
            <a:ext cx="1859387"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kumimoji="1" lang="ja-JP" altLang="en-US" sz="1100">
                <a:solidFill>
                  <a:schemeClr val="tx1"/>
                </a:solidFill>
                <a:latin typeface="Meiryo UI" panose="020B0604030504040204" pitchFamily="50" charset="-128"/>
                <a:ea typeface="Meiryo UI" panose="020B0604030504040204" pitchFamily="50" charset="-128"/>
              </a:rPr>
              <a:t>パンチ</a:t>
            </a:r>
            <a:r>
              <a:rPr lang="ja-JP" altLang="en-US" sz="1100">
                <a:solidFill>
                  <a:schemeClr val="tx1"/>
                </a:solidFill>
                <a:latin typeface="Meiryo UI" panose="020B0604030504040204" pitchFamily="50" charset="-128"/>
                <a:ea typeface="Meiryo UI" panose="020B0604030504040204" pitchFamily="50" charset="-128"/>
              </a:rPr>
              <a:t>データ</a:t>
            </a:r>
            <a:r>
              <a:rPr kumimoji="1" lang="ja-JP" altLang="en-US" sz="1100">
                <a:solidFill>
                  <a:schemeClr val="tx1"/>
                </a:solidFill>
                <a:latin typeface="Meiryo UI" panose="020B0604030504040204" pitchFamily="50" charset="-128"/>
                <a:ea typeface="Meiryo UI" panose="020B0604030504040204" pitchFamily="50" charset="-128"/>
              </a:rPr>
              <a:t>取り込み</a:t>
            </a:r>
          </a:p>
        </p:txBody>
      </p:sp>
      <p:sp>
        <p:nvSpPr>
          <p:cNvPr id="42" name="矢印: 下 41">
            <a:extLst>
              <a:ext uri="{FF2B5EF4-FFF2-40B4-BE49-F238E27FC236}">
                <a16:creationId xmlns:a16="http://schemas.microsoft.com/office/drawing/2014/main" id="{C69C5F2B-4E4C-0CB4-86F7-6E5C89516B4B}"/>
              </a:ext>
            </a:extLst>
          </p:cNvPr>
          <p:cNvSpPr/>
          <p:nvPr/>
        </p:nvSpPr>
        <p:spPr bwMode="auto">
          <a:xfrm>
            <a:off x="680748" y="2556083"/>
            <a:ext cx="224444" cy="691320"/>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44" name="正方形/長方形 43">
            <a:extLst>
              <a:ext uri="{FF2B5EF4-FFF2-40B4-BE49-F238E27FC236}">
                <a16:creationId xmlns:a16="http://schemas.microsoft.com/office/drawing/2014/main" id="{B094C20E-339E-6CC2-BAEC-DB4BF1AEC354}"/>
              </a:ext>
            </a:extLst>
          </p:cNvPr>
          <p:cNvSpPr/>
          <p:nvPr/>
        </p:nvSpPr>
        <p:spPr bwMode="auto">
          <a:xfrm>
            <a:off x="6639047" y="3732859"/>
            <a:ext cx="1910068"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en-US" altLang="ja-JP" sz="1100">
                <a:solidFill>
                  <a:schemeClr val="tx1"/>
                </a:solidFill>
                <a:latin typeface="Meiryo UI" panose="020B0604030504040204" pitchFamily="50" charset="-128"/>
                <a:ea typeface="Meiryo UI" panose="020B0604030504040204" pitchFamily="50" charset="-128"/>
              </a:rPr>
              <a:t>DM</a:t>
            </a:r>
            <a:r>
              <a:rPr lang="ja-JP" altLang="en-US" sz="1100">
                <a:solidFill>
                  <a:schemeClr val="tx1"/>
                </a:solidFill>
                <a:latin typeface="Meiryo UI" panose="020B0604030504040204" pitchFamily="50" charset="-128"/>
                <a:ea typeface="Meiryo UI" panose="020B0604030504040204" pitchFamily="50" charset="-128"/>
              </a:rPr>
              <a:t>回収・パンチ</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D501C0D6-EF25-9595-A719-BC09E22E7E55}"/>
              </a:ext>
            </a:extLst>
          </p:cNvPr>
          <p:cNvSpPr/>
          <p:nvPr/>
        </p:nvSpPr>
        <p:spPr bwMode="auto">
          <a:xfrm>
            <a:off x="6604703" y="5078709"/>
            <a:ext cx="1910068"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パンチデータ取り込み</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44A18A9A-6915-DD8F-A755-BE9A149C3B6D}"/>
              </a:ext>
            </a:extLst>
          </p:cNvPr>
          <p:cNvSpPr/>
          <p:nvPr/>
        </p:nvSpPr>
        <p:spPr bwMode="auto">
          <a:xfrm>
            <a:off x="9832504" y="2091359"/>
            <a:ext cx="1910068"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実績集計</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0A6D5E3D-2007-EA4C-19E2-0F2AC98390B1}"/>
              </a:ext>
            </a:extLst>
          </p:cNvPr>
          <p:cNvSpPr/>
          <p:nvPr/>
        </p:nvSpPr>
        <p:spPr bwMode="auto">
          <a:xfrm>
            <a:off x="9832503" y="3689717"/>
            <a:ext cx="1910068"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清算</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52" name="コンテンツ プレースホルダー 4">
            <a:extLst>
              <a:ext uri="{FF2B5EF4-FFF2-40B4-BE49-F238E27FC236}">
                <a16:creationId xmlns:a16="http://schemas.microsoft.com/office/drawing/2014/main" id="{E70DC3B7-D40B-A862-9BBB-DAD01ABE204D}"/>
              </a:ext>
            </a:extLst>
          </p:cNvPr>
          <p:cNvSpPr txBox="1">
            <a:spLocks/>
          </p:cNvSpPr>
          <p:nvPr/>
        </p:nvSpPr>
        <p:spPr>
          <a:xfrm>
            <a:off x="877234" y="2581439"/>
            <a:ext cx="3559985" cy="360000"/>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endParaRPr lang="ja-JP" altLang="en-US">
              <a:latin typeface="Meiryo UI" panose="020B0604030504040204" pitchFamily="50" charset="-128"/>
              <a:ea typeface="Meiryo UI" panose="020B0604030504040204" pitchFamily="50" charset="-128"/>
            </a:endParaRPr>
          </a:p>
        </p:txBody>
      </p:sp>
      <p:sp>
        <p:nvSpPr>
          <p:cNvPr id="53" name="矢印: 下 52">
            <a:extLst>
              <a:ext uri="{FF2B5EF4-FFF2-40B4-BE49-F238E27FC236}">
                <a16:creationId xmlns:a16="http://schemas.microsoft.com/office/drawing/2014/main" id="{CC9BBCAC-88E6-7740-B1BF-B7BE107DF8B9}"/>
              </a:ext>
            </a:extLst>
          </p:cNvPr>
          <p:cNvSpPr/>
          <p:nvPr/>
        </p:nvSpPr>
        <p:spPr bwMode="auto">
          <a:xfrm>
            <a:off x="680748" y="3772806"/>
            <a:ext cx="262356" cy="748869"/>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4" name="矢印: 下 53">
            <a:extLst>
              <a:ext uri="{FF2B5EF4-FFF2-40B4-BE49-F238E27FC236}">
                <a16:creationId xmlns:a16="http://schemas.microsoft.com/office/drawing/2014/main" id="{06B113EA-615E-E04F-83F0-9E4341F44826}"/>
              </a:ext>
            </a:extLst>
          </p:cNvPr>
          <p:cNvSpPr/>
          <p:nvPr/>
        </p:nvSpPr>
        <p:spPr bwMode="auto">
          <a:xfrm>
            <a:off x="3723781" y="2587814"/>
            <a:ext cx="224444" cy="609605"/>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5" name="矢印: 下 54">
            <a:extLst>
              <a:ext uri="{FF2B5EF4-FFF2-40B4-BE49-F238E27FC236}">
                <a16:creationId xmlns:a16="http://schemas.microsoft.com/office/drawing/2014/main" id="{FF1EEC02-E6E4-06CA-3ADF-ECF859513E37}"/>
              </a:ext>
            </a:extLst>
          </p:cNvPr>
          <p:cNvSpPr/>
          <p:nvPr/>
        </p:nvSpPr>
        <p:spPr bwMode="auto">
          <a:xfrm>
            <a:off x="3723781" y="3632320"/>
            <a:ext cx="240675" cy="585581"/>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6" name="矢印: 下 55">
            <a:extLst>
              <a:ext uri="{FF2B5EF4-FFF2-40B4-BE49-F238E27FC236}">
                <a16:creationId xmlns:a16="http://schemas.microsoft.com/office/drawing/2014/main" id="{0E30A0E2-7C7D-379A-56FD-D651BD9995B0}"/>
              </a:ext>
            </a:extLst>
          </p:cNvPr>
          <p:cNvSpPr/>
          <p:nvPr/>
        </p:nvSpPr>
        <p:spPr bwMode="auto">
          <a:xfrm>
            <a:off x="6734714" y="2619191"/>
            <a:ext cx="224444" cy="1016334"/>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7" name="矢印: 下 56">
            <a:extLst>
              <a:ext uri="{FF2B5EF4-FFF2-40B4-BE49-F238E27FC236}">
                <a16:creationId xmlns:a16="http://schemas.microsoft.com/office/drawing/2014/main" id="{C46D5E5F-DABC-4718-FCA3-BA04AE758CBD}"/>
              </a:ext>
            </a:extLst>
          </p:cNvPr>
          <p:cNvSpPr/>
          <p:nvPr/>
        </p:nvSpPr>
        <p:spPr bwMode="auto">
          <a:xfrm>
            <a:off x="6728640" y="4264861"/>
            <a:ext cx="224444" cy="700534"/>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8" name="矢印: 下 57">
            <a:extLst>
              <a:ext uri="{FF2B5EF4-FFF2-40B4-BE49-F238E27FC236}">
                <a16:creationId xmlns:a16="http://schemas.microsoft.com/office/drawing/2014/main" id="{8F7B473E-2ECD-4D2D-0BB4-8A7A22A7995A}"/>
              </a:ext>
            </a:extLst>
          </p:cNvPr>
          <p:cNvSpPr/>
          <p:nvPr/>
        </p:nvSpPr>
        <p:spPr bwMode="auto">
          <a:xfrm>
            <a:off x="9994937" y="2553439"/>
            <a:ext cx="224444" cy="1050709"/>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0" name="コンテンツ プレースホルダー 4">
            <a:extLst>
              <a:ext uri="{FF2B5EF4-FFF2-40B4-BE49-F238E27FC236}">
                <a16:creationId xmlns:a16="http://schemas.microsoft.com/office/drawing/2014/main" id="{7CCC5D59-5EE7-5D3D-10CD-749C8928D528}"/>
              </a:ext>
            </a:extLst>
          </p:cNvPr>
          <p:cNvSpPr txBox="1">
            <a:spLocks/>
          </p:cNvSpPr>
          <p:nvPr/>
        </p:nvSpPr>
        <p:spPr>
          <a:xfrm>
            <a:off x="934485" y="2604714"/>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本社業務部門</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メンテカード配布</a:t>
            </a:r>
            <a:r>
              <a:rPr lang="en-US" altLang="ja-JP" sz="1000">
                <a:latin typeface="Meiryo UI" panose="020B0604030504040204" pitchFamily="50" charset="-128"/>
                <a:ea typeface="Meiryo UI" panose="020B0604030504040204" pitchFamily="50" charset="-128"/>
              </a:rPr>
              <a:t>)</a:t>
            </a:r>
          </a:p>
          <a:p>
            <a:r>
              <a:rPr lang="ja-JP" altLang="en-US" sz="1000">
                <a:latin typeface="Meiryo UI" panose="020B0604030504040204" pitchFamily="50" charset="-128"/>
                <a:ea typeface="Meiryo UI" panose="020B0604030504040204" pitchFamily="50" charset="-128"/>
              </a:rPr>
              <a:t>　各支店内勤者</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メンテカード配布</a:t>
            </a:r>
            <a:r>
              <a:rPr lang="en-US" altLang="ja-JP" sz="1000">
                <a:latin typeface="Meiryo UI" panose="020B0604030504040204" pitchFamily="50" charset="-128"/>
                <a:ea typeface="Meiryo UI" panose="020B0604030504040204" pitchFamily="50" charset="-128"/>
              </a:rPr>
              <a:t>)</a:t>
            </a:r>
          </a:p>
          <a:p>
            <a:endParaRPr lang="ja-JP" altLang="en-US" sz="1000">
              <a:latin typeface="Meiryo UI" panose="020B0604030504040204" pitchFamily="50" charset="-128"/>
              <a:ea typeface="Meiryo UI" panose="020B0604030504040204" pitchFamily="50" charset="-128"/>
            </a:endParaRPr>
          </a:p>
        </p:txBody>
      </p:sp>
      <p:sp>
        <p:nvSpPr>
          <p:cNvPr id="62" name="コンテンツ プレースホルダー 4">
            <a:extLst>
              <a:ext uri="{FF2B5EF4-FFF2-40B4-BE49-F238E27FC236}">
                <a16:creationId xmlns:a16="http://schemas.microsoft.com/office/drawing/2014/main" id="{458BFDFC-E807-C95A-60DE-A98D1CB83CF4}"/>
              </a:ext>
            </a:extLst>
          </p:cNvPr>
          <p:cNvSpPr txBox="1">
            <a:spLocks/>
          </p:cNvSpPr>
          <p:nvPr/>
        </p:nvSpPr>
        <p:spPr>
          <a:xfrm>
            <a:off x="934485" y="3813769"/>
            <a:ext cx="1722504" cy="681866"/>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調査員</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調査</a:t>
            </a:r>
            <a:r>
              <a:rPr lang="en-US" altLang="ja-JP" sz="1000">
                <a:latin typeface="Meiryo UI" panose="020B0604030504040204" pitchFamily="50" charset="-128"/>
                <a:ea typeface="Meiryo UI" panose="020B0604030504040204" pitchFamily="50" charset="-128"/>
              </a:rPr>
              <a:t>)</a:t>
            </a:r>
          </a:p>
          <a:p>
            <a:r>
              <a:rPr lang="ja-JP" altLang="en-US" sz="1000">
                <a:latin typeface="Meiryo UI" panose="020B0604030504040204" pitchFamily="50" charset="-128"/>
                <a:ea typeface="Meiryo UI" panose="020B0604030504040204" pitchFamily="50" charset="-128"/>
              </a:rPr>
              <a:t>　委託調査員</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調査</a:t>
            </a:r>
            <a:r>
              <a:rPr lang="en-US" altLang="ja-JP" sz="1000">
                <a:latin typeface="Meiryo UI" panose="020B0604030504040204" pitchFamily="50" charset="-128"/>
                <a:ea typeface="Meiryo UI" panose="020B0604030504040204" pitchFamily="50" charset="-128"/>
              </a:rPr>
              <a:t>)</a:t>
            </a:r>
          </a:p>
          <a:p>
            <a:r>
              <a:rPr lang="ja-JP" altLang="en-US" sz="1000">
                <a:latin typeface="Meiryo UI" panose="020B0604030504040204" pitchFamily="50" charset="-128"/>
                <a:ea typeface="Meiryo UI" panose="020B0604030504040204" pitchFamily="50" charset="-128"/>
              </a:rPr>
              <a:t>　各支店内勤者</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進捗管理</a:t>
            </a:r>
            <a:r>
              <a:rPr lang="en-US" altLang="ja-JP" sz="1000">
                <a:latin typeface="Meiryo UI" panose="020B0604030504040204" pitchFamily="50" charset="-128"/>
                <a:ea typeface="Meiryo UI" panose="020B0604030504040204" pitchFamily="50" charset="-128"/>
              </a:rPr>
              <a:t>)</a:t>
            </a:r>
          </a:p>
          <a:p>
            <a:r>
              <a:rPr lang="ja-JP" altLang="en-US" sz="1000">
                <a:latin typeface="Meiryo UI" panose="020B0604030504040204" pitchFamily="50" charset="-128"/>
                <a:ea typeface="Meiryo UI" panose="020B0604030504040204" pitchFamily="50" charset="-128"/>
              </a:rPr>
              <a:t>　本社業務部門</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進捗管理</a:t>
            </a:r>
            <a:r>
              <a:rPr lang="en-US" altLang="ja-JP" sz="1000">
                <a:latin typeface="Meiryo UI" panose="020B0604030504040204" pitchFamily="50" charset="-128"/>
                <a:ea typeface="Meiryo UI" panose="020B0604030504040204" pitchFamily="50" charset="-128"/>
              </a:rPr>
              <a:t>)</a:t>
            </a:r>
            <a:endParaRPr lang="ja-JP" altLang="en-US" sz="1000">
              <a:latin typeface="Meiryo UI" panose="020B0604030504040204" pitchFamily="50" charset="-128"/>
              <a:ea typeface="Meiryo UI" panose="020B0604030504040204" pitchFamily="50" charset="-128"/>
            </a:endParaRPr>
          </a:p>
        </p:txBody>
      </p:sp>
      <p:sp>
        <p:nvSpPr>
          <p:cNvPr id="63" name="コンテンツ プレースホルダー 4">
            <a:extLst>
              <a:ext uri="{FF2B5EF4-FFF2-40B4-BE49-F238E27FC236}">
                <a16:creationId xmlns:a16="http://schemas.microsoft.com/office/drawing/2014/main" id="{B4161832-92B1-ED92-1BD7-9510D588E5F2}"/>
              </a:ext>
            </a:extLst>
          </p:cNvPr>
          <p:cNvSpPr txBox="1">
            <a:spLocks/>
          </p:cNvSpPr>
          <p:nvPr/>
        </p:nvSpPr>
        <p:spPr>
          <a:xfrm>
            <a:off x="934485" y="6087255"/>
            <a:ext cx="2046700" cy="681866"/>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本社業務部門</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取込結果確認</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エラー対応</a:t>
            </a:r>
            <a:r>
              <a:rPr lang="en-US" altLang="ja-JP" sz="1000">
                <a:latin typeface="Meiryo UI" panose="020B0604030504040204" pitchFamily="50" charset="-128"/>
                <a:ea typeface="Meiryo UI" panose="020B0604030504040204" pitchFamily="50" charset="-128"/>
              </a:rPr>
              <a:t>)</a:t>
            </a:r>
            <a:endParaRPr lang="ja-JP" altLang="en-US" sz="1000">
              <a:latin typeface="Meiryo UI" panose="020B0604030504040204" pitchFamily="50" charset="-128"/>
              <a:ea typeface="Meiryo UI" panose="020B0604030504040204" pitchFamily="50" charset="-128"/>
            </a:endParaRPr>
          </a:p>
        </p:txBody>
      </p:sp>
      <p:sp>
        <p:nvSpPr>
          <p:cNvPr id="64" name="コンテンツ プレースホルダー 4">
            <a:extLst>
              <a:ext uri="{FF2B5EF4-FFF2-40B4-BE49-F238E27FC236}">
                <a16:creationId xmlns:a16="http://schemas.microsoft.com/office/drawing/2014/main" id="{6C33A2A8-3C7F-E77E-52F2-9D501BAEB504}"/>
              </a:ext>
            </a:extLst>
          </p:cNvPr>
          <p:cNvSpPr txBox="1">
            <a:spLocks/>
          </p:cNvSpPr>
          <p:nvPr/>
        </p:nvSpPr>
        <p:spPr>
          <a:xfrm>
            <a:off x="3992387" y="2587814"/>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本社業務部門</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メンテカード配布</a:t>
            </a:r>
            <a:r>
              <a:rPr lang="en-US" altLang="ja-JP" sz="1000">
                <a:latin typeface="Meiryo UI" panose="020B0604030504040204" pitchFamily="50" charset="-128"/>
                <a:ea typeface="Meiryo UI" panose="020B0604030504040204" pitchFamily="50" charset="-128"/>
              </a:rPr>
              <a:t>)</a:t>
            </a:r>
          </a:p>
          <a:p>
            <a:r>
              <a:rPr lang="ja-JP" altLang="en-US" sz="1000">
                <a:latin typeface="Meiryo UI" panose="020B0604030504040204" pitchFamily="50" charset="-128"/>
                <a:ea typeface="Meiryo UI" panose="020B0604030504040204" pitchFamily="50" charset="-128"/>
              </a:rPr>
              <a:t>　</a:t>
            </a:r>
            <a:r>
              <a:rPr lang="en-US" altLang="ja-JP" sz="1000">
                <a:latin typeface="Meiryo UI" panose="020B0604030504040204" pitchFamily="50" charset="-128"/>
                <a:ea typeface="Meiryo UI" panose="020B0604030504040204" pitchFamily="50" charset="-128"/>
              </a:rPr>
              <a:t>TDBBS(</a:t>
            </a:r>
            <a:r>
              <a:rPr lang="ja-JP" altLang="en-US" sz="1000">
                <a:latin typeface="Meiryo UI" panose="020B0604030504040204" pitchFamily="50" charset="-128"/>
                <a:ea typeface="Meiryo UI" panose="020B0604030504040204" pitchFamily="50" charset="-128"/>
              </a:rPr>
              <a:t>メンテカード配布</a:t>
            </a:r>
            <a:r>
              <a:rPr lang="en-US" altLang="ja-JP" sz="1000">
                <a:latin typeface="Meiryo UI" panose="020B0604030504040204" pitchFamily="50" charset="-128"/>
                <a:ea typeface="Meiryo UI" panose="020B0604030504040204" pitchFamily="50" charset="-128"/>
              </a:rPr>
              <a:t>)</a:t>
            </a:r>
          </a:p>
          <a:p>
            <a:endParaRPr lang="ja-JP" altLang="en-US" sz="1000">
              <a:latin typeface="Meiryo UI" panose="020B0604030504040204" pitchFamily="50" charset="-128"/>
              <a:ea typeface="Meiryo UI" panose="020B0604030504040204" pitchFamily="50" charset="-128"/>
            </a:endParaRPr>
          </a:p>
        </p:txBody>
      </p:sp>
      <p:sp>
        <p:nvSpPr>
          <p:cNvPr id="65" name="コンテンツ プレースホルダー 4">
            <a:extLst>
              <a:ext uri="{FF2B5EF4-FFF2-40B4-BE49-F238E27FC236}">
                <a16:creationId xmlns:a16="http://schemas.microsoft.com/office/drawing/2014/main" id="{A46D63DA-09B0-70BF-F329-95D92F5A3405}"/>
              </a:ext>
            </a:extLst>
          </p:cNvPr>
          <p:cNvSpPr txBox="1">
            <a:spLocks/>
          </p:cNvSpPr>
          <p:nvPr/>
        </p:nvSpPr>
        <p:spPr>
          <a:xfrm>
            <a:off x="3992387" y="3613122"/>
            <a:ext cx="1722504" cy="681866"/>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a:t>
            </a:r>
            <a:r>
              <a:rPr lang="en-US" altLang="ja-JP" sz="1000">
                <a:latin typeface="Meiryo UI" panose="020B0604030504040204" pitchFamily="50" charset="-128"/>
                <a:ea typeface="Meiryo UI" panose="020B0604030504040204" pitchFamily="50" charset="-128"/>
              </a:rPr>
              <a:t>TDBBS(</a:t>
            </a:r>
            <a:r>
              <a:rPr lang="ja-JP" altLang="en-US" sz="1000">
                <a:latin typeface="Meiryo UI" panose="020B0604030504040204" pitchFamily="50" charset="-128"/>
                <a:ea typeface="Meiryo UI" panose="020B0604030504040204" pitchFamily="50" charset="-128"/>
              </a:rPr>
              <a:t>調査</a:t>
            </a:r>
            <a:r>
              <a:rPr lang="en-US" altLang="ja-JP" sz="1000">
                <a:latin typeface="Meiryo UI" panose="020B0604030504040204" pitchFamily="50" charset="-128"/>
                <a:ea typeface="Meiryo UI" panose="020B0604030504040204" pitchFamily="50" charset="-128"/>
              </a:rPr>
              <a:t>)</a:t>
            </a:r>
          </a:p>
          <a:p>
            <a:r>
              <a:rPr lang="ja-JP" altLang="en-US" sz="1000">
                <a:latin typeface="Meiryo UI" panose="020B0604030504040204" pitchFamily="50" charset="-128"/>
                <a:ea typeface="Meiryo UI" panose="020B0604030504040204" pitchFamily="50" charset="-128"/>
              </a:rPr>
              <a:t>　本社業務部門</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進捗管理</a:t>
            </a:r>
            <a:r>
              <a:rPr lang="en-US" altLang="ja-JP" sz="1000">
                <a:latin typeface="Meiryo UI" panose="020B0604030504040204" pitchFamily="50" charset="-128"/>
                <a:ea typeface="Meiryo UI" panose="020B0604030504040204" pitchFamily="50" charset="-128"/>
              </a:rPr>
              <a:t>)</a:t>
            </a:r>
            <a:endParaRPr lang="ja-JP" altLang="en-US" sz="1000">
              <a:latin typeface="Meiryo UI" panose="020B0604030504040204" pitchFamily="50" charset="-128"/>
              <a:ea typeface="Meiryo UI" panose="020B0604030504040204" pitchFamily="50" charset="-128"/>
            </a:endParaRPr>
          </a:p>
        </p:txBody>
      </p:sp>
      <p:sp>
        <p:nvSpPr>
          <p:cNvPr id="66" name="コンテンツ プレースホルダー 4">
            <a:extLst>
              <a:ext uri="{FF2B5EF4-FFF2-40B4-BE49-F238E27FC236}">
                <a16:creationId xmlns:a16="http://schemas.microsoft.com/office/drawing/2014/main" id="{D2AE794F-B4E5-BD3E-A3FE-F61BD5C4A48C}"/>
              </a:ext>
            </a:extLst>
          </p:cNvPr>
          <p:cNvSpPr txBox="1">
            <a:spLocks/>
          </p:cNvSpPr>
          <p:nvPr/>
        </p:nvSpPr>
        <p:spPr>
          <a:xfrm>
            <a:off x="3992387" y="5791578"/>
            <a:ext cx="2046700" cy="681866"/>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本社業務部門</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取込結果確認</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エラー対応</a:t>
            </a:r>
            <a:r>
              <a:rPr lang="en-US" altLang="ja-JP" sz="1000">
                <a:latin typeface="Meiryo UI" panose="020B0604030504040204" pitchFamily="50" charset="-128"/>
                <a:ea typeface="Meiryo UI" panose="020B0604030504040204" pitchFamily="50" charset="-128"/>
              </a:rPr>
              <a:t>)</a:t>
            </a:r>
            <a:endParaRPr lang="ja-JP" altLang="en-US" sz="1000">
              <a:latin typeface="Meiryo UI" panose="020B0604030504040204" pitchFamily="50" charset="-128"/>
              <a:ea typeface="Meiryo UI" panose="020B0604030504040204" pitchFamily="50" charset="-128"/>
            </a:endParaRPr>
          </a:p>
        </p:txBody>
      </p:sp>
      <p:sp>
        <p:nvSpPr>
          <p:cNvPr id="67" name="コンテンツ プレースホルダー 4">
            <a:extLst>
              <a:ext uri="{FF2B5EF4-FFF2-40B4-BE49-F238E27FC236}">
                <a16:creationId xmlns:a16="http://schemas.microsoft.com/office/drawing/2014/main" id="{D3581A3D-7FC7-4A2B-BDF2-7765DD5D6231}"/>
              </a:ext>
            </a:extLst>
          </p:cNvPr>
          <p:cNvSpPr txBox="1">
            <a:spLocks/>
          </p:cNvSpPr>
          <p:nvPr/>
        </p:nvSpPr>
        <p:spPr>
          <a:xfrm>
            <a:off x="6895876" y="2708326"/>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本社業務部門</a:t>
            </a:r>
            <a:r>
              <a:rPr lang="en-US" altLang="ja-JP" sz="1000">
                <a:latin typeface="Meiryo UI" panose="020B0604030504040204" pitchFamily="50" charset="-128"/>
                <a:ea typeface="Meiryo UI" panose="020B0604030504040204" pitchFamily="50" charset="-128"/>
              </a:rPr>
              <a:t>(DM</a:t>
            </a:r>
            <a:r>
              <a:rPr lang="ja-JP" altLang="en-US" sz="1000">
                <a:latin typeface="Meiryo UI" panose="020B0604030504040204" pitchFamily="50" charset="-128"/>
                <a:ea typeface="Meiryo UI" panose="020B0604030504040204" pitchFamily="50" charset="-128"/>
              </a:rPr>
              <a:t>送付管理</a:t>
            </a:r>
            <a:r>
              <a:rPr lang="en-US" altLang="ja-JP" sz="1000">
                <a:latin typeface="Meiryo UI" panose="020B0604030504040204" pitchFamily="50" charset="-128"/>
                <a:ea typeface="Meiryo UI" panose="020B0604030504040204" pitchFamily="50" charset="-128"/>
              </a:rPr>
              <a:t>)</a:t>
            </a:r>
          </a:p>
        </p:txBody>
      </p:sp>
      <p:sp>
        <p:nvSpPr>
          <p:cNvPr id="68" name="コンテンツ プレースホルダー 4">
            <a:extLst>
              <a:ext uri="{FF2B5EF4-FFF2-40B4-BE49-F238E27FC236}">
                <a16:creationId xmlns:a16="http://schemas.microsoft.com/office/drawing/2014/main" id="{7E7366D7-BA80-091E-045E-81250447A612}"/>
              </a:ext>
            </a:extLst>
          </p:cNvPr>
          <p:cNvSpPr txBox="1">
            <a:spLocks/>
          </p:cNvSpPr>
          <p:nvPr/>
        </p:nvSpPr>
        <p:spPr>
          <a:xfrm>
            <a:off x="6895876" y="4141329"/>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a:t>
            </a:r>
            <a:endParaRPr lang="en-US" altLang="ja-JP" sz="1000">
              <a:latin typeface="Meiryo UI" panose="020B0604030504040204" pitchFamily="50" charset="-128"/>
              <a:ea typeface="Meiryo UI" panose="020B0604030504040204" pitchFamily="50" charset="-128"/>
            </a:endParaRPr>
          </a:p>
        </p:txBody>
      </p:sp>
      <p:sp>
        <p:nvSpPr>
          <p:cNvPr id="69" name="コンテンツ プレースホルダー 4">
            <a:extLst>
              <a:ext uri="{FF2B5EF4-FFF2-40B4-BE49-F238E27FC236}">
                <a16:creationId xmlns:a16="http://schemas.microsoft.com/office/drawing/2014/main" id="{4E11AA37-FB85-B406-A8E3-E82B8FB83558}"/>
              </a:ext>
            </a:extLst>
          </p:cNvPr>
          <p:cNvSpPr txBox="1">
            <a:spLocks/>
          </p:cNvSpPr>
          <p:nvPr/>
        </p:nvSpPr>
        <p:spPr>
          <a:xfrm>
            <a:off x="6895876" y="5626691"/>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本社業務部門</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取込結果確認</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エラー対応</a:t>
            </a:r>
            <a:r>
              <a:rPr lang="en-US" altLang="ja-JP" sz="1000">
                <a:latin typeface="Meiryo UI" panose="020B0604030504040204" pitchFamily="50" charset="-128"/>
                <a:ea typeface="Meiryo UI" panose="020B0604030504040204" pitchFamily="50" charset="-128"/>
              </a:rPr>
              <a:t>)</a:t>
            </a:r>
            <a:endParaRPr lang="ja-JP" altLang="en-US" sz="1000">
              <a:latin typeface="Meiryo UI" panose="020B0604030504040204" pitchFamily="50" charset="-128"/>
              <a:ea typeface="Meiryo UI" panose="020B0604030504040204" pitchFamily="50" charset="-128"/>
            </a:endParaRPr>
          </a:p>
        </p:txBody>
      </p:sp>
      <p:sp>
        <p:nvSpPr>
          <p:cNvPr id="70" name="コンテンツ プレースホルダー 4">
            <a:extLst>
              <a:ext uri="{FF2B5EF4-FFF2-40B4-BE49-F238E27FC236}">
                <a16:creationId xmlns:a16="http://schemas.microsoft.com/office/drawing/2014/main" id="{1AC68ECE-AA21-46A9-0630-FFA7C7779342}"/>
              </a:ext>
            </a:extLst>
          </p:cNvPr>
          <p:cNvSpPr txBox="1">
            <a:spLocks/>
          </p:cNvSpPr>
          <p:nvPr/>
        </p:nvSpPr>
        <p:spPr>
          <a:xfrm>
            <a:off x="10182554" y="2553693"/>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本社業務部門</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実績集計</a:t>
            </a:r>
            <a:r>
              <a:rPr lang="en-US" altLang="ja-JP" sz="1000">
                <a:latin typeface="Meiryo UI" panose="020B0604030504040204" pitchFamily="50" charset="-128"/>
                <a:ea typeface="Meiryo UI" panose="020B0604030504040204" pitchFamily="50" charset="-128"/>
              </a:rPr>
              <a:t>)</a:t>
            </a:r>
          </a:p>
          <a:p>
            <a:r>
              <a:rPr lang="ja-JP" altLang="en-US" sz="1000">
                <a:latin typeface="Meiryo UI" panose="020B0604030504040204" pitchFamily="50" charset="-128"/>
                <a:ea typeface="Meiryo UI" panose="020B0604030504040204" pitchFamily="50" charset="-128"/>
              </a:rPr>
              <a:t>　</a:t>
            </a:r>
            <a:r>
              <a:rPr lang="en-US" altLang="ja-JP" sz="1000">
                <a:latin typeface="Meiryo UI" panose="020B0604030504040204" pitchFamily="50" charset="-128"/>
                <a:ea typeface="Meiryo UI" panose="020B0604030504040204" pitchFamily="50" charset="-128"/>
              </a:rPr>
              <a:t>TDBBS(</a:t>
            </a:r>
            <a:r>
              <a:rPr lang="ja-JP" altLang="en-US" sz="1000">
                <a:latin typeface="Meiryo UI" panose="020B0604030504040204" pitchFamily="50" charset="-128"/>
                <a:ea typeface="Meiryo UI" panose="020B0604030504040204" pitchFamily="50" charset="-128"/>
              </a:rPr>
              <a:t>実績集計</a:t>
            </a:r>
            <a:r>
              <a:rPr lang="en-US" altLang="ja-JP" sz="1000">
                <a:latin typeface="Meiryo UI" panose="020B0604030504040204" pitchFamily="50" charset="-128"/>
                <a:ea typeface="Meiryo UI" panose="020B0604030504040204" pitchFamily="50" charset="-128"/>
              </a:rPr>
              <a:t>)</a:t>
            </a:r>
          </a:p>
        </p:txBody>
      </p:sp>
      <p:sp>
        <p:nvSpPr>
          <p:cNvPr id="71" name="コンテンツ プレースホルダー 4">
            <a:extLst>
              <a:ext uri="{FF2B5EF4-FFF2-40B4-BE49-F238E27FC236}">
                <a16:creationId xmlns:a16="http://schemas.microsoft.com/office/drawing/2014/main" id="{25F6E584-09F9-D3F0-03BF-4AE7A0ADA3C0}"/>
              </a:ext>
            </a:extLst>
          </p:cNvPr>
          <p:cNvSpPr txBox="1">
            <a:spLocks/>
          </p:cNvSpPr>
          <p:nvPr/>
        </p:nvSpPr>
        <p:spPr>
          <a:xfrm>
            <a:off x="10111706" y="4120567"/>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本社業務部門</a:t>
            </a:r>
            <a:r>
              <a:rPr lang="en-US" altLang="ja-JP" sz="1000">
                <a:latin typeface="Meiryo UI" panose="020B0604030504040204" pitchFamily="50" charset="-128"/>
                <a:ea typeface="Meiryo UI" panose="020B0604030504040204" pitchFamily="50" charset="-128"/>
              </a:rPr>
              <a:t>(</a:t>
            </a:r>
            <a:r>
              <a:rPr lang="ja-JP" altLang="en-US" sz="1000">
                <a:latin typeface="Meiryo UI" panose="020B0604030504040204" pitchFamily="50" charset="-128"/>
                <a:ea typeface="Meiryo UI" panose="020B0604030504040204" pitchFamily="50" charset="-128"/>
              </a:rPr>
              <a:t>清算・発注</a:t>
            </a:r>
            <a:r>
              <a:rPr lang="en-US" altLang="ja-JP" sz="1000">
                <a:latin typeface="Meiryo UI" panose="020B0604030504040204" pitchFamily="50" charset="-128"/>
                <a:ea typeface="Meiryo UI" panose="020B0604030504040204" pitchFamily="50" charset="-128"/>
              </a:rPr>
              <a:t>)</a:t>
            </a:r>
          </a:p>
        </p:txBody>
      </p:sp>
      <p:sp>
        <p:nvSpPr>
          <p:cNvPr id="72" name="正方形/長方形 71">
            <a:extLst>
              <a:ext uri="{FF2B5EF4-FFF2-40B4-BE49-F238E27FC236}">
                <a16:creationId xmlns:a16="http://schemas.microsoft.com/office/drawing/2014/main" id="{62DF89E5-564D-2FE2-813C-43C539633607}"/>
              </a:ext>
            </a:extLst>
          </p:cNvPr>
          <p:cNvSpPr/>
          <p:nvPr/>
        </p:nvSpPr>
        <p:spPr bwMode="auto">
          <a:xfrm>
            <a:off x="574910" y="4612874"/>
            <a:ext cx="1790727"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メンテカード回収・パンチ</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73" name="矢印: 下 72">
            <a:extLst>
              <a:ext uri="{FF2B5EF4-FFF2-40B4-BE49-F238E27FC236}">
                <a16:creationId xmlns:a16="http://schemas.microsoft.com/office/drawing/2014/main" id="{67783261-A851-4E91-C6DA-4CAE14E15E0A}"/>
              </a:ext>
            </a:extLst>
          </p:cNvPr>
          <p:cNvSpPr/>
          <p:nvPr/>
        </p:nvSpPr>
        <p:spPr bwMode="auto">
          <a:xfrm>
            <a:off x="680748" y="5040706"/>
            <a:ext cx="244662" cy="564232"/>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4" name="コンテンツ プレースホルダー 4">
            <a:extLst>
              <a:ext uri="{FF2B5EF4-FFF2-40B4-BE49-F238E27FC236}">
                <a16:creationId xmlns:a16="http://schemas.microsoft.com/office/drawing/2014/main" id="{B578A7F5-3755-EADF-0D8D-36E6E6B4AB5E}"/>
              </a:ext>
            </a:extLst>
          </p:cNvPr>
          <p:cNvSpPr txBox="1">
            <a:spLocks/>
          </p:cNvSpPr>
          <p:nvPr/>
        </p:nvSpPr>
        <p:spPr>
          <a:xfrm>
            <a:off x="934485" y="5095085"/>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　　？？？</a:t>
            </a:r>
            <a:endParaRPr lang="en-US" altLang="ja-JP" sz="1000">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FC453D04-BA47-2810-EBE8-A7FCF73DDDE3}"/>
              </a:ext>
            </a:extLst>
          </p:cNvPr>
          <p:cNvSpPr/>
          <p:nvPr/>
        </p:nvSpPr>
        <p:spPr bwMode="auto">
          <a:xfrm>
            <a:off x="3606065" y="4254037"/>
            <a:ext cx="1790727" cy="419085"/>
          </a:xfrm>
          <a:prstGeom prst="rect">
            <a:avLst/>
          </a:prstGeom>
          <a:solidFill>
            <a:schemeClr val="accent1">
              <a:lumMod val="20000"/>
              <a:lumOff val="80000"/>
            </a:schemeClr>
          </a:solidFill>
          <a:ln w="9525">
            <a:no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メンテカード回収・パンチ</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76" name="矢印: 下 75">
            <a:extLst>
              <a:ext uri="{FF2B5EF4-FFF2-40B4-BE49-F238E27FC236}">
                <a16:creationId xmlns:a16="http://schemas.microsoft.com/office/drawing/2014/main" id="{B772BD98-0B79-139E-F0BB-70A3CDB149E2}"/>
              </a:ext>
            </a:extLst>
          </p:cNvPr>
          <p:cNvSpPr/>
          <p:nvPr/>
        </p:nvSpPr>
        <p:spPr bwMode="auto">
          <a:xfrm>
            <a:off x="3723781" y="4681869"/>
            <a:ext cx="244662" cy="564232"/>
          </a:xfrm>
          <a:prstGeom prst="downArrow">
            <a:avLst/>
          </a:prstGeom>
          <a:solidFill>
            <a:schemeClr val="bg1">
              <a:lumMod val="75000"/>
            </a:schemeClr>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7" name="コンテンツ プレースホルダー 4">
            <a:extLst>
              <a:ext uri="{FF2B5EF4-FFF2-40B4-BE49-F238E27FC236}">
                <a16:creationId xmlns:a16="http://schemas.microsoft.com/office/drawing/2014/main" id="{B86B132A-2FEF-48BB-17B3-13A6E10411C2}"/>
              </a:ext>
            </a:extLst>
          </p:cNvPr>
          <p:cNvSpPr txBox="1">
            <a:spLocks/>
          </p:cNvSpPr>
          <p:nvPr/>
        </p:nvSpPr>
        <p:spPr>
          <a:xfrm>
            <a:off x="3992387" y="4701531"/>
            <a:ext cx="2048846" cy="609605"/>
          </a:xfrm>
          <a:prstGeom prst="rect">
            <a:avLst/>
          </a:prstGeom>
        </p:spPr>
        <p:txBody>
          <a:bodyPr tIns="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lang="ja-JP" altLang="en-US" sz="1000">
                <a:latin typeface="Meiryo UI" panose="020B0604030504040204" pitchFamily="50" charset="-128"/>
                <a:ea typeface="Meiryo UI" panose="020B0604030504040204" pitchFamily="50" charset="-128"/>
              </a:rPr>
              <a:t>■ヒアリング対象</a:t>
            </a:r>
            <a:endParaRPr lang="en-US" altLang="ja-JP" sz="1000">
              <a:latin typeface="Meiryo UI" panose="020B0604030504040204" pitchFamily="50" charset="-128"/>
              <a:ea typeface="Meiryo UI" panose="020B0604030504040204" pitchFamily="50" charset="-128"/>
            </a:endParaRPr>
          </a:p>
          <a:p>
            <a:r>
              <a:rPr lang="ja-JP" altLang="en-US" sz="1000">
                <a:latin typeface="Meiryo UI" panose="020B0604030504040204" pitchFamily="50" charset="-128"/>
                <a:ea typeface="Meiryo UI" panose="020B0604030504040204" pitchFamily="50" charset="-128"/>
              </a:rPr>
              <a:t>？？？</a:t>
            </a:r>
            <a:endParaRPr lang="en-US" altLang="ja-JP" sz="1000">
              <a:latin typeface="Meiryo UI" panose="020B0604030504040204" pitchFamily="50" charset="-128"/>
              <a:ea typeface="Meiryo UI" panose="020B0604030504040204" pitchFamily="50" charset="-128"/>
            </a:endParaRPr>
          </a:p>
        </p:txBody>
      </p:sp>
      <p:sp>
        <p:nvSpPr>
          <p:cNvPr id="3" name="吹き出し: 円形 2">
            <a:extLst>
              <a:ext uri="{FF2B5EF4-FFF2-40B4-BE49-F238E27FC236}">
                <a16:creationId xmlns:a16="http://schemas.microsoft.com/office/drawing/2014/main" id="{FBB66B96-C429-93D1-409E-4B7A0F73769B}"/>
              </a:ext>
            </a:extLst>
          </p:cNvPr>
          <p:cNvSpPr/>
          <p:nvPr/>
        </p:nvSpPr>
        <p:spPr bwMode="auto">
          <a:xfrm>
            <a:off x="9303653" y="5018372"/>
            <a:ext cx="2555971" cy="764536"/>
          </a:xfrm>
          <a:prstGeom prst="wedgeEllipseCallout">
            <a:avLst>
              <a:gd name="adj1" fmla="val -965"/>
              <a:gd name="adj2" fmla="val -81674"/>
            </a:avLst>
          </a:prstGeom>
          <a:solidFill>
            <a:srgbClr val="FDEADA"/>
          </a:solidFill>
          <a:ln w="9525">
            <a:solidFill>
              <a:schemeClr val="accent6"/>
            </a:solidFill>
            <a:miter lim="800000"/>
            <a:headEnd/>
            <a:tailEnd/>
          </a:ln>
          <a:effectLst/>
        </p:spPr>
        <p:txBody>
          <a:bodyPr wrap="none" rtlCol="0" anchor="ctr" anchorCtr="0">
            <a:noAutofit/>
          </a:bodyPr>
          <a:lstStyle/>
          <a:p>
            <a:pPr algn="ctr"/>
            <a:r>
              <a:rPr lang="ja-JP" altLang="en-US" sz="900">
                <a:solidFill>
                  <a:schemeClr val="tx1"/>
                </a:solidFill>
                <a:latin typeface="Meiryo UI" panose="020B0604030504040204" pitchFamily="50" charset="-128"/>
                <a:ea typeface="Meiryo UI" panose="020B0604030504040204" pitchFamily="50" charset="-128"/>
              </a:rPr>
              <a:t>その他管理業務については</a:t>
            </a:r>
            <a:endParaRPr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他にもあるのではないかと考えており</a:t>
            </a:r>
            <a:endParaRPr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ヒアリングさせてください。</a:t>
            </a:r>
          </a:p>
        </p:txBody>
      </p:sp>
      <p:sp>
        <p:nvSpPr>
          <p:cNvPr id="7" name="タイトル 5">
            <a:extLst>
              <a:ext uri="{FF2B5EF4-FFF2-40B4-BE49-F238E27FC236}">
                <a16:creationId xmlns:a16="http://schemas.microsoft.com/office/drawing/2014/main" id="{1D64AF90-524C-236F-0D29-D313CEB66EBA}"/>
              </a:ext>
            </a:extLst>
          </p:cNvPr>
          <p:cNvSpPr txBox="1">
            <a:spLocks/>
          </p:cNvSpPr>
          <p:nvPr/>
        </p:nvSpPr>
        <p:spPr>
          <a:xfrm>
            <a:off x="129021" y="201369"/>
            <a:ext cx="11328400"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刷新について</a:t>
            </a:r>
            <a:r>
              <a:rPr lang="en-US" altLang="ja-JP" kern="0">
                <a:latin typeface="Meiryo UI" panose="020B0604030504040204" pitchFamily="50" charset="-128"/>
                <a:ea typeface="Meiryo UI" panose="020B0604030504040204" pitchFamily="50" charset="-128"/>
              </a:rPr>
              <a:t>】 </a:t>
            </a:r>
            <a:r>
              <a:rPr lang="ja-JP" altLang="en-US" kern="0">
                <a:latin typeface="Meiryo UI" panose="020B0604030504040204" pitchFamily="50" charset="-128"/>
                <a:ea typeface="Meiryo UI" panose="020B0604030504040204" pitchFamily="50" charset="-128"/>
              </a:rPr>
              <a:t>提案①</a:t>
            </a:r>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業務課題改善業務ヒアリング進め方案</a:t>
            </a:r>
            <a:endParaRPr lang="en-US" altLang="ja-JP" kern="0">
              <a:latin typeface="Meiryo UI" panose="020B0604030504040204" pitchFamily="50" charset="-128"/>
              <a:ea typeface="Meiryo UI" panose="020B0604030504040204" pitchFamily="50" charset="-128"/>
            </a:endParaRPr>
          </a:p>
          <a:p>
            <a:r>
              <a:rPr lang="en-US" altLang="ja-JP" kern="0">
                <a:latin typeface="Meiryo UI" panose="020B0604030504040204" pitchFamily="50" charset="-128"/>
                <a:ea typeface="Meiryo UI" panose="020B0604030504040204" pitchFamily="50" charset="-128"/>
              </a:rPr>
              <a:t>【</a:t>
            </a:r>
            <a:r>
              <a:rPr lang="ja-JP" altLang="en-US" b="1">
                <a:latin typeface="Meiryo UI" panose="020B0604030504040204" pitchFamily="50" charset="-128"/>
                <a:ea typeface="Meiryo UI" panose="020B0604030504040204" pitchFamily="50" charset="-128"/>
              </a:rPr>
              <a:t>スコープ・制約事項</a:t>
            </a:r>
            <a:r>
              <a:rPr lang="en-US" altLang="ja-JP" b="1" kern="0">
                <a:latin typeface="Meiryo UI" panose="020B0604030504040204" pitchFamily="50" charset="-128"/>
                <a:ea typeface="Meiryo UI" panose="020B0604030504040204" pitchFamily="50" charset="-128"/>
              </a:rPr>
              <a:t>】</a:t>
            </a:r>
            <a:endParaRPr lang="ja-JP" altLang="en-US" b="1" kern="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58117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F7C56-531F-C77B-8B22-D49A02ACBAC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FDEE95B-7E0A-E03F-61C7-14665FA8085A}"/>
              </a:ext>
            </a:extLst>
          </p:cNvPr>
          <p:cNvSpPr>
            <a:spLocks noGrp="1"/>
          </p:cNvSpPr>
          <p:nvPr>
            <p:ph type="sldNum" sz="quarter" idx="10"/>
          </p:nvPr>
        </p:nvSpPr>
        <p:spPr/>
        <p:txBody>
          <a:bodyPr/>
          <a:lstStyle/>
          <a:p>
            <a:pPr>
              <a:defRPr/>
            </a:pPr>
            <a:fld id="{B69A64E9-DEE1-40B5-88E8-A6C3DD001D0B}" type="slidenum">
              <a:rPr lang="en-US" altLang="ja-JP" smtClean="0"/>
              <a:pPr>
                <a:defRPr/>
              </a:pPr>
              <a:t>10</a:t>
            </a:fld>
            <a:endParaRPr lang="en-US" altLang="ja-JP"/>
          </a:p>
        </p:txBody>
      </p:sp>
      <p:sp>
        <p:nvSpPr>
          <p:cNvPr id="5" name="コンテンツ プレースホルダー 4">
            <a:extLst>
              <a:ext uri="{FF2B5EF4-FFF2-40B4-BE49-F238E27FC236}">
                <a16:creationId xmlns:a16="http://schemas.microsoft.com/office/drawing/2014/main" id="{93EA7EB9-B6E7-231F-E985-2E6C54859C26}"/>
              </a:ext>
            </a:extLst>
          </p:cNvPr>
          <p:cNvSpPr>
            <a:spLocks noGrp="1"/>
          </p:cNvSpPr>
          <p:nvPr>
            <p:ph sz="half" idx="1"/>
          </p:nvPr>
        </p:nvSpPr>
        <p:spPr/>
        <p:txBody>
          <a:bodyPr/>
          <a:lstStyle/>
          <a:p>
            <a:r>
              <a:rPr lang="ja-JP" altLang="en-US">
                <a:latin typeface="Meiryo UI" panose="020B0604030504040204" pitchFamily="50" charset="-128"/>
                <a:ea typeface="Meiryo UI" panose="020B0604030504040204" pitchFamily="50" charset="-128"/>
              </a:rPr>
              <a:t>進め方のイメージは以下となります。</a:t>
            </a:r>
            <a:endParaRPr kumimoji="1" lang="ja-JP" altLang="en-US">
              <a:latin typeface="Meiryo UI" panose="020B0604030504040204" pitchFamily="50" charset="-128"/>
              <a:ea typeface="Meiryo UI" panose="020B0604030504040204" pitchFamily="50" charset="-128"/>
            </a:endParaRPr>
          </a:p>
        </p:txBody>
      </p:sp>
      <p:sp>
        <p:nvSpPr>
          <p:cNvPr id="4" name="矢印: 五方向 3">
            <a:extLst>
              <a:ext uri="{FF2B5EF4-FFF2-40B4-BE49-F238E27FC236}">
                <a16:creationId xmlns:a16="http://schemas.microsoft.com/office/drawing/2014/main" id="{97404BA8-F0F9-F990-DAC5-C094D9D10F63}"/>
              </a:ext>
            </a:extLst>
          </p:cNvPr>
          <p:cNvSpPr/>
          <p:nvPr/>
        </p:nvSpPr>
        <p:spPr bwMode="auto">
          <a:xfrm>
            <a:off x="1577710" y="1637536"/>
            <a:ext cx="2012212" cy="360001"/>
          </a:xfrm>
          <a:prstGeom prst="homePlate">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400" b="1">
                <a:solidFill>
                  <a:schemeClr val="bg1"/>
                </a:solidFill>
                <a:latin typeface="Meiryo UI" panose="020B0604030504040204" pitchFamily="50" charset="-128"/>
                <a:ea typeface="Meiryo UI" panose="020B0604030504040204" pitchFamily="50" charset="-128"/>
              </a:rPr>
              <a:t>インプット資料収集</a:t>
            </a:r>
          </a:p>
        </p:txBody>
      </p:sp>
      <p:sp>
        <p:nvSpPr>
          <p:cNvPr id="7" name="矢印: 五方向 6">
            <a:extLst>
              <a:ext uri="{FF2B5EF4-FFF2-40B4-BE49-F238E27FC236}">
                <a16:creationId xmlns:a16="http://schemas.microsoft.com/office/drawing/2014/main" id="{13A15553-6067-9FE0-BA3A-6E236DBAA728}"/>
              </a:ext>
            </a:extLst>
          </p:cNvPr>
          <p:cNvSpPr/>
          <p:nvPr/>
        </p:nvSpPr>
        <p:spPr bwMode="auto">
          <a:xfrm>
            <a:off x="3629482" y="1637536"/>
            <a:ext cx="2012212" cy="360001"/>
          </a:xfrm>
          <a:prstGeom prst="homePlate">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en-US" altLang="ja-JP" sz="1400" b="1" err="1">
                <a:solidFill>
                  <a:schemeClr val="bg1"/>
                </a:solidFill>
                <a:latin typeface="Meiryo UI" panose="020B0604030504040204" pitchFamily="50" charset="-128"/>
                <a:ea typeface="Meiryo UI" panose="020B0604030504040204" pitchFamily="50" charset="-128"/>
              </a:rPr>
              <a:t>asis</a:t>
            </a:r>
            <a:r>
              <a:rPr lang="ja-JP" altLang="en-US" sz="1400" b="1">
                <a:solidFill>
                  <a:schemeClr val="bg1"/>
                </a:solidFill>
                <a:latin typeface="Meiryo UI" panose="020B0604030504040204" pitchFamily="50" charset="-128"/>
                <a:ea typeface="Meiryo UI" panose="020B0604030504040204" pitchFamily="50" charset="-128"/>
              </a:rPr>
              <a:t>業務フロー策定</a:t>
            </a:r>
          </a:p>
        </p:txBody>
      </p:sp>
      <p:sp>
        <p:nvSpPr>
          <p:cNvPr id="8" name="矢印: 五方向 7">
            <a:extLst>
              <a:ext uri="{FF2B5EF4-FFF2-40B4-BE49-F238E27FC236}">
                <a16:creationId xmlns:a16="http://schemas.microsoft.com/office/drawing/2014/main" id="{53BF3F69-9856-D1CD-BAF0-4C37220D57E2}"/>
              </a:ext>
            </a:extLst>
          </p:cNvPr>
          <p:cNvSpPr/>
          <p:nvPr/>
        </p:nvSpPr>
        <p:spPr bwMode="auto">
          <a:xfrm>
            <a:off x="5681254" y="1637536"/>
            <a:ext cx="2012212" cy="360001"/>
          </a:xfrm>
          <a:prstGeom prst="homePlate">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400" b="1">
                <a:solidFill>
                  <a:schemeClr val="bg1"/>
                </a:solidFill>
                <a:latin typeface="Meiryo UI" panose="020B0604030504040204" pitchFamily="50" charset="-128"/>
                <a:ea typeface="Meiryo UI" panose="020B0604030504040204" pitchFamily="50" charset="-128"/>
              </a:rPr>
              <a:t>ヒアリング設計</a:t>
            </a:r>
          </a:p>
        </p:txBody>
      </p:sp>
      <p:sp>
        <p:nvSpPr>
          <p:cNvPr id="9" name="矢印: 五方向 8">
            <a:extLst>
              <a:ext uri="{FF2B5EF4-FFF2-40B4-BE49-F238E27FC236}">
                <a16:creationId xmlns:a16="http://schemas.microsoft.com/office/drawing/2014/main" id="{29E935CE-8043-2A1D-395E-616D34DA3BDC}"/>
              </a:ext>
            </a:extLst>
          </p:cNvPr>
          <p:cNvSpPr/>
          <p:nvPr/>
        </p:nvSpPr>
        <p:spPr bwMode="auto">
          <a:xfrm>
            <a:off x="7733026" y="1637536"/>
            <a:ext cx="2012212" cy="360001"/>
          </a:xfrm>
          <a:prstGeom prst="homePlate">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400" b="1">
                <a:solidFill>
                  <a:schemeClr val="bg1"/>
                </a:solidFill>
                <a:latin typeface="Meiryo UI" panose="020B0604030504040204" pitchFamily="50" charset="-128"/>
                <a:ea typeface="Meiryo UI" panose="020B0604030504040204" pitchFamily="50" charset="-128"/>
              </a:rPr>
              <a:t>ヒアリング実施</a:t>
            </a:r>
          </a:p>
        </p:txBody>
      </p:sp>
      <p:sp>
        <p:nvSpPr>
          <p:cNvPr id="11" name="矢印: 五方向 10">
            <a:extLst>
              <a:ext uri="{FF2B5EF4-FFF2-40B4-BE49-F238E27FC236}">
                <a16:creationId xmlns:a16="http://schemas.microsoft.com/office/drawing/2014/main" id="{4EA9938C-760B-89DC-D981-1605E2E4C056}"/>
              </a:ext>
            </a:extLst>
          </p:cNvPr>
          <p:cNvSpPr/>
          <p:nvPr/>
        </p:nvSpPr>
        <p:spPr bwMode="auto">
          <a:xfrm>
            <a:off x="9784799" y="1637536"/>
            <a:ext cx="2012212" cy="360001"/>
          </a:xfrm>
          <a:prstGeom prst="homePlate">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en-US" altLang="ja-JP" sz="1400" b="1" err="1">
                <a:solidFill>
                  <a:schemeClr val="bg1"/>
                </a:solidFill>
                <a:latin typeface="Meiryo UI" panose="020B0604030504040204" pitchFamily="50" charset="-128"/>
                <a:ea typeface="Meiryo UI" panose="020B0604030504040204" pitchFamily="50" charset="-128"/>
              </a:rPr>
              <a:t>tobe</a:t>
            </a:r>
            <a:r>
              <a:rPr lang="ja-JP" altLang="en-US" sz="1400" b="1">
                <a:solidFill>
                  <a:schemeClr val="bg1"/>
                </a:solidFill>
                <a:latin typeface="Meiryo UI" panose="020B0604030504040204" pitchFamily="50" charset="-128"/>
                <a:ea typeface="Meiryo UI" panose="020B0604030504040204" pitchFamily="50" charset="-128"/>
              </a:rPr>
              <a:t>業務フロー策定</a:t>
            </a:r>
          </a:p>
        </p:txBody>
      </p:sp>
      <p:sp>
        <p:nvSpPr>
          <p:cNvPr id="18" name="矢印: 五方向 17">
            <a:extLst>
              <a:ext uri="{FF2B5EF4-FFF2-40B4-BE49-F238E27FC236}">
                <a16:creationId xmlns:a16="http://schemas.microsoft.com/office/drawing/2014/main" id="{C142BC6D-0DD0-E429-0026-6D8A0FE17C7F}"/>
              </a:ext>
            </a:extLst>
          </p:cNvPr>
          <p:cNvSpPr/>
          <p:nvPr/>
        </p:nvSpPr>
        <p:spPr bwMode="auto">
          <a:xfrm>
            <a:off x="1577710" y="2087431"/>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kumimoji="1" lang="en-US" altLang="ja-JP" sz="12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200">
                <a:solidFill>
                  <a:schemeClr val="tx1">
                    <a:lumMod val="75000"/>
                    <a:lumOff val="25000"/>
                  </a:schemeClr>
                </a:solidFill>
                <a:latin typeface="Meiryo UI" panose="020B0604030504040204" pitchFamily="50" charset="-128"/>
                <a:ea typeface="Meiryo UI" panose="020B0604030504040204" pitchFamily="50" charset="-128"/>
              </a:rPr>
              <a:t>周辺業務の理解</a:t>
            </a:r>
            <a:endParaRPr kumimoji="1"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asis</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業務フロー作成</a:t>
            </a:r>
            <a:endParaRPr kumimoji="1" lang="ja-JP" altLang="en-US"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矢印: 五方向 34">
            <a:extLst>
              <a:ext uri="{FF2B5EF4-FFF2-40B4-BE49-F238E27FC236}">
                <a16:creationId xmlns:a16="http://schemas.microsoft.com/office/drawing/2014/main" id="{636D2385-2930-3F3D-758D-1010DF95C3A5}"/>
              </a:ext>
            </a:extLst>
          </p:cNvPr>
          <p:cNvSpPr/>
          <p:nvPr/>
        </p:nvSpPr>
        <p:spPr bwMode="auto">
          <a:xfrm>
            <a:off x="3630014" y="2087431"/>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周辺業務のすり合わせ</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tobe</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業務含めたシステム</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構築のための</a:t>
            </a: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asis</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フロー定義</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矢印: 五方向 36">
            <a:extLst>
              <a:ext uri="{FF2B5EF4-FFF2-40B4-BE49-F238E27FC236}">
                <a16:creationId xmlns:a16="http://schemas.microsoft.com/office/drawing/2014/main" id="{38BB13C3-A232-59F1-C3DD-BAF72AAB5927}"/>
              </a:ext>
            </a:extLst>
          </p:cNvPr>
          <p:cNvSpPr/>
          <p:nvPr/>
        </p:nvSpPr>
        <p:spPr bwMode="auto">
          <a:xfrm>
            <a:off x="5682317" y="2087431"/>
            <a:ext cx="4062389"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現場業務の実態把握</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lang="en-US" altLang="ja-JP" sz="9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900" err="1">
                <a:solidFill>
                  <a:schemeClr val="tx1">
                    <a:lumMod val="75000"/>
                    <a:lumOff val="25000"/>
                  </a:schemeClr>
                </a:solidFill>
                <a:latin typeface="Meiryo UI" panose="020B0604030504040204" pitchFamily="50" charset="-128"/>
                <a:ea typeface="Meiryo UI" panose="020B0604030504040204" pitchFamily="50" charset="-128"/>
              </a:rPr>
              <a:t>asis</a:t>
            </a:r>
            <a:r>
              <a:rPr lang="ja-JP" altLang="en-US" sz="900">
                <a:solidFill>
                  <a:schemeClr val="tx1">
                    <a:lumMod val="75000"/>
                    <a:lumOff val="25000"/>
                  </a:schemeClr>
                </a:solidFill>
                <a:latin typeface="Meiryo UI" panose="020B0604030504040204" pitchFamily="50" charset="-128"/>
                <a:ea typeface="Meiryo UI" panose="020B0604030504040204" pitchFamily="50" charset="-128"/>
              </a:rPr>
              <a:t>業務フロー図の不明点など確認</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システムの問題</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課題把握</a:t>
            </a:r>
          </a:p>
        </p:txBody>
      </p:sp>
      <p:sp>
        <p:nvSpPr>
          <p:cNvPr id="41" name="矢印: 五方向 40">
            <a:extLst>
              <a:ext uri="{FF2B5EF4-FFF2-40B4-BE49-F238E27FC236}">
                <a16:creationId xmlns:a16="http://schemas.microsoft.com/office/drawing/2014/main" id="{25E9367C-794C-5113-38CB-166A7E258BF4}"/>
              </a:ext>
            </a:extLst>
          </p:cNvPr>
          <p:cNvSpPr/>
          <p:nvPr/>
        </p:nvSpPr>
        <p:spPr bwMode="auto">
          <a:xfrm>
            <a:off x="9786926" y="2087431"/>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asis</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の</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業務の課題解決の内容のすり合わせ</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tobe</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の</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システム構築の</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ための業務フロー定義</a:t>
            </a:r>
          </a:p>
        </p:txBody>
      </p:sp>
      <p:sp>
        <p:nvSpPr>
          <p:cNvPr id="57" name="矢印: 五方向 56">
            <a:extLst>
              <a:ext uri="{FF2B5EF4-FFF2-40B4-BE49-F238E27FC236}">
                <a16:creationId xmlns:a16="http://schemas.microsoft.com/office/drawing/2014/main" id="{41508F74-8172-4ADB-1D99-22DB96F4AFAC}"/>
              </a:ext>
            </a:extLst>
          </p:cNvPr>
          <p:cNvSpPr/>
          <p:nvPr/>
        </p:nvSpPr>
        <p:spPr bwMode="auto">
          <a:xfrm>
            <a:off x="1577710" y="3174817"/>
            <a:ext cx="2011680" cy="1237428"/>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運用マニュアルなど、現場の業務に関する資料の収集</a:t>
            </a:r>
          </a:p>
        </p:txBody>
      </p:sp>
      <p:sp>
        <p:nvSpPr>
          <p:cNvPr id="58" name="矢印: 五方向 57">
            <a:extLst>
              <a:ext uri="{FF2B5EF4-FFF2-40B4-BE49-F238E27FC236}">
                <a16:creationId xmlns:a16="http://schemas.microsoft.com/office/drawing/2014/main" id="{A2E19E53-8149-2152-F4A8-87117FA1A39C}"/>
              </a:ext>
            </a:extLst>
          </p:cNvPr>
          <p:cNvSpPr/>
          <p:nvPr/>
        </p:nvSpPr>
        <p:spPr bwMode="auto">
          <a:xfrm>
            <a:off x="3630014" y="3174817"/>
            <a:ext cx="2011680" cy="1237428"/>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asis</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業務フロー図作成</a:t>
            </a:r>
          </a:p>
        </p:txBody>
      </p:sp>
      <p:sp>
        <p:nvSpPr>
          <p:cNvPr id="59" name="矢印: 五方向 58">
            <a:extLst>
              <a:ext uri="{FF2B5EF4-FFF2-40B4-BE49-F238E27FC236}">
                <a16:creationId xmlns:a16="http://schemas.microsoft.com/office/drawing/2014/main" id="{8DBE8EAF-1972-F101-6AA1-FFD4E28F1DBD}"/>
              </a:ext>
            </a:extLst>
          </p:cNvPr>
          <p:cNvSpPr/>
          <p:nvPr/>
        </p:nvSpPr>
        <p:spPr bwMode="auto">
          <a:xfrm>
            <a:off x="5682318" y="3174817"/>
            <a:ext cx="2011680" cy="1237428"/>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marR="0" lvl="0" indent="-87313"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ヒアリング計画の策定</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kumimoji="1" lang="en-US" altLang="ja-JP" sz="9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t>目的・対象者・時期など</a:t>
            </a:r>
            <a:endParaRPr kumimoji="1" lang="en-US" altLang="ja-JP" sz="105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endParaRPr>
          </a:p>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ヒアリング内容の作成</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0" name="矢印: 五方向 59">
            <a:extLst>
              <a:ext uri="{FF2B5EF4-FFF2-40B4-BE49-F238E27FC236}">
                <a16:creationId xmlns:a16="http://schemas.microsoft.com/office/drawing/2014/main" id="{5D798226-EC50-A07C-C265-20691F26D416}"/>
              </a:ext>
            </a:extLst>
          </p:cNvPr>
          <p:cNvSpPr/>
          <p:nvPr/>
        </p:nvSpPr>
        <p:spPr bwMode="auto">
          <a:xfrm>
            <a:off x="7734622" y="3174817"/>
            <a:ext cx="2011680" cy="1237428"/>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現場担当にヒアリング実施</a:t>
            </a:r>
          </a:p>
        </p:txBody>
      </p:sp>
      <p:sp>
        <p:nvSpPr>
          <p:cNvPr id="61" name="矢印: 五方向 60">
            <a:extLst>
              <a:ext uri="{FF2B5EF4-FFF2-40B4-BE49-F238E27FC236}">
                <a16:creationId xmlns:a16="http://schemas.microsoft.com/office/drawing/2014/main" id="{70A6EDE1-B20D-60E2-EEA7-4122A4FC48D0}"/>
              </a:ext>
            </a:extLst>
          </p:cNvPr>
          <p:cNvSpPr/>
          <p:nvPr/>
        </p:nvSpPr>
        <p:spPr bwMode="auto">
          <a:xfrm>
            <a:off x="9786926" y="3174817"/>
            <a:ext cx="2011680" cy="1237428"/>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tobe</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業務フロー図作成</a:t>
            </a:r>
          </a:p>
        </p:txBody>
      </p:sp>
      <p:sp>
        <p:nvSpPr>
          <p:cNvPr id="64" name="矢印: 五方向 63">
            <a:extLst>
              <a:ext uri="{FF2B5EF4-FFF2-40B4-BE49-F238E27FC236}">
                <a16:creationId xmlns:a16="http://schemas.microsoft.com/office/drawing/2014/main" id="{1C9463BD-0840-DEC9-B8DD-31259E24BDDC}"/>
              </a:ext>
            </a:extLst>
          </p:cNvPr>
          <p:cNvSpPr/>
          <p:nvPr/>
        </p:nvSpPr>
        <p:spPr bwMode="auto">
          <a:xfrm>
            <a:off x="1576115" y="4454758"/>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a:t>
            </a:r>
            <a:endParaRPr lang="ja-JP" altLang="en-US"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5" name="矢印: 五方向 64">
            <a:extLst>
              <a:ext uri="{FF2B5EF4-FFF2-40B4-BE49-F238E27FC236}">
                <a16:creationId xmlns:a16="http://schemas.microsoft.com/office/drawing/2014/main" id="{2CD7AABA-9D31-DB40-15A9-BB9611F1396A}"/>
              </a:ext>
            </a:extLst>
          </p:cNvPr>
          <p:cNvSpPr/>
          <p:nvPr/>
        </p:nvSpPr>
        <p:spPr bwMode="auto">
          <a:xfrm>
            <a:off x="3628419" y="4454758"/>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asis</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業務フロー図（</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サンプルは</a:t>
            </a:r>
            <a:r>
              <a:rPr lang="ja-JP" altLang="en-US" sz="1200">
                <a:solidFill>
                  <a:schemeClr val="tx1">
                    <a:lumMod val="75000"/>
                    <a:lumOff val="25000"/>
                  </a:schemeClr>
                </a:solidFill>
                <a:latin typeface="Meiryo UI" panose="020B0604030504040204" pitchFamily="50" charset="-128"/>
                <a:ea typeface="Meiryo UI" panose="020B0604030504040204" pitchFamily="50" charset="-128"/>
                <a:hlinkClick r:id="rId2" action="ppaction://hlinksldjump"/>
              </a:rPr>
              <a:t>次項</a:t>
            </a:r>
            <a:endParaRPr lang="ja-JP" altLang="en-US"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矢印: 五方向 65">
            <a:extLst>
              <a:ext uri="{FF2B5EF4-FFF2-40B4-BE49-F238E27FC236}">
                <a16:creationId xmlns:a16="http://schemas.microsoft.com/office/drawing/2014/main" id="{9BFD7930-50EA-ABBA-76BD-65DE90B5D087}"/>
              </a:ext>
            </a:extLst>
          </p:cNvPr>
          <p:cNvSpPr/>
          <p:nvPr/>
        </p:nvSpPr>
        <p:spPr bwMode="auto">
          <a:xfrm>
            <a:off x="5680723" y="4454758"/>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ヒアリング計画書</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ヒアリングシート</a:t>
            </a:r>
          </a:p>
        </p:txBody>
      </p:sp>
      <p:sp>
        <p:nvSpPr>
          <p:cNvPr id="67" name="矢印: 五方向 66">
            <a:extLst>
              <a:ext uri="{FF2B5EF4-FFF2-40B4-BE49-F238E27FC236}">
                <a16:creationId xmlns:a16="http://schemas.microsoft.com/office/drawing/2014/main" id="{6D173EAC-8125-2C5C-F72D-53430497F22B}"/>
              </a:ext>
            </a:extLst>
          </p:cNvPr>
          <p:cNvSpPr/>
          <p:nvPr/>
        </p:nvSpPr>
        <p:spPr bwMode="auto">
          <a:xfrm>
            <a:off x="7733027" y="4454758"/>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ヒアリングシート</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（結果記載）</a:t>
            </a:r>
          </a:p>
        </p:txBody>
      </p:sp>
      <p:sp>
        <p:nvSpPr>
          <p:cNvPr id="68" name="矢印: 五方向 67">
            <a:extLst>
              <a:ext uri="{FF2B5EF4-FFF2-40B4-BE49-F238E27FC236}">
                <a16:creationId xmlns:a16="http://schemas.microsoft.com/office/drawing/2014/main" id="{3AF77934-C2C6-2758-DA2B-C67F4F30B521}"/>
              </a:ext>
            </a:extLst>
          </p:cNvPr>
          <p:cNvSpPr/>
          <p:nvPr/>
        </p:nvSpPr>
        <p:spPr bwMode="auto">
          <a:xfrm>
            <a:off x="9785331" y="4454758"/>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en-US" altLang="ja-JP" sz="1200" err="1">
                <a:solidFill>
                  <a:schemeClr val="tx1">
                    <a:lumMod val="75000"/>
                    <a:lumOff val="25000"/>
                  </a:schemeClr>
                </a:solidFill>
                <a:latin typeface="Meiryo UI" panose="020B0604030504040204" pitchFamily="50" charset="-128"/>
                <a:ea typeface="Meiryo UI" panose="020B0604030504040204" pitchFamily="50" charset="-128"/>
              </a:rPr>
              <a:t>tobe</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業務フロー図（</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4" name="矢印: 五方向 13">
            <a:extLst>
              <a:ext uri="{FF2B5EF4-FFF2-40B4-BE49-F238E27FC236}">
                <a16:creationId xmlns:a16="http://schemas.microsoft.com/office/drawing/2014/main" id="{E85568BF-3D97-9B4E-59F8-188C305ADDBD}"/>
              </a:ext>
            </a:extLst>
          </p:cNvPr>
          <p:cNvSpPr/>
          <p:nvPr/>
        </p:nvSpPr>
        <p:spPr bwMode="auto">
          <a:xfrm>
            <a:off x="191595" y="2087431"/>
            <a:ext cx="1342300" cy="1044874"/>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目的</a:t>
            </a:r>
          </a:p>
        </p:txBody>
      </p:sp>
      <p:sp>
        <p:nvSpPr>
          <p:cNvPr id="52" name="矢印: 五方向 51">
            <a:extLst>
              <a:ext uri="{FF2B5EF4-FFF2-40B4-BE49-F238E27FC236}">
                <a16:creationId xmlns:a16="http://schemas.microsoft.com/office/drawing/2014/main" id="{E56BEDC7-50E1-1144-7547-02551A541593}"/>
              </a:ext>
            </a:extLst>
          </p:cNvPr>
          <p:cNvSpPr/>
          <p:nvPr/>
        </p:nvSpPr>
        <p:spPr bwMode="auto">
          <a:xfrm>
            <a:off x="191595" y="3174817"/>
            <a:ext cx="1342300" cy="1237428"/>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実施項目</a:t>
            </a:r>
          </a:p>
        </p:txBody>
      </p:sp>
      <p:sp>
        <p:nvSpPr>
          <p:cNvPr id="63" name="矢印: 五方向 62">
            <a:extLst>
              <a:ext uri="{FF2B5EF4-FFF2-40B4-BE49-F238E27FC236}">
                <a16:creationId xmlns:a16="http://schemas.microsoft.com/office/drawing/2014/main" id="{44C300A2-BC8B-6358-8D2A-2442D8274A20}"/>
              </a:ext>
            </a:extLst>
          </p:cNvPr>
          <p:cNvSpPr/>
          <p:nvPr/>
        </p:nvSpPr>
        <p:spPr bwMode="auto">
          <a:xfrm>
            <a:off x="190000" y="4454758"/>
            <a:ext cx="1342300" cy="1044874"/>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成果物</a:t>
            </a:r>
          </a:p>
        </p:txBody>
      </p:sp>
      <p:sp>
        <p:nvSpPr>
          <p:cNvPr id="69" name="矢印: 五方向 68">
            <a:extLst>
              <a:ext uri="{FF2B5EF4-FFF2-40B4-BE49-F238E27FC236}">
                <a16:creationId xmlns:a16="http://schemas.microsoft.com/office/drawing/2014/main" id="{90D260DA-F672-E572-F86E-8AFDEE25E7AC}"/>
              </a:ext>
            </a:extLst>
          </p:cNvPr>
          <p:cNvSpPr/>
          <p:nvPr/>
        </p:nvSpPr>
        <p:spPr bwMode="auto">
          <a:xfrm>
            <a:off x="190000" y="5542145"/>
            <a:ext cx="1342300" cy="1044874"/>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担当</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en-US" altLang="ja-JP" sz="9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900">
                <a:solidFill>
                  <a:schemeClr val="tx1">
                    <a:lumMod val="75000"/>
                    <a:lumOff val="25000"/>
                  </a:schemeClr>
                </a:solidFill>
                <a:latin typeface="Meiryo UI" panose="020B0604030504040204" pitchFamily="50" charset="-128"/>
                <a:ea typeface="Meiryo UI" panose="020B0604030504040204" pitchFamily="50" charset="-128"/>
              </a:rPr>
              <a:t>主担当は実施項目担当</a:t>
            </a:r>
            <a:endParaRPr kumimoji="1" lang="en-US" altLang="ja-JP" sz="9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0" name="矢印: 五方向 69">
            <a:extLst>
              <a:ext uri="{FF2B5EF4-FFF2-40B4-BE49-F238E27FC236}">
                <a16:creationId xmlns:a16="http://schemas.microsoft.com/office/drawing/2014/main" id="{06985A6A-A97F-79DB-744D-B5CE0A9697B6}"/>
              </a:ext>
            </a:extLst>
          </p:cNvPr>
          <p:cNvSpPr/>
          <p:nvPr/>
        </p:nvSpPr>
        <p:spPr bwMode="auto">
          <a:xfrm>
            <a:off x="1576115" y="5542145"/>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（主担当）</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TDB</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様</a:t>
            </a:r>
          </a:p>
        </p:txBody>
      </p:sp>
      <p:sp>
        <p:nvSpPr>
          <p:cNvPr id="71" name="矢印: 五方向 70">
            <a:extLst>
              <a:ext uri="{FF2B5EF4-FFF2-40B4-BE49-F238E27FC236}">
                <a16:creationId xmlns:a16="http://schemas.microsoft.com/office/drawing/2014/main" id="{E3927D01-3A31-CD1A-508E-1C4B2CB205B4}"/>
              </a:ext>
            </a:extLst>
          </p:cNvPr>
          <p:cNvSpPr/>
          <p:nvPr/>
        </p:nvSpPr>
        <p:spPr bwMode="auto">
          <a:xfrm>
            <a:off x="3628419" y="5542145"/>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（主担当）日立</a:t>
            </a:r>
          </a:p>
        </p:txBody>
      </p:sp>
      <p:sp>
        <p:nvSpPr>
          <p:cNvPr id="72" name="矢印: 五方向 71">
            <a:extLst>
              <a:ext uri="{FF2B5EF4-FFF2-40B4-BE49-F238E27FC236}">
                <a16:creationId xmlns:a16="http://schemas.microsoft.com/office/drawing/2014/main" id="{789785C7-E62D-E51C-8B19-79C765A210E7}"/>
              </a:ext>
            </a:extLst>
          </p:cNvPr>
          <p:cNvSpPr/>
          <p:nvPr/>
        </p:nvSpPr>
        <p:spPr bwMode="auto">
          <a:xfrm>
            <a:off x="5680723" y="5542145"/>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（主担当）日立</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（副担当）</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TDB</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様</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内容のすり合わせとレビュー担当</a:t>
            </a:r>
          </a:p>
        </p:txBody>
      </p:sp>
      <p:sp>
        <p:nvSpPr>
          <p:cNvPr id="73" name="矢印: 五方向 72">
            <a:extLst>
              <a:ext uri="{FF2B5EF4-FFF2-40B4-BE49-F238E27FC236}">
                <a16:creationId xmlns:a16="http://schemas.microsoft.com/office/drawing/2014/main" id="{1DBD33DC-9663-291A-586D-308DA70C1093}"/>
              </a:ext>
            </a:extLst>
          </p:cNvPr>
          <p:cNvSpPr/>
          <p:nvPr/>
        </p:nvSpPr>
        <p:spPr bwMode="auto">
          <a:xfrm>
            <a:off x="7733027" y="5542145"/>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（主担当）日立</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a:p>
            <a:pPr marL="87313" marR="0" lvl="0" indent="-87313" algn="l" defTabSz="914400" rtl="0" eaLnBrk="1" fontAlgn="base" latinLnBrk="0" hangingPunct="1">
              <a:lnSpc>
                <a:spcPct val="90000"/>
              </a:lnSpc>
              <a:spcBef>
                <a:spcPct val="0"/>
              </a:spcBef>
              <a:spcAft>
                <a:spcPct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t>（副担当）</a:t>
            </a:r>
            <a:r>
              <a:rPr kumimoji="1" lang="en-US" altLang="ja-JP" sz="12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t>TDB</a:t>
            </a:r>
            <a:r>
              <a:rPr kumimoji="1" lang="ja-JP" altLang="en-US" sz="12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t>様</a:t>
            </a:r>
            <a:br>
              <a:rPr kumimoji="1" lang="en-US" altLang="ja-JP" sz="12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br>
            <a:r>
              <a:rPr kumimoji="1" lang="en-US" altLang="ja-JP" sz="10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t>※</a:t>
            </a:r>
            <a:r>
              <a:rPr lang="ja-JP" altLang="en-US" sz="1000">
                <a:solidFill>
                  <a:prstClr val="black">
                    <a:lumMod val="75000"/>
                    <a:lumOff val="25000"/>
                  </a:prstClr>
                </a:solidFill>
                <a:latin typeface="Meiryo UI" panose="020B0604030504040204" pitchFamily="50" charset="-128"/>
                <a:ea typeface="Meiryo UI" panose="020B0604030504040204" pitchFamily="50" charset="-128"/>
              </a:rPr>
              <a:t>各</a:t>
            </a:r>
            <a:r>
              <a:rPr kumimoji="1" lang="ja-JP" altLang="en-US" sz="1000" b="0" i="0" u="none" strike="noStrike" kern="120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cs typeface="+mn-cs"/>
              </a:rPr>
              <a:t>現場のヒアリング対象者</a:t>
            </a:r>
          </a:p>
        </p:txBody>
      </p:sp>
      <p:sp>
        <p:nvSpPr>
          <p:cNvPr id="74" name="矢印: 五方向 73">
            <a:extLst>
              <a:ext uri="{FF2B5EF4-FFF2-40B4-BE49-F238E27FC236}">
                <a16:creationId xmlns:a16="http://schemas.microsoft.com/office/drawing/2014/main" id="{8CE9449A-113D-8A50-B7B4-E9C2619B7DE2}"/>
              </a:ext>
            </a:extLst>
          </p:cNvPr>
          <p:cNvSpPr/>
          <p:nvPr/>
        </p:nvSpPr>
        <p:spPr bwMode="auto">
          <a:xfrm>
            <a:off x="9785331" y="5542145"/>
            <a:ext cx="2011680" cy="1044874"/>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square" rtlCol="0" anchor="ctr" anchorCtr="0">
            <a:noAutofit/>
          </a:bodyPr>
          <a:lstStyle/>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（主担当）日立</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a:p>
            <a:pPr marL="87313" indent="-87313">
              <a:buFont typeface="Arial" panose="020B0604020202020204" pitchFamily="34" charset="0"/>
              <a:buChar char="•"/>
            </a:pP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（副担当）</a:t>
            </a:r>
            <a:r>
              <a:rPr lang="en-US" altLang="ja-JP" sz="1200">
                <a:solidFill>
                  <a:schemeClr val="tx1">
                    <a:lumMod val="75000"/>
                    <a:lumOff val="25000"/>
                  </a:schemeClr>
                </a:solidFill>
                <a:latin typeface="Meiryo UI" panose="020B0604030504040204" pitchFamily="50" charset="-128"/>
                <a:ea typeface="Meiryo UI" panose="020B0604030504040204" pitchFamily="50" charset="-128"/>
              </a:rPr>
              <a:t>TDB</a:t>
            </a: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様</a:t>
            </a:r>
            <a:br>
              <a:rPr lang="en-US" altLang="ja-JP" sz="12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内容のすり合わせとレビュー担当</a:t>
            </a:r>
          </a:p>
        </p:txBody>
      </p:sp>
      <p:sp>
        <p:nvSpPr>
          <p:cNvPr id="3" name="タイトル 5">
            <a:extLst>
              <a:ext uri="{FF2B5EF4-FFF2-40B4-BE49-F238E27FC236}">
                <a16:creationId xmlns:a16="http://schemas.microsoft.com/office/drawing/2014/main" id="{3258687E-D341-69B0-94C9-FC182CA8F1D0}"/>
              </a:ext>
            </a:extLst>
          </p:cNvPr>
          <p:cNvSpPr txBox="1">
            <a:spLocks/>
          </p:cNvSpPr>
          <p:nvPr/>
        </p:nvSpPr>
        <p:spPr>
          <a:xfrm>
            <a:off x="190000" y="145338"/>
            <a:ext cx="11328400"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刷新について</a:t>
            </a:r>
            <a:r>
              <a:rPr lang="en-US" altLang="ja-JP" kern="0">
                <a:latin typeface="Meiryo UI" panose="020B0604030504040204" pitchFamily="50" charset="-128"/>
                <a:ea typeface="Meiryo UI" panose="020B0604030504040204" pitchFamily="50" charset="-128"/>
              </a:rPr>
              <a:t>】 </a:t>
            </a:r>
            <a:r>
              <a:rPr lang="ja-JP" altLang="en-US" kern="0">
                <a:latin typeface="Meiryo UI" panose="020B0604030504040204" pitchFamily="50" charset="-128"/>
                <a:ea typeface="Meiryo UI" panose="020B0604030504040204" pitchFamily="50" charset="-128"/>
              </a:rPr>
              <a:t>提案①</a:t>
            </a:r>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業務課題改善業務ヒアリング進め方案</a:t>
            </a:r>
            <a:endParaRPr lang="en-US" altLang="ja-JP" kern="0">
              <a:latin typeface="Meiryo UI" panose="020B0604030504040204" pitchFamily="50" charset="-128"/>
              <a:ea typeface="Meiryo UI" panose="020B0604030504040204" pitchFamily="50" charset="-128"/>
            </a:endParaRPr>
          </a:p>
          <a:p>
            <a:r>
              <a:rPr lang="en-US" altLang="ja-JP" kern="0">
                <a:latin typeface="Meiryo UI" panose="020B0604030504040204" pitchFamily="50" charset="-128"/>
                <a:ea typeface="Meiryo UI" panose="020B0604030504040204" pitchFamily="50" charset="-128"/>
              </a:rPr>
              <a:t>【</a:t>
            </a:r>
            <a:r>
              <a:rPr lang="ja-JP" altLang="en-US" b="1">
                <a:latin typeface="Meiryo UI" panose="020B0604030504040204" pitchFamily="50" charset="-128"/>
                <a:ea typeface="Meiryo UI" panose="020B0604030504040204" pitchFamily="50" charset="-128"/>
              </a:rPr>
              <a:t>進め方</a:t>
            </a:r>
            <a:r>
              <a:rPr lang="en-US" altLang="ja-JP" b="1" kern="0">
                <a:latin typeface="Meiryo UI" panose="020B0604030504040204" pitchFamily="50" charset="-128"/>
                <a:ea typeface="Meiryo UI" panose="020B0604030504040204" pitchFamily="50" charset="-128"/>
              </a:rPr>
              <a:t>】</a:t>
            </a:r>
            <a:endParaRPr lang="ja-JP" altLang="en-US" b="1" kern="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61569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83D2A-E99E-C21D-CC5C-C78FB3E6EB0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7063E1A-AE0E-969D-69CF-8718022DF29C}"/>
              </a:ext>
            </a:extLst>
          </p:cNvPr>
          <p:cNvSpPr>
            <a:spLocks noGrp="1"/>
          </p:cNvSpPr>
          <p:nvPr>
            <p:ph type="sldNum" sz="quarter" idx="10"/>
          </p:nvPr>
        </p:nvSpPr>
        <p:spPr/>
        <p:txBody>
          <a:bodyPr/>
          <a:lstStyle/>
          <a:p>
            <a:pPr>
              <a:defRPr/>
            </a:pPr>
            <a:fld id="{B69A64E9-DEE1-40B5-88E8-A6C3DD001D0B}" type="slidenum">
              <a:rPr lang="en-US" altLang="ja-JP" smtClean="0"/>
              <a:pPr>
                <a:defRPr/>
              </a:pPr>
              <a:t>11</a:t>
            </a:fld>
            <a:endParaRPr lang="en-US" altLang="ja-JP"/>
          </a:p>
        </p:txBody>
      </p:sp>
      <p:sp>
        <p:nvSpPr>
          <p:cNvPr id="5" name="コンテンツ プレースホルダー 4">
            <a:extLst>
              <a:ext uri="{FF2B5EF4-FFF2-40B4-BE49-F238E27FC236}">
                <a16:creationId xmlns:a16="http://schemas.microsoft.com/office/drawing/2014/main" id="{3F4D5B31-579C-055C-7B42-954068A08E1E}"/>
              </a:ext>
            </a:extLst>
          </p:cNvPr>
          <p:cNvSpPr>
            <a:spLocks noGrp="1"/>
          </p:cNvSpPr>
          <p:nvPr>
            <p:ph sz="half" idx="1"/>
          </p:nvPr>
        </p:nvSpPr>
        <p:spPr>
          <a:xfrm>
            <a:off x="383600" y="1421262"/>
            <a:ext cx="11232000" cy="1716771"/>
          </a:xfrm>
        </p:spPr>
        <p:txBody>
          <a:bodyPr anchor="t"/>
          <a:lstStyle/>
          <a:p>
            <a:r>
              <a:rPr lang="ja-JP" altLang="en-US">
                <a:latin typeface="Meiryo UI" panose="020B0604030504040204" pitchFamily="50" charset="-128"/>
                <a:ea typeface="Meiryo UI" panose="020B0604030504040204" pitchFamily="50" charset="-128"/>
              </a:rPr>
              <a:t>・業務規模を図るため、現行の業務マニュアルがありましたらご連携をお願いします</a:t>
            </a:r>
            <a:endParaRPr lang="en-US" altLang="ja-JP">
              <a:latin typeface="Meiryo UI" panose="020B0604030504040204" pitchFamily="50" charset="-128"/>
              <a:ea typeface="Meiryo UI" panose="020B0604030504040204" pitchFamily="50" charset="-128"/>
            </a:endParaRPr>
          </a:p>
          <a:p>
            <a:endParaRPr lang="en-US" altLang="ja-JP">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　→本内容も鑑み業務ヒアリング支援の対応規模をご提示可能と考えております。</a:t>
            </a:r>
            <a:endParaRPr lang="en-US" altLang="ja-JP">
              <a:latin typeface="Meiryo UI" panose="020B0604030504040204" pitchFamily="50" charset="-128"/>
              <a:ea typeface="Meiryo UI" panose="020B0604030504040204" pitchFamily="50" charset="-128"/>
            </a:endParaRPr>
          </a:p>
          <a:p>
            <a:endParaRPr lang="en-US" altLang="ja-JP">
              <a:latin typeface="Meiryo UI" panose="020B0604030504040204" pitchFamily="50" charset="-128"/>
              <a:ea typeface="Meiryo UI" panose="020B0604030504040204" pitchFamily="50" charset="-128"/>
            </a:endParaRPr>
          </a:p>
        </p:txBody>
      </p:sp>
      <p:sp>
        <p:nvSpPr>
          <p:cNvPr id="3" name="タイトル 5">
            <a:extLst>
              <a:ext uri="{FF2B5EF4-FFF2-40B4-BE49-F238E27FC236}">
                <a16:creationId xmlns:a16="http://schemas.microsoft.com/office/drawing/2014/main" id="{0CB422C6-9040-DB1F-B97F-3D2055075B87}"/>
              </a:ext>
            </a:extLst>
          </p:cNvPr>
          <p:cNvSpPr txBox="1">
            <a:spLocks/>
          </p:cNvSpPr>
          <p:nvPr/>
        </p:nvSpPr>
        <p:spPr>
          <a:xfrm>
            <a:off x="190000" y="145338"/>
            <a:ext cx="11328400"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刷新について</a:t>
            </a:r>
            <a:r>
              <a:rPr lang="en-US" altLang="ja-JP" kern="0">
                <a:latin typeface="Meiryo UI" panose="020B0604030504040204" pitchFamily="50" charset="-128"/>
                <a:ea typeface="Meiryo UI" panose="020B0604030504040204" pitchFamily="50" charset="-128"/>
              </a:rPr>
              <a:t>】 </a:t>
            </a:r>
            <a:r>
              <a:rPr lang="ja-JP" altLang="en-US" kern="0">
                <a:latin typeface="Meiryo UI" panose="020B0604030504040204" pitchFamily="50" charset="-128"/>
                <a:ea typeface="Meiryo UI" panose="020B0604030504040204" pitchFamily="50" charset="-128"/>
              </a:rPr>
              <a:t>提案①</a:t>
            </a:r>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業務課題改善業務ヒアリング進め方案</a:t>
            </a:r>
            <a:endParaRPr lang="en-US" altLang="ja-JP" kern="0">
              <a:latin typeface="Meiryo UI" panose="020B0604030504040204" pitchFamily="50" charset="-128"/>
              <a:ea typeface="Meiryo UI" panose="020B0604030504040204" pitchFamily="50" charset="-128"/>
            </a:endParaRPr>
          </a:p>
          <a:p>
            <a:r>
              <a:rPr lang="en-US" altLang="ja-JP" kern="0">
                <a:latin typeface="Meiryo UI" panose="020B0604030504040204" pitchFamily="50" charset="-128"/>
                <a:ea typeface="Meiryo UI" panose="020B0604030504040204" pitchFamily="50" charset="-128"/>
              </a:rPr>
              <a:t>【</a:t>
            </a:r>
            <a:r>
              <a:rPr lang="ja-JP" altLang="en-US" b="1" kern="0">
                <a:latin typeface="Meiryo UI" panose="020B0604030504040204" pitchFamily="50" charset="-128"/>
                <a:ea typeface="Meiryo UI" panose="020B0604030504040204" pitchFamily="50" charset="-128"/>
              </a:rPr>
              <a:t>お願い事項</a:t>
            </a:r>
            <a:r>
              <a:rPr lang="en-US" altLang="ja-JP" b="1" kern="0">
                <a:latin typeface="Meiryo UI" panose="020B0604030504040204" pitchFamily="50" charset="-128"/>
                <a:ea typeface="Meiryo UI" panose="020B0604030504040204" pitchFamily="50" charset="-128"/>
              </a:rPr>
              <a:t>】</a:t>
            </a:r>
            <a:endParaRPr lang="ja-JP" altLang="en-US" b="1" kern="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67507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8CEB7-ACA5-F2B4-ACB0-4F92FBFA1E8C}"/>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DB59C75-CF88-149B-67C1-20E0789CBDFC}"/>
              </a:ext>
            </a:extLst>
          </p:cNvPr>
          <p:cNvSpPr>
            <a:spLocks noGrp="1"/>
          </p:cNvSpPr>
          <p:nvPr>
            <p:ph type="sldNum" sz="quarter" idx="10"/>
          </p:nvPr>
        </p:nvSpPr>
        <p:spPr/>
        <p:txBody>
          <a:bodyPr/>
          <a:lstStyle/>
          <a:p>
            <a:pPr>
              <a:defRPr/>
            </a:pPr>
            <a:fld id="{B69A64E9-DEE1-40B5-88E8-A6C3DD001D0B}" type="slidenum">
              <a:rPr lang="en-US" altLang="ja-JP" smtClean="0"/>
              <a:pPr>
                <a:defRPr/>
              </a:pPr>
              <a:t>12</a:t>
            </a:fld>
            <a:endParaRPr lang="en-US" altLang="ja-JP"/>
          </a:p>
        </p:txBody>
      </p:sp>
      <p:sp>
        <p:nvSpPr>
          <p:cNvPr id="5" name="コンテンツ プレースホルダー 4">
            <a:extLst>
              <a:ext uri="{FF2B5EF4-FFF2-40B4-BE49-F238E27FC236}">
                <a16:creationId xmlns:a16="http://schemas.microsoft.com/office/drawing/2014/main" id="{CA091398-D52C-E690-0953-BB9344BD0C87}"/>
              </a:ext>
            </a:extLst>
          </p:cNvPr>
          <p:cNvSpPr>
            <a:spLocks noGrp="1"/>
          </p:cNvSpPr>
          <p:nvPr>
            <p:ph sz="half" idx="1"/>
          </p:nvPr>
        </p:nvSpPr>
        <p:spPr/>
        <p:txBody>
          <a:bodyPr/>
          <a:lstStyle/>
          <a:p>
            <a:r>
              <a:rPr kumimoji="1" lang="ja-JP" altLang="en-US">
                <a:latin typeface="Meiryo UI" panose="020B0604030504040204" pitchFamily="50" charset="-128"/>
                <a:ea typeface="Meiryo UI" panose="020B0604030504040204" pitchFamily="50" charset="-128"/>
              </a:rPr>
              <a:t>時系列、タスク、アクター、システム、</a:t>
            </a:r>
            <a:r>
              <a:rPr kumimoji="1" lang="en-US" altLang="ja-JP">
                <a:latin typeface="Meiryo UI" panose="020B0604030504040204" pitchFamily="50" charset="-128"/>
                <a:ea typeface="Meiryo UI" panose="020B0604030504040204" pitchFamily="50" charset="-128"/>
              </a:rPr>
              <a:t>in/out</a:t>
            </a:r>
            <a:r>
              <a:rPr kumimoji="1" lang="ja-JP" altLang="en-US">
                <a:latin typeface="Meiryo UI" panose="020B0604030504040204" pitchFamily="50" charset="-128"/>
                <a:ea typeface="Meiryo UI" panose="020B0604030504040204" pitchFamily="50" charset="-128"/>
              </a:rPr>
              <a:t>などを</a:t>
            </a:r>
            <a:r>
              <a:rPr kumimoji="1" lang="en-US" altLang="ja-JP">
                <a:latin typeface="Meiryo UI" panose="020B0604030504040204" pitchFamily="50" charset="-128"/>
                <a:ea typeface="Meiryo UI" panose="020B0604030504040204" pitchFamily="50" charset="-128"/>
              </a:rPr>
              <a:t>1</a:t>
            </a:r>
            <a:r>
              <a:rPr kumimoji="1" lang="ja-JP" altLang="en-US">
                <a:latin typeface="Meiryo UI" panose="020B0604030504040204" pitchFamily="50" charset="-128"/>
                <a:ea typeface="Meiryo UI" panose="020B0604030504040204" pitchFamily="50" charset="-128"/>
              </a:rPr>
              <a:t>つのフロー図にまとめる様な形を想定しております。</a:t>
            </a:r>
          </a:p>
        </p:txBody>
      </p:sp>
      <p:pic>
        <p:nvPicPr>
          <p:cNvPr id="10" name="図 9">
            <a:extLst>
              <a:ext uri="{FF2B5EF4-FFF2-40B4-BE49-F238E27FC236}">
                <a16:creationId xmlns:a16="http://schemas.microsoft.com/office/drawing/2014/main" id="{37698BB5-E6C6-33F6-34FC-75263280F61F}"/>
              </a:ext>
            </a:extLst>
          </p:cNvPr>
          <p:cNvPicPr>
            <a:picLocks noChangeAspect="1"/>
          </p:cNvPicPr>
          <p:nvPr/>
        </p:nvPicPr>
        <p:blipFill>
          <a:blip r:embed="rId2" cstate="print">
            <a:extLst>
              <a:ext uri="{28A0092B-C50C-407E-A947-70E740481C1C}">
                <a14:useLocalDpi xmlns:a14="http://schemas.microsoft.com/office/drawing/2010/main"/>
              </a:ext>
            </a:extLst>
          </a:blip>
          <a:srcRect t="1031"/>
          <a:stretch/>
        </p:blipFill>
        <p:spPr>
          <a:xfrm>
            <a:off x="2057371" y="1741859"/>
            <a:ext cx="8077259" cy="4572027"/>
          </a:xfrm>
          <a:prstGeom prst="rect">
            <a:avLst/>
          </a:prstGeom>
          <a:effectLst>
            <a:outerShdw blurRad="50800" dist="38100" dir="2700000" algn="tl" rotWithShape="0">
              <a:prstClr val="black">
                <a:alpha val="40000"/>
              </a:prstClr>
            </a:outerShdw>
          </a:effectLst>
        </p:spPr>
      </p:pic>
      <p:sp>
        <p:nvSpPr>
          <p:cNvPr id="12" name="四角形: 角を丸くする 11">
            <a:extLst>
              <a:ext uri="{FF2B5EF4-FFF2-40B4-BE49-F238E27FC236}">
                <a16:creationId xmlns:a16="http://schemas.microsoft.com/office/drawing/2014/main" id="{20AFC137-E65C-DA4A-8436-3D4B22A4457D}"/>
              </a:ext>
            </a:extLst>
          </p:cNvPr>
          <p:cNvSpPr/>
          <p:nvPr/>
        </p:nvSpPr>
        <p:spPr bwMode="auto">
          <a:xfrm rot="2700000">
            <a:off x="8743142" y="1846194"/>
            <a:ext cx="1993355" cy="624548"/>
          </a:xfrm>
          <a:prstGeom prst="roundRect">
            <a:avLst/>
          </a:prstGeom>
          <a:noFill/>
          <a:ln w="38100">
            <a:solidFill>
              <a:srgbClr val="FF0000"/>
            </a:solidFill>
            <a:miter lim="800000"/>
            <a:headEnd/>
            <a:tailEnd/>
          </a:ln>
          <a:effectLst/>
        </p:spPr>
        <p:txBody>
          <a:bodyPr wrap="none" rtlCol="0" anchor="ctr" anchorCtr="0">
            <a:noAutofit/>
          </a:bodyPr>
          <a:lstStyle/>
          <a:p>
            <a:pPr algn="ctr"/>
            <a:r>
              <a:rPr kumimoji="1" lang="en-US" altLang="ja-JP" sz="2800" b="1">
                <a:solidFill>
                  <a:srgbClr val="FF0000"/>
                </a:solidFill>
                <a:latin typeface="Meiryo UI" panose="020B0604030504040204" pitchFamily="50" charset="-128"/>
                <a:ea typeface="Meiryo UI" panose="020B0604030504040204" pitchFamily="50" charset="-128"/>
              </a:rPr>
              <a:t>SAMPLE</a:t>
            </a:r>
            <a:endParaRPr kumimoji="1" lang="ja-JP" altLang="en-US" sz="2800" b="1">
              <a:solidFill>
                <a:srgbClr val="FF0000"/>
              </a:solidFill>
              <a:latin typeface="Meiryo UI" panose="020B0604030504040204" pitchFamily="50" charset="-128"/>
              <a:ea typeface="Meiryo UI" panose="020B0604030504040204" pitchFamily="50" charset="-128"/>
            </a:endParaRPr>
          </a:p>
        </p:txBody>
      </p:sp>
      <p:sp>
        <p:nvSpPr>
          <p:cNvPr id="3" name="タイトル 5">
            <a:extLst>
              <a:ext uri="{FF2B5EF4-FFF2-40B4-BE49-F238E27FC236}">
                <a16:creationId xmlns:a16="http://schemas.microsoft.com/office/drawing/2014/main" id="{607D9D0A-E814-4D93-7C10-D90EC718BDA5}"/>
              </a:ext>
            </a:extLst>
          </p:cNvPr>
          <p:cNvSpPr txBox="1">
            <a:spLocks/>
          </p:cNvSpPr>
          <p:nvPr/>
        </p:nvSpPr>
        <p:spPr>
          <a:xfrm>
            <a:off x="190000" y="145338"/>
            <a:ext cx="11328400"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刷新について</a:t>
            </a:r>
            <a:r>
              <a:rPr lang="en-US" altLang="ja-JP" kern="0">
                <a:latin typeface="Meiryo UI" panose="020B0604030504040204" pitchFamily="50" charset="-128"/>
                <a:ea typeface="Meiryo UI" panose="020B0604030504040204" pitchFamily="50" charset="-128"/>
              </a:rPr>
              <a:t>】 </a:t>
            </a:r>
            <a:r>
              <a:rPr lang="ja-JP" altLang="en-US" kern="0">
                <a:latin typeface="Meiryo UI" panose="020B0604030504040204" pitchFamily="50" charset="-128"/>
                <a:ea typeface="Meiryo UI" panose="020B0604030504040204" pitchFamily="50" charset="-128"/>
              </a:rPr>
              <a:t>提案①</a:t>
            </a:r>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業務課題改善業務ヒアリング進め方案</a:t>
            </a:r>
            <a:endParaRPr lang="en-US" altLang="ja-JP" kern="0">
              <a:latin typeface="Meiryo UI" panose="020B0604030504040204" pitchFamily="50" charset="-128"/>
              <a:ea typeface="Meiryo UI" panose="020B0604030504040204" pitchFamily="50" charset="-128"/>
            </a:endParaRPr>
          </a:p>
          <a:p>
            <a:r>
              <a:rPr lang="en-US" altLang="ja-JP" kern="0">
                <a:latin typeface="Meiryo UI" panose="020B0604030504040204" pitchFamily="50" charset="-128"/>
                <a:ea typeface="Meiryo UI" panose="020B0604030504040204" pitchFamily="50" charset="-128"/>
              </a:rPr>
              <a:t>【</a:t>
            </a:r>
            <a:r>
              <a:rPr lang="en-US" altLang="ja-JP" b="1">
                <a:latin typeface="Meiryo UI" panose="020B0604030504040204" pitchFamily="50" charset="-128"/>
                <a:ea typeface="Meiryo UI" panose="020B0604030504040204" pitchFamily="50" charset="-128"/>
              </a:rPr>
              <a:t>Appendix</a:t>
            </a:r>
            <a:r>
              <a:rPr lang="ja-JP" altLang="en-US" b="1">
                <a:latin typeface="Meiryo UI" panose="020B0604030504040204" pitchFamily="50" charset="-128"/>
                <a:ea typeface="Meiryo UI" panose="020B0604030504040204" pitchFamily="50" charset="-128"/>
              </a:rPr>
              <a:t>：業務フロー図（サンプル）</a:t>
            </a:r>
            <a:r>
              <a:rPr lang="en-US" altLang="ja-JP" b="1" kern="0">
                <a:latin typeface="Meiryo UI" panose="020B0604030504040204" pitchFamily="50" charset="-128"/>
                <a:ea typeface="Meiryo UI" panose="020B0604030504040204" pitchFamily="50" charset="-128"/>
              </a:rPr>
              <a:t>】</a:t>
            </a:r>
            <a:endParaRPr lang="ja-JP" altLang="en-US" b="1" kern="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23918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A97EF-9664-71C1-403D-1AFF7E95453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FA99D2-E234-8B59-2711-BF86682A4419}"/>
              </a:ext>
            </a:extLst>
          </p:cNvPr>
          <p:cNvSpPr>
            <a:spLocks noGrp="1"/>
          </p:cNvSpPr>
          <p:nvPr>
            <p:ph type="sldNum" sz="quarter" idx="10"/>
          </p:nvPr>
        </p:nvSpPr>
        <p:spPr/>
        <p:txBody>
          <a:bodyPr/>
          <a:lstStyle/>
          <a:p>
            <a:pPr>
              <a:defRPr/>
            </a:pPr>
            <a:fld id="{B69A64E9-DEE1-40B5-88E8-A6C3DD001D0B}" type="slidenum">
              <a:rPr lang="en-US" altLang="ja-JP" smtClean="0"/>
              <a:pPr>
                <a:defRPr/>
              </a:pPr>
              <a:t>13</a:t>
            </a:fld>
            <a:endParaRPr lang="en-US" altLang="ja-JP"/>
          </a:p>
        </p:txBody>
      </p:sp>
      <p:sp>
        <p:nvSpPr>
          <p:cNvPr id="5" name="コンテンツ プレースホルダー 4">
            <a:extLst>
              <a:ext uri="{FF2B5EF4-FFF2-40B4-BE49-F238E27FC236}">
                <a16:creationId xmlns:a16="http://schemas.microsoft.com/office/drawing/2014/main" id="{FCBAFD2D-A95D-7DEE-466F-D98C93D76300}"/>
              </a:ext>
            </a:extLst>
          </p:cNvPr>
          <p:cNvSpPr>
            <a:spLocks noGrp="1"/>
          </p:cNvSpPr>
          <p:nvPr>
            <p:ph sz="half" idx="1"/>
          </p:nvPr>
        </p:nvSpPr>
        <p:spPr/>
        <p:txBody>
          <a:bodyPr/>
          <a:lstStyle/>
          <a:p>
            <a:r>
              <a:rPr kumimoji="1" lang="ja-JP" altLang="en-US">
                <a:latin typeface="Meiryo UI" panose="020B0604030504040204" pitchFamily="50" charset="-128"/>
                <a:ea typeface="Meiryo UI" panose="020B0604030504040204" pitchFamily="50" charset="-128"/>
              </a:rPr>
              <a:t>業務フローの粒度については以下の様に整理が可能となります。</a:t>
            </a:r>
          </a:p>
        </p:txBody>
      </p:sp>
      <p:grpSp>
        <p:nvGrpSpPr>
          <p:cNvPr id="88" name="グループ化 87">
            <a:extLst>
              <a:ext uri="{FF2B5EF4-FFF2-40B4-BE49-F238E27FC236}">
                <a16:creationId xmlns:a16="http://schemas.microsoft.com/office/drawing/2014/main" id="{7F00AF57-D165-AE49-AEF8-EED66D40F8E3}"/>
              </a:ext>
            </a:extLst>
          </p:cNvPr>
          <p:cNvGrpSpPr/>
          <p:nvPr/>
        </p:nvGrpSpPr>
        <p:grpSpPr>
          <a:xfrm>
            <a:off x="490455" y="1615273"/>
            <a:ext cx="11211090" cy="4954682"/>
            <a:chOff x="454548" y="1615273"/>
            <a:chExt cx="11211090" cy="4954682"/>
          </a:xfrm>
        </p:grpSpPr>
        <p:sp>
          <p:nvSpPr>
            <p:cNvPr id="3" name="矢印: 五方向 2">
              <a:extLst>
                <a:ext uri="{FF2B5EF4-FFF2-40B4-BE49-F238E27FC236}">
                  <a16:creationId xmlns:a16="http://schemas.microsoft.com/office/drawing/2014/main" id="{0FDC1A99-7ABD-942D-098C-3F65A888DC0A}"/>
                </a:ext>
              </a:extLst>
            </p:cNvPr>
            <p:cNvSpPr/>
            <p:nvPr/>
          </p:nvSpPr>
          <p:spPr bwMode="auto">
            <a:xfrm>
              <a:off x="949208" y="1615275"/>
              <a:ext cx="3458380" cy="312071"/>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プロセスマップ（</a:t>
              </a:r>
              <a:r>
                <a:rPr lang="en-US" altLang="ja-JP" sz="1600" b="1">
                  <a:solidFill>
                    <a:schemeClr val="tx1">
                      <a:lumMod val="75000"/>
                      <a:lumOff val="25000"/>
                    </a:schemeClr>
                  </a:solidFill>
                  <a:latin typeface="Meiryo UI" panose="020B0604030504040204" pitchFamily="50" charset="-128"/>
                  <a:ea typeface="Meiryo UI" panose="020B0604030504040204" pitchFamily="50" charset="-128"/>
                </a:rPr>
                <a:t>Lv1</a:t>
              </a: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 name="矢印: 五方向 3">
              <a:extLst>
                <a:ext uri="{FF2B5EF4-FFF2-40B4-BE49-F238E27FC236}">
                  <a16:creationId xmlns:a16="http://schemas.microsoft.com/office/drawing/2014/main" id="{348AE0DD-C4D6-963B-E367-01BA8542399E}"/>
                </a:ext>
              </a:extLst>
            </p:cNvPr>
            <p:cNvSpPr/>
            <p:nvPr/>
          </p:nvSpPr>
          <p:spPr bwMode="auto">
            <a:xfrm>
              <a:off x="949208" y="2035187"/>
              <a:ext cx="3458380" cy="128651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marL="179388" indent="-179388">
                <a:buFont typeface="Arial" panose="020B0604020202020204" pitchFamily="34" charset="0"/>
                <a:buChar char="•"/>
              </a:pP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業務全体をプロセス単位で可視化する</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矢印: 五方向 6">
              <a:extLst>
                <a:ext uri="{FF2B5EF4-FFF2-40B4-BE49-F238E27FC236}">
                  <a16:creationId xmlns:a16="http://schemas.microsoft.com/office/drawing/2014/main" id="{0CA27E71-AB1B-D76A-AD27-864C5F1354F6}"/>
                </a:ext>
              </a:extLst>
            </p:cNvPr>
            <p:cNvSpPr/>
            <p:nvPr/>
          </p:nvSpPr>
          <p:spPr bwMode="auto">
            <a:xfrm>
              <a:off x="454548" y="2035187"/>
              <a:ext cx="353469" cy="1286512"/>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square" rtlCol="0" anchor="ctr" anchorCtr="0">
              <a:noAutofit/>
            </a:bodyP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説明</a:t>
              </a:r>
            </a:p>
          </p:txBody>
        </p:sp>
        <p:sp>
          <p:nvSpPr>
            <p:cNvPr id="8" name="矢印: 五方向 7">
              <a:extLst>
                <a:ext uri="{FF2B5EF4-FFF2-40B4-BE49-F238E27FC236}">
                  <a16:creationId xmlns:a16="http://schemas.microsoft.com/office/drawing/2014/main" id="{42D2E01A-878E-7197-C1EB-7CBC159C61BF}"/>
                </a:ext>
              </a:extLst>
            </p:cNvPr>
            <p:cNvSpPr/>
            <p:nvPr/>
          </p:nvSpPr>
          <p:spPr bwMode="auto">
            <a:xfrm>
              <a:off x="454548" y="3381374"/>
              <a:ext cx="353469" cy="1092742"/>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square" rtlCol="0" anchor="ctr" anchorCtr="0">
              <a:noAutofit/>
            </a:bodyP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粒度</a:t>
              </a:r>
            </a:p>
          </p:txBody>
        </p:sp>
        <p:sp>
          <p:nvSpPr>
            <p:cNvPr id="9" name="矢印: 五方向 8">
              <a:extLst>
                <a:ext uri="{FF2B5EF4-FFF2-40B4-BE49-F238E27FC236}">
                  <a16:creationId xmlns:a16="http://schemas.microsoft.com/office/drawing/2014/main" id="{0055BB28-386A-0E74-0237-6666C3F7637C}"/>
                </a:ext>
              </a:extLst>
            </p:cNvPr>
            <p:cNvSpPr/>
            <p:nvPr/>
          </p:nvSpPr>
          <p:spPr bwMode="auto">
            <a:xfrm>
              <a:off x="464120" y="4533791"/>
              <a:ext cx="353469" cy="2036164"/>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vert="eaVert" wrap="square" rtlCol="0" anchor="ctr" anchorCtr="0">
              <a:noAutofit/>
            </a:bodyP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フローイメージ</a:t>
              </a:r>
            </a:p>
          </p:txBody>
        </p:sp>
        <p:sp>
          <p:nvSpPr>
            <p:cNvPr id="11" name="矢印: 五方向 10">
              <a:extLst>
                <a:ext uri="{FF2B5EF4-FFF2-40B4-BE49-F238E27FC236}">
                  <a16:creationId xmlns:a16="http://schemas.microsoft.com/office/drawing/2014/main" id="{BA8293E3-C8C6-553E-95F5-024D31BDF4FB}"/>
                </a:ext>
              </a:extLst>
            </p:cNvPr>
            <p:cNvSpPr/>
            <p:nvPr/>
          </p:nvSpPr>
          <p:spPr bwMode="auto">
            <a:xfrm>
              <a:off x="4578233" y="2035187"/>
              <a:ext cx="3458380" cy="128651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marL="179388" indent="-179388">
                <a:buFont typeface="Arial" panose="020B0604020202020204" pitchFamily="34" charset="0"/>
                <a:buChar char="•"/>
              </a:pP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プロセスは複数のアクティビティで構成される</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アクティビティはインプットとアウトプットが明確に</a:t>
              </a:r>
              <a:br>
                <a:rPr lang="en-US" altLang="ja-JP" sz="1400">
                  <a:solidFill>
                    <a:schemeClr val="tx1">
                      <a:lumMod val="75000"/>
                      <a:lumOff val="25000"/>
                    </a:schemeClr>
                  </a:solidFill>
                  <a:latin typeface="Meiryo UI" panose="020B0604030504040204" pitchFamily="50" charset="-128"/>
                  <a:ea typeface="Meiryo UI" panose="020B0604030504040204" pitchFamily="50" charset="-128"/>
                </a:rPr>
              </a:b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なる、もしくは役割が変更される業務単位で</a:t>
              </a:r>
              <a:b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b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分ける</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515DFEF3-1CBA-FFA0-E1BB-9DD8E9D73A8D}"/>
                </a:ext>
              </a:extLst>
            </p:cNvPr>
            <p:cNvSpPr/>
            <p:nvPr/>
          </p:nvSpPr>
          <p:spPr bwMode="auto">
            <a:xfrm>
              <a:off x="8207258" y="2035187"/>
              <a:ext cx="3458380" cy="128651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marL="179388" indent="-179388">
                <a:buFont typeface="Arial" panose="020B0604020202020204" pitchFamily="34" charset="0"/>
                <a:buChar char="•"/>
              </a:pP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アクティビティは複数のタスクで構成される</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タスクは担当者の作業手順単位とする</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pP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システム</a:t>
              </a: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はタッチポイントや帳票（インプット）</a:t>
              </a:r>
              <a:br>
                <a:rPr lang="en-US" altLang="ja-JP" sz="14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などを明確にする</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矢印: 五方向 12">
              <a:extLst>
                <a:ext uri="{FF2B5EF4-FFF2-40B4-BE49-F238E27FC236}">
                  <a16:creationId xmlns:a16="http://schemas.microsoft.com/office/drawing/2014/main" id="{2D430B63-6300-9F5B-025C-31287BF9B6F2}"/>
                </a:ext>
              </a:extLst>
            </p:cNvPr>
            <p:cNvSpPr/>
            <p:nvPr/>
          </p:nvSpPr>
          <p:spPr bwMode="auto">
            <a:xfrm>
              <a:off x="4578233" y="1615274"/>
              <a:ext cx="3458380" cy="312071"/>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プロセスマップ（</a:t>
              </a:r>
              <a:r>
                <a:rPr lang="en-US" altLang="ja-JP" sz="1600" b="1">
                  <a:solidFill>
                    <a:schemeClr val="tx1">
                      <a:lumMod val="75000"/>
                      <a:lumOff val="25000"/>
                    </a:schemeClr>
                  </a:solidFill>
                  <a:latin typeface="Meiryo UI" panose="020B0604030504040204" pitchFamily="50" charset="-128"/>
                  <a:ea typeface="Meiryo UI" panose="020B0604030504040204" pitchFamily="50" charset="-128"/>
                </a:rPr>
                <a:t>Lv2</a:t>
              </a: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矢印: 五方向 13">
              <a:extLst>
                <a:ext uri="{FF2B5EF4-FFF2-40B4-BE49-F238E27FC236}">
                  <a16:creationId xmlns:a16="http://schemas.microsoft.com/office/drawing/2014/main" id="{AF44393A-5BFD-8CE9-D473-3F93DDF47082}"/>
                </a:ext>
              </a:extLst>
            </p:cNvPr>
            <p:cNvSpPr/>
            <p:nvPr/>
          </p:nvSpPr>
          <p:spPr bwMode="auto">
            <a:xfrm>
              <a:off x="8207258" y="1615273"/>
              <a:ext cx="3458380" cy="312071"/>
            </a:xfrm>
            <a:prstGeom prst="homePlate">
              <a:avLst>
                <a:gd name="adj" fmla="val 0"/>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プロセスマップ（</a:t>
              </a:r>
              <a:r>
                <a:rPr lang="en-US" altLang="ja-JP" sz="1600" b="1">
                  <a:solidFill>
                    <a:schemeClr val="tx1">
                      <a:lumMod val="75000"/>
                      <a:lumOff val="25000"/>
                    </a:schemeClr>
                  </a:solidFill>
                  <a:latin typeface="Meiryo UI" panose="020B0604030504040204" pitchFamily="50" charset="-128"/>
                  <a:ea typeface="Meiryo UI" panose="020B0604030504040204" pitchFamily="50" charset="-128"/>
                </a:rPr>
                <a:t>Lv3</a:t>
              </a:r>
              <a:r>
                <a:rPr lang="ja-JP" altLang="en-US" sz="16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矢印: 五方向 14">
              <a:extLst>
                <a:ext uri="{FF2B5EF4-FFF2-40B4-BE49-F238E27FC236}">
                  <a16:creationId xmlns:a16="http://schemas.microsoft.com/office/drawing/2014/main" id="{897F608D-2E47-1EA2-A34C-D28A8D7EFED3}"/>
                </a:ext>
              </a:extLst>
            </p:cNvPr>
            <p:cNvSpPr/>
            <p:nvPr/>
          </p:nvSpPr>
          <p:spPr bwMode="auto">
            <a:xfrm>
              <a:off x="949208" y="3381375"/>
              <a:ext cx="3458380" cy="109274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作成単位：</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1</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つ</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処理単位：プロセス</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矢印: 五方向 15">
              <a:extLst>
                <a:ext uri="{FF2B5EF4-FFF2-40B4-BE49-F238E27FC236}">
                  <a16:creationId xmlns:a16="http://schemas.microsoft.com/office/drawing/2014/main" id="{BC19AF81-F705-3948-A32E-EC7880ABFAAD}"/>
                </a:ext>
              </a:extLst>
            </p:cNvPr>
            <p:cNvSpPr/>
            <p:nvPr/>
          </p:nvSpPr>
          <p:spPr bwMode="auto">
            <a:xfrm>
              <a:off x="4578233" y="3381375"/>
              <a:ext cx="3458380" cy="109274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作成単位：プロセスごとに作成</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a:p>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処理単位：アクティビティ</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矢印: 五方向 16">
              <a:extLst>
                <a:ext uri="{FF2B5EF4-FFF2-40B4-BE49-F238E27FC236}">
                  <a16:creationId xmlns:a16="http://schemas.microsoft.com/office/drawing/2014/main" id="{4FCCAD59-A0E0-5168-1CCD-6500BCA4248C}"/>
                </a:ext>
              </a:extLst>
            </p:cNvPr>
            <p:cNvSpPr/>
            <p:nvPr/>
          </p:nvSpPr>
          <p:spPr bwMode="auto">
            <a:xfrm>
              <a:off x="8207258" y="3381375"/>
              <a:ext cx="3458380" cy="1092742"/>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作成単位：アクティビティごとに作成</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処理単位：タスク</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矢印: 五方向 18">
              <a:extLst>
                <a:ext uri="{FF2B5EF4-FFF2-40B4-BE49-F238E27FC236}">
                  <a16:creationId xmlns:a16="http://schemas.microsoft.com/office/drawing/2014/main" id="{C1FEAC6D-B9EC-91B1-8DD5-7171E48984E1}"/>
                </a:ext>
              </a:extLst>
            </p:cNvPr>
            <p:cNvSpPr/>
            <p:nvPr/>
          </p:nvSpPr>
          <p:spPr bwMode="auto">
            <a:xfrm>
              <a:off x="949208" y="4533792"/>
              <a:ext cx="3458380" cy="1352208"/>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矢印: 五方向 19">
              <a:extLst>
                <a:ext uri="{FF2B5EF4-FFF2-40B4-BE49-F238E27FC236}">
                  <a16:creationId xmlns:a16="http://schemas.microsoft.com/office/drawing/2014/main" id="{C984D9FF-7887-1733-102C-003802C87E5E}"/>
                </a:ext>
              </a:extLst>
            </p:cNvPr>
            <p:cNvSpPr/>
            <p:nvPr/>
          </p:nvSpPr>
          <p:spPr bwMode="auto">
            <a:xfrm>
              <a:off x="4578233" y="4533792"/>
              <a:ext cx="3458380" cy="1352208"/>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矢印: 五方向 20">
              <a:extLst>
                <a:ext uri="{FF2B5EF4-FFF2-40B4-BE49-F238E27FC236}">
                  <a16:creationId xmlns:a16="http://schemas.microsoft.com/office/drawing/2014/main" id="{0F7C6E7C-7ECD-F22B-51D1-376854643B8E}"/>
                </a:ext>
              </a:extLst>
            </p:cNvPr>
            <p:cNvSpPr/>
            <p:nvPr/>
          </p:nvSpPr>
          <p:spPr bwMode="auto">
            <a:xfrm>
              <a:off x="8207258" y="4533791"/>
              <a:ext cx="3458380" cy="2036163"/>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矢印: 五方向 17">
              <a:extLst>
                <a:ext uri="{FF2B5EF4-FFF2-40B4-BE49-F238E27FC236}">
                  <a16:creationId xmlns:a16="http://schemas.microsoft.com/office/drawing/2014/main" id="{73C71C9A-58EC-92F6-8BF9-5A7384C6DEBB}"/>
                </a:ext>
              </a:extLst>
            </p:cNvPr>
            <p:cNvSpPr/>
            <p:nvPr/>
          </p:nvSpPr>
          <p:spPr bwMode="auto">
            <a:xfrm>
              <a:off x="1080828" y="4624893"/>
              <a:ext cx="3195141" cy="1170007"/>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t" anchorCtr="0">
              <a:noAutofit/>
            </a:bodyP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業務</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矢印: 五方向 21">
              <a:extLst>
                <a:ext uri="{FF2B5EF4-FFF2-40B4-BE49-F238E27FC236}">
                  <a16:creationId xmlns:a16="http://schemas.microsoft.com/office/drawing/2014/main" id="{3DEDD267-FB00-0219-CDC2-22C6D0D63CC1}"/>
                </a:ext>
              </a:extLst>
            </p:cNvPr>
            <p:cNvSpPr/>
            <p:nvPr/>
          </p:nvSpPr>
          <p:spPr bwMode="auto">
            <a:xfrm>
              <a:off x="4708193" y="4624892"/>
              <a:ext cx="3195141" cy="1170007"/>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t" anchorCtr="0">
              <a:noAutofit/>
            </a:bodyPr>
            <a:lstStyle/>
            <a:p>
              <a:pPr algn="ct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23" name="直線コネクタ 22">
              <a:extLst>
                <a:ext uri="{FF2B5EF4-FFF2-40B4-BE49-F238E27FC236}">
                  <a16:creationId xmlns:a16="http://schemas.microsoft.com/office/drawing/2014/main" id="{35DEBF42-BB54-6838-6D16-FC936A5BFB92}"/>
                </a:ext>
              </a:extLst>
            </p:cNvPr>
            <p:cNvCxnSpPr>
              <a:cxnSpLocks/>
            </p:cNvCxnSpPr>
            <p:nvPr/>
          </p:nvCxnSpPr>
          <p:spPr bwMode="auto">
            <a:xfrm>
              <a:off x="4708193" y="5209895"/>
              <a:ext cx="3196800" cy="0"/>
            </a:xfrm>
            <a:prstGeom prst="line">
              <a:avLst/>
            </a:prstGeom>
            <a:noFill/>
            <a:ln w="9525" cap="flat" cmpd="sng" algn="ctr">
              <a:solidFill>
                <a:schemeClr val="tx1"/>
              </a:solidFill>
              <a:prstDash val="solid"/>
              <a:round/>
              <a:headEnd type="none" w="med" len="med"/>
              <a:tailEnd type="none" w="med" len="med"/>
            </a:ln>
            <a:effectLst/>
          </p:spPr>
        </p:cxnSp>
        <p:sp>
          <p:nvSpPr>
            <p:cNvPr id="26" name="矢印: 五方向 25">
              <a:extLst>
                <a:ext uri="{FF2B5EF4-FFF2-40B4-BE49-F238E27FC236}">
                  <a16:creationId xmlns:a16="http://schemas.microsoft.com/office/drawing/2014/main" id="{B4ECBC26-281D-BC72-3C62-0B7B28CAFB80}"/>
                </a:ext>
              </a:extLst>
            </p:cNvPr>
            <p:cNvSpPr/>
            <p:nvPr/>
          </p:nvSpPr>
          <p:spPr bwMode="auto">
            <a:xfrm>
              <a:off x="4708193" y="4624893"/>
              <a:ext cx="277316" cy="585002"/>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t" anchorCtr="0">
              <a:noAutofit/>
            </a:bodyP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役</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割</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１</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矢印: 五方向 26">
              <a:extLst>
                <a:ext uri="{FF2B5EF4-FFF2-40B4-BE49-F238E27FC236}">
                  <a16:creationId xmlns:a16="http://schemas.microsoft.com/office/drawing/2014/main" id="{5C723E0F-53B1-7A08-4A97-5BC881503A44}"/>
                </a:ext>
              </a:extLst>
            </p:cNvPr>
            <p:cNvSpPr/>
            <p:nvPr/>
          </p:nvSpPr>
          <p:spPr bwMode="auto">
            <a:xfrm>
              <a:off x="4708193" y="5209898"/>
              <a:ext cx="277316" cy="585002"/>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t" anchorCtr="0">
              <a:noAutofit/>
            </a:bodyP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役</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割</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２</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矢印: 五方向 29">
              <a:extLst>
                <a:ext uri="{FF2B5EF4-FFF2-40B4-BE49-F238E27FC236}">
                  <a16:creationId xmlns:a16="http://schemas.microsoft.com/office/drawing/2014/main" id="{B62EB66C-9756-2D7E-BB3A-05152A45C7CE}"/>
                </a:ext>
              </a:extLst>
            </p:cNvPr>
            <p:cNvSpPr/>
            <p:nvPr/>
          </p:nvSpPr>
          <p:spPr bwMode="auto">
            <a:xfrm>
              <a:off x="8338048" y="4620389"/>
              <a:ext cx="3195141" cy="1865198"/>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t" anchorCtr="0">
              <a:noAutofit/>
            </a:bodyPr>
            <a:lstStyle/>
            <a:p>
              <a:pPr algn="ct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31" name="直線コネクタ 30">
              <a:extLst>
                <a:ext uri="{FF2B5EF4-FFF2-40B4-BE49-F238E27FC236}">
                  <a16:creationId xmlns:a16="http://schemas.microsoft.com/office/drawing/2014/main" id="{047E3836-3206-A7DB-DD59-BC02BFDE3579}"/>
                </a:ext>
              </a:extLst>
            </p:cNvPr>
            <p:cNvCxnSpPr>
              <a:cxnSpLocks/>
            </p:cNvCxnSpPr>
            <p:nvPr/>
          </p:nvCxnSpPr>
          <p:spPr bwMode="auto">
            <a:xfrm>
              <a:off x="8338048" y="5205392"/>
              <a:ext cx="3196800" cy="0"/>
            </a:xfrm>
            <a:prstGeom prst="line">
              <a:avLst/>
            </a:prstGeom>
            <a:noFill/>
            <a:ln w="9525" cap="flat" cmpd="sng" algn="ctr">
              <a:solidFill>
                <a:schemeClr val="tx1"/>
              </a:solidFill>
              <a:prstDash val="solid"/>
              <a:round/>
              <a:headEnd type="none" w="med" len="med"/>
              <a:tailEnd type="none" w="med" len="med"/>
            </a:ln>
            <a:effectLst/>
          </p:spPr>
        </p:cxnSp>
        <p:sp>
          <p:nvSpPr>
            <p:cNvPr id="32" name="矢印: 五方向 31">
              <a:extLst>
                <a:ext uri="{FF2B5EF4-FFF2-40B4-BE49-F238E27FC236}">
                  <a16:creationId xmlns:a16="http://schemas.microsoft.com/office/drawing/2014/main" id="{D221D28B-617E-73FB-30F9-D64AA578C069}"/>
                </a:ext>
              </a:extLst>
            </p:cNvPr>
            <p:cNvSpPr/>
            <p:nvPr/>
          </p:nvSpPr>
          <p:spPr bwMode="auto">
            <a:xfrm>
              <a:off x="8338048" y="4620390"/>
              <a:ext cx="277316" cy="585002"/>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t" anchorCtr="0">
              <a:noAutofit/>
            </a:bodyP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担</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当</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１</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矢印: 五方向 32">
              <a:extLst>
                <a:ext uri="{FF2B5EF4-FFF2-40B4-BE49-F238E27FC236}">
                  <a16:creationId xmlns:a16="http://schemas.microsoft.com/office/drawing/2014/main" id="{E44A426F-E2DC-E338-1EE2-C993BB4D5684}"/>
                </a:ext>
              </a:extLst>
            </p:cNvPr>
            <p:cNvSpPr/>
            <p:nvPr/>
          </p:nvSpPr>
          <p:spPr bwMode="auto">
            <a:xfrm>
              <a:off x="8338048" y="5205395"/>
              <a:ext cx="277316" cy="585002"/>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t" anchorCtr="0">
              <a:noAutofit/>
            </a:bodyP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担</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当</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２</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34" name="直線コネクタ 33">
              <a:extLst>
                <a:ext uri="{FF2B5EF4-FFF2-40B4-BE49-F238E27FC236}">
                  <a16:creationId xmlns:a16="http://schemas.microsoft.com/office/drawing/2014/main" id="{B901A009-D01F-F438-E14E-B668302D86FF}"/>
                </a:ext>
              </a:extLst>
            </p:cNvPr>
            <p:cNvCxnSpPr>
              <a:cxnSpLocks/>
            </p:cNvCxnSpPr>
            <p:nvPr/>
          </p:nvCxnSpPr>
          <p:spPr bwMode="auto">
            <a:xfrm>
              <a:off x="8338048" y="5790397"/>
              <a:ext cx="3196800" cy="0"/>
            </a:xfrm>
            <a:prstGeom prst="line">
              <a:avLst/>
            </a:prstGeom>
            <a:noFill/>
            <a:ln w="9525" cap="flat" cmpd="sng" algn="ctr">
              <a:solidFill>
                <a:schemeClr val="tx1"/>
              </a:solidFill>
              <a:prstDash val="solid"/>
              <a:round/>
              <a:headEnd type="none" w="med" len="med"/>
              <a:tailEnd type="none" w="med" len="med"/>
            </a:ln>
            <a:effectLst/>
          </p:spPr>
        </p:cxnSp>
        <p:sp>
          <p:nvSpPr>
            <p:cNvPr id="35" name="矢印: 五方向 34">
              <a:extLst>
                <a:ext uri="{FF2B5EF4-FFF2-40B4-BE49-F238E27FC236}">
                  <a16:creationId xmlns:a16="http://schemas.microsoft.com/office/drawing/2014/main" id="{4D4EEFD9-9640-C4F6-8B7C-5F5199B00D27}"/>
                </a:ext>
              </a:extLst>
            </p:cNvPr>
            <p:cNvSpPr/>
            <p:nvPr/>
          </p:nvSpPr>
          <p:spPr bwMode="auto">
            <a:xfrm>
              <a:off x="8338048" y="5796746"/>
              <a:ext cx="277316" cy="688837"/>
            </a:xfrm>
            <a:prstGeom prst="homePlate">
              <a:avLst>
                <a:gd name="adj" fmla="val 0"/>
              </a:avLst>
            </a:prstGeom>
            <a:solidFill>
              <a:schemeClr val="bg1">
                <a:lumMod val="7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シ</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ス</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テ</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ム</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四角形: 角を丸くする 35">
              <a:extLst>
                <a:ext uri="{FF2B5EF4-FFF2-40B4-BE49-F238E27FC236}">
                  <a16:creationId xmlns:a16="http://schemas.microsoft.com/office/drawing/2014/main" id="{17D98B1E-9BC0-6D05-8DAD-136617F5B0B4}"/>
                </a:ext>
              </a:extLst>
            </p:cNvPr>
            <p:cNvSpPr/>
            <p:nvPr/>
          </p:nvSpPr>
          <p:spPr bwMode="auto">
            <a:xfrm>
              <a:off x="1322431" y="4895396"/>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プロセス</a:t>
              </a:r>
              <a:r>
                <a:rPr lang="en-US" altLang="ja-JP" sz="1200">
                  <a:solidFill>
                    <a:schemeClr val="bg1"/>
                  </a:solidFill>
                  <a:latin typeface="Meiryo UI" panose="020B0604030504040204" pitchFamily="50" charset="-128"/>
                  <a:ea typeface="Meiryo UI" panose="020B0604030504040204" pitchFamily="50" charset="-128"/>
                </a:rPr>
                <a:t>A</a:t>
              </a:r>
              <a:endParaRPr lang="ja-JP" altLang="en-US" sz="1200">
                <a:solidFill>
                  <a:schemeClr val="bg1"/>
                </a:solidFill>
                <a:latin typeface="Meiryo UI" panose="020B0604030504040204" pitchFamily="50" charset="-128"/>
                <a:ea typeface="Meiryo UI" panose="020B0604030504040204" pitchFamily="50" charset="-128"/>
              </a:endParaRPr>
            </a:p>
          </p:txBody>
        </p:sp>
        <p:sp>
          <p:nvSpPr>
            <p:cNvPr id="37" name="四角形: 角を丸くする 36">
              <a:extLst>
                <a:ext uri="{FF2B5EF4-FFF2-40B4-BE49-F238E27FC236}">
                  <a16:creationId xmlns:a16="http://schemas.microsoft.com/office/drawing/2014/main" id="{78F1CF8B-34B7-157C-F175-4EE71AB1DEF6}"/>
                </a:ext>
              </a:extLst>
            </p:cNvPr>
            <p:cNvSpPr/>
            <p:nvPr/>
          </p:nvSpPr>
          <p:spPr bwMode="auto">
            <a:xfrm>
              <a:off x="1322430" y="5451400"/>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プロセス</a:t>
              </a:r>
              <a:r>
                <a:rPr lang="en-US" altLang="ja-JP" sz="1200">
                  <a:solidFill>
                    <a:schemeClr val="bg1"/>
                  </a:solidFill>
                  <a:latin typeface="Meiryo UI" panose="020B0604030504040204" pitchFamily="50" charset="-128"/>
                  <a:ea typeface="Meiryo UI" panose="020B0604030504040204" pitchFamily="50" charset="-128"/>
                </a:rPr>
                <a:t>B</a:t>
              </a:r>
              <a:endParaRPr lang="ja-JP" altLang="en-US" sz="1200">
                <a:solidFill>
                  <a:schemeClr val="bg1"/>
                </a:solidFill>
                <a:latin typeface="Meiryo UI" panose="020B0604030504040204" pitchFamily="50" charset="-128"/>
                <a:ea typeface="Meiryo UI" panose="020B0604030504040204" pitchFamily="50" charset="-128"/>
              </a:endParaRPr>
            </a:p>
          </p:txBody>
        </p:sp>
        <p:sp>
          <p:nvSpPr>
            <p:cNvPr id="38" name="四角形: 角を丸くする 37">
              <a:extLst>
                <a:ext uri="{FF2B5EF4-FFF2-40B4-BE49-F238E27FC236}">
                  <a16:creationId xmlns:a16="http://schemas.microsoft.com/office/drawing/2014/main" id="{B97C686A-9F4A-E438-977B-44B0B5C84B05}"/>
                </a:ext>
              </a:extLst>
            </p:cNvPr>
            <p:cNvSpPr/>
            <p:nvPr/>
          </p:nvSpPr>
          <p:spPr bwMode="auto">
            <a:xfrm>
              <a:off x="2860069" y="4895396"/>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プロセス</a:t>
              </a:r>
              <a:r>
                <a:rPr lang="en-US" altLang="ja-JP" sz="1200">
                  <a:solidFill>
                    <a:schemeClr val="bg1"/>
                  </a:solidFill>
                  <a:latin typeface="Meiryo UI" panose="020B0604030504040204" pitchFamily="50" charset="-128"/>
                  <a:ea typeface="Meiryo UI" panose="020B0604030504040204" pitchFamily="50" charset="-128"/>
                </a:rPr>
                <a:t>C</a:t>
              </a:r>
            </a:p>
          </p:txBody>
        </p:sp>
        <p:grpSp>
          <p:nvGrpSpPr>
            <p:cNvPr id="41" name="グループ化 40">
              <a:extLst>
                <a:ext uri="{FF2B5EF4-FFF2-40B4-BE49-F238E27FC236}">
                  <a16:creationId xmlns:a16="http://schemas.microsoft.com/office/drawing/2014/main" id="{C970BFA7-F3DC-4408-0B88-11FE21F6AA9B}"/>
                </a:ext>
              </a:extLst>
            </p:cNvPr>
            <p:cNvGrpSpPr/>
            <p:nvPr/>
          </p:nvGrpSpPr>
          <p:grpSpPr>
            <a:xfrm>
              <a:off x="2406831" y="5451400"/>
              <a:ext cx="1759850" cy="300378"/>
              <a:chOff x="2566481" y="5451400"/>
              <a:chExt cx="1759850" cy="300378"/>
            </a:xfrm>
          </p:grpSpPr>
          <p:sp>
            <p:nvSpPr>
              <p:cNvPr id="39" name="四角形: 角を丸くする 38">
                <a:extLst>
                  <a:ext uri="{FF2B5EF4-FFF2-40B4-BE49-F238E27FC236}">
                    <a16:creationId xmlns:a16="http://schemas.microsoft.com/office/drawing/2014/main" id="{318CAFFD-FDCF-3465-7EE2-012FA0BB5F9C}"/>
                  </a:ext>
                </a:extLst>
              </p:cNvPr>
              <p:cNvSpPr/>
              <p:nvPr/>
            </p:nvSpPr>
            <p:spPr bwMode="auto">
              <a:xfrm>
                <a:off x="2566481" y="5451400"/>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プロセス</a:t>
                </a:r>
                <a:r>
                  <a:rPr lang="en-US" altLang="ja-JP" sz="1200">
                    <a:solidFill>
                      <a:schemeClr val="bg1"/>
                    </a:solidFill>
                    <a:latin typeface="Meiryo UI" panose="020B0604030504040204" pitchFamily="50" charset="-128"/>
                    <a:ea typeface="Meiryo UI" panose="020B0604030504040204" pitchFamily="50" charset="-128"/>
                  </a:rPr>
                  <a:t>D</a:t>
                </a:r>
                <a:endParaRPr lang="ja-JP" altLang="en-US" sz="1200">
                  <a:solidFill>
                    <a:schemeClr val="bg1"/>
                  </a:solidFill>
                  <a:latin typeface="Meiryo UI" panose="020B0604030504040204" pitchFamily="50" charset="-128"/>
                  <a:ea typeface="Meiryo UI" panose="020B0604030504040204" pitchFamily="50" charset="-128"/>
                </a:endParaRPr>
              </a:p>
            </p:txBody>
          </p:sp>
          <p:sp>
            <p:nvSpPr>
              <p:cNvPr id="40" name="四角形: 角を丸くする 39">
                <a:extLst>
                  <a:ext uri="{FF2B5EF4-FFF2-40B4-BE49-F238E27FC236}">
                    <a16:creationId xmlns:a16="http://schemas.microsoft.com/office/drawing/2014/main" id="{02035716-4EC1-4593-B98A-072D6CEC19FA}"/>
                  </a:ext>
                </a:extLst>
              </p:cNvPr>
              <p:cNvSpPr/>
              <p:nvPr/>
            </p:nvSpPr>
            <p:spPr bwMode="auto">
              <a:xfrm>
                <a:off x="3472956" y="5454256"/>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プロセス</a:t>
                </a:r>
                <a:r>
                  <a:rPr lang="en-US" altLang="ja-JP" sz="1200">
                    <a:solidFill>
                      <a:schemeClr val="bg1"/>
                    </a:solidFill>
                    <a:latin typeface="Meiryo UI" panose="020B0604030504040204" pitchFamily="50" charset="-128"/>
                    <a:ea typeface="Meiryo UI" panose="020B0604030504040204" pitchFamily="50" charset="-128"/>
                  </a:rPr>
                  <a:t>E</a:t>
                </a:r>
                <a:endParaRPr lang="ja-JP" altLang="en-US" sz="1200">
                  <a:solidFill>
                    <a:schemeClr val="bg1"/>
                  </a:solidFill>
                  <a:latin typeface="Meiryo UI" panose="020B0604030504040204" pitchFamily="50" charset="-128"/>
                  <a:ea typeface="Meiryo UI" panose="020B0604030504040204" pitchFamily="50" charset="-128"/>
                </a:endParaRPr>
              </a:p>
            </p:txBody>
          </p:sp>
        </p:grpSp>
        <p:cxnSp>
          <p:nvCxnSpPr>
            <p:cNvPr id="42" name="直線矢印コネクタ 10">
              <a:extLst>
                <a:ext uri="{FF2B5EF4-FFF2-40B4-BE49-F238E27FC236}">
                  <a16:creationId xmlns:a16="http://schemas.microsoft.com/office/drawing/2014/main" id="{75BF1C8F-A91B-C5D7-2913-EABCCF1A0535}"/>
                </a:ext>
              </a:extLst>
            </p:cNvPr>
            <p:cNvCxnSpPr>
              <a:cxnSpLocks/>
              <a:stCxn id="36" idx="2"/>
              <a:endCxn id="37" idx="0"/>
            </p:cNvCxnSpPr>
            <p:nvPr/>
          </p:nvCxnSpPr>
          <p:spPr bwMode="auto">
            <a:xfrm flipH="1">
              <a:off x="1749118" y="5192918"/>
              <a:ext cx="1" cy="258482"/>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cxnSp>
          <p:nvCxnSpPr>
            <p:cNvPr id="46" name="直線矢印コネクタ 10">
              <a:extLst>
                <a:ext uri="{FF2B5EF4-FFF2-40B4-BE49-F238E27FC236}">
                  <a16:creationId xmlns:a16="http://schemas.microsoft.com/office/drawing/2014/main" id="{3458A796-2DC6-F8EA-A6EE-CBB0AC4956B1}"/>
                </a:ext>
              </a:extLst>
            </p:cNvPr>
            <p:cNvCxnSpPr>
              <a:cxnSpLocks/>
              <a:stCxn id="37" idx="3"/>
              <a:endCxn id="38" idx="1"/>
            </p:cNvCxnSpPr>
            <p:nvPr/>
          </p:nvCxnSpPr>
          <p:spPr bwMode="auto">
            <a:xfrm flipV="1">
              <a:off x="2175805" y="5044157"/>
              <a:ext cx="684264" cy="556004"/>
            </a:xfrm>
            <a:prstGeom prst="bentConnector3">
              <a:avLst>
                <a:gd name="adj1" fmla="val 18724"/>
              </a:avLst>
            </a:prstGeom>
            <a:noFill/>
            <a:ln w="9525" cap="flat" cmpd="sng" algn="ctr">
              <a:solidFill>
                <a:schemeClr val="tx1">
                  <a:lumMod val="75000"/>
                  <a:lumOff val="25000"/>
                </a:schemeClr>
              </a:solidFill>
              <a:prstDash val="solid"/>
              <a:round/>
              <a:headEnd type="none" w="med" len="med"/>
              <a:tailEnd type="triangle"/>
            </a:ln>
            <a:effectLst/>
          </p:spPr>
        </p:cxnSp>
        <p:cxnSp>
          <p:nvCxnSpPr>
            <p:cNvPr id="52" name="直線矢印コネクタ 10">
              <a:extLst>
                <a:ext uri="{FF2B5EF4-FFF2-40B4-BE49-F238E27FC236}">
                  <a16:creationId xmlns:a16="http://schemas.microsoft.com/office/drawing/2014/main" id="{89B7E8B6-30E1-6D69-E618-6F1B1A8331FF}"/>
                </a:ext>
              </a:extLst>
            </p:cNvPr>
            <p:cNvCxnSpPr>
              <a:cxnSpLocks/>
              <a:stCxn id="38" idx="2"/>
              <a:endCxn id="39" idx="0"/>
            </p:cNvCxnSpPr>
            <p:nvPr/>
          </p:nvCxnSpPr>
          <p:spPr bwMode="auto">
            <a:xfrm flipH="1">
              <a:off x="2833519" y="5192918"/>
              <a:ext cx="453238" cy="258482"/>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cxnSp>
          <p:nvCxnSpPr>
            <p:cNvPr id="55" name="直線矢印コネクタ 10">
              <a:extLst>
                <a:ext uri="{FF2B5EF4-FFF2-40B4-BE49-F238E27FC236}">
                  <a16:creationId xmlns:a16="http://schemas.microsoft.com/office/drawing/2014/main" id="{BCA21C1C-8326-9403-F4CA-983895095681}"/>
                </a:ext>
              </a:extLst>
            </p:cNvPr>
            <p:cNvCxnSpPr>
              <a:cxnSpLocks/>
              <a:stCxn id="38" idx="2"/>
              <a:endCxn id="40" idx="0"/>
            </p:cNvCxnSpPr>
            <p:nvPr/>
          </p:nvCxnSpPr>
          <p:spPr bwMode="auto">
            <a:xfrm>
              <a:off x="3286757" y="5192918"/>
              <a:ext cx="453237" cy="261338"/>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58" name="四角形: 角を丸くする 57">
              <a:extLst>
                <a:ext uri="{FF2B5EF4-FFF2-40B4-BE49-F238E27FC236}">
                  <a16:creationId xmlns:a16="http://schemas.microsoft.com/office/drawing/2014/main" id="{F01E1709-EDA2-381B-8A04-BEFBC849684A}"/>
                </a:ext>
              </a:extLst>
            </p:cNvPr>
            <p:cNvSpPr/>
            <p:nvPr/>
          </p:nvSpPr>
          <p:spPr bwMode="auto">
            <a:xfrm>
              <a:off x="4991469" y="4768633"/>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アクティビティ</a:t>
              </a:r>
              <a:r>
                <a:rPr lang="en-US" altLang="ja-JP" sz="1200">
                  <a:solidFill>
                    <a:schemeClr val="bg1"/>
                  </a:solidFill>
                  <a:latin typeface="Meiryo UI" panose="020B0604030504040204" pitchFamily="50" charset="-128"/>
                  <a:ea typeface="Meiryo UI" panose="020B0604030504040204" pitchFamily="50" charset="-128"/>
                </a:rPr>
                <a:t>1</a:t>
              </a:r>
            </a:p>
          </p:txBody>
        </p:sp>
        <p:sp>
          <p:nvSpPr>
            <p:cNvPr id="59" name="四角形: 角を丸くする 58">
              <a:extLst>
                <a:ext uri="{FF2B5EF4-FFF2-40B4-BE49-F238E27FC236}">
                  <a16:creationId xmlns:a16="http://schemas.microsoft.com/office/drawing/2014/main" id="{44F1F237-A73E-C7F9-D257-1C28EBB6C35C}"/>
                </a:ext>
              </a:extLst>
            </p:cNvPr>
            <p:cNvSpPr/>
            <p:nvPr/>
          </p:nvSpPr>
          <p:spPr bwMode="auto">
            <a:xfrm>
              <a:off x="6021302" y="5351000"/>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アクティビティ</a:t>
              </a:r>
              <a:r>
                <a:rPr lang="en-US" altLang="ja-JP" sz="1200">
                  <a:solidFill>
                    <a:schemeClr val="bg1"/>
                  </a:solidFill>
                  <a:latin typeface="Meiryo UI" panose="020B0604030504040204" pitchFamily="50" charset="-128"/>
                  <a:ea typeface="Meiryo UI" panose="020B0604030504040204" pitchFamily="50" charset="-128"/>
                </a:rPr>
                <a:t>2</a:t>
              </a:r>
            </a:p>
          </p:txBody>
        </p:sp>
        <p:sp>
          <p:nvSpPr>
            <p:cNvPr id="60" name="四角形: 角を丸くする 59">
              <a:extLst>
                <a:ext uri="{FF2B5EF4-FFF2-40B4-BE49-F238E27FC236}">
                  <a16:creationId xmlns:a16="http://schemas.microsoft.com/office/drawing/2014/main" id="{FC15BA0F-FFE3-9058-7053-BCE82429F21D}"/>
                </a:ext>
              </a:extLst>
            </p:cNvPr>
            <p:cNvSpPr/>
            <p:nvPr/>
          </p:nvSpPr>
          <p:spPr bwMode="auto">
            <a:xfrm>
              <a:off x="7051134" y="4768633"/>
              <a:ext cx="85337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アクティビティ</a:t>
              </a:r>
              <a:r>
                <a:rPr lang="en-US" altLang="ja-JP" sz="1200">
                  <a:solidFill>
                    <a:schemeClr val="bg1"/>
                  </a:solidFill>
                  <a:latin typeface="Meiryo UI" panose="020B0604030504040204" pitchFamily="50" charset="-128"/>
                  <a:ea typeface="Meiryo UI" panose="020B0604030504040204" pitchFamily="50" charset="-128"/>
                </a:rPr>
                <a:t>3</a:t>
              </a:r>
            </a:p>
          </p:txBody>
        </p:sp>
        <p:cxnSp>
          <p:nvCxnSpPr>
            <p:cNvPr id="61" name="直線矢印コネクタ 10">
              <a:extLst>
                <a:ext uri="{FF2B5EF4-FFF2-40B4-BE49-F238E27FC236}">
                  <a16:creationId xmlns:a16="http://schemas.microsoft.com/office/drawing/2014/main" id="{5C5D6732-8A8E-AF0C-DCBA-A3C999754E7F}"/>
                </a:ext>
              </a:extLst>
            </p:cNvPr>
            <p:cNvCxnSpPr>
              <a:cxnSpLocks/>
              <a:stCxn id="58" idx="3"/>
              <a:endCxn id="59" idx="1"/>
            </p:cNvCxnSpPr>
            <p:nvPr/>
          </p:nvCxnSpPr>
          <p:spPr bwMode="auto">
            <a:xfrm>
              <a:off x="5844844" y="4917394"/>
              <a:ext cx="176458" cy="582367"/>
            </a:xfrm>
            <a:prstGeom prst="bentConnector3">
              <a:avLst>
                <a:gd name="adj1" fmla="val 50000"/>
              </a:avLst>
            </a:prstGeom>
            <a:noFill/>
            <a:ln w="9525" cap="flat" cmpd="sng" algn="ctr">
              <a:solidFill>
                <a:schemeClr val="tx1">
                  <a:lumMod val="75000"/>
                  <a:lumOff val="25000"/>
                </a:schemeClr>
              </a:solidFill>
              <a:prstDash val="solid"/>
              <a:round/>
              <a:headEnd type="none" w="med" len="med"/>
              <a:tailEnd type="triangle"/>
            </a:ln>
            <a:effectLst/>
          </p:spPr>
        </p:cxnSp>
        <p:cxnSp>
          <p:nvCxnSpPr>
            <p:cNvPr id="64" name="直線矢印コネクタ 10">
              <a:extLst>
                <a:ext uri="{FF2B5EF4-FFF2-40B4-BE49-F238E27FC236}">
                  <a16:creationId xmlns:a16="http://schemas.microsoft.com/office/drawing/2014/main" id="{C43B7492-0624-5616-D031-A375A7FB083C}"/>
                </a:ext>
              </a:extLst>
            </p:cNvPr>
            <p:cNvCxnSpPr>
              <a:cxnSpLocks/>
              <a:stCxn id="59" idx="3"/>
              <a:endCxn id="60" idx="1"/>
            </p:cNvCxnSpPr>
            <p:nvPr/>
          </p:nvCxnSpPr>
          <p:spPr bwMode="auto">
            <a:xfrm flipV="1">
              <a:off x="6874677" y="4917394"/>
              <a:ext cx="176457" cy="582367"/>
            </a:xfrm>
            <a:prstGeom prst="bentConnector3">
              <a:avLst>
                <a:gd name="adj1" fmla="val 50000"/>
              </a:avLst>
            </a:prstGeom>
            <a:noFill/>
            <a:ln w="9525" cap="flat" cmpd="sng" algn="ctr">
              <a:solidFill>
                <a:schemeClr val="tx1">
                  <a:lumMod val="75000"/>
                  <a:lumOff val="25000"/>
                </a:schemeClr>
              </a:solidFill>
              <a:prstDash val="solid"/>
              <a:round/>
              <a:headEnd type="none" w="med" len="med"/>
              <a:tailEnd type="triangle"/>
            </a:ln>
            <a:effectLst/>
          </p:spPr>
        </p:cxnSp>
        <p:sp>
          <p:nvSpPr>
            <p:cNvPr id="67" name="左中かっこ 66">
              <a:extLst>
                <a:ext uri="{FF2B5EF4-FFF2-40B4-BE49-F238E27FC236}">
                  <a16:creationId xmlns:a16="http://schemas.microsoft.com/office/drawing/2014/main" id="{96816BDE-25C6-4EB7-3359-CE422E9AE531}"/>
                </a:ext>
              </a:extLst>
            </p:cNvPr>
            <p:cNvSpPr/>
            <p:nvPr/>
          </p:nvSpPr>
          <p:spPr bwMode="auto">
            <a:xfrm>
              <a:off x="4193230" y="4620389"/>
              <a:ext cx="464458" cy="1170007"/>
            </a:xfrm>
            <a:prstGeom prst="leftBrace">
              <a:avLst>
                <a:gd name="adj1" fmla="val 14998"/>
                <a:gd name="adj2" fmla="val 83541"/>
              </a:avLst>
            </a:prstGeom>
            <a:noFill/>
            <a:ln w="19050" cap="flat" cmpd="sng" algn="ctr">
              <a:solidFill>
                <a:schemeClr val="tx1">
                  <a:lumMod val="75000"/>
                  <a:lumOff val="25000"/>
                </a:schemeClr>
              </a:solidFill>
              <a:prstDash val="solid"/>
              <a:round/>
              <a:headEnd type="none" w="med" len="med"/>
              <a:tailEnd type="none"/>
            </a:ln>
            <a:effectLst/>
          </p:spPr>
          <p:txBody>
            <a:bodyPr rtlCol="0" anchor="ctr"/>
            <a:lstStyle/>
            <a:p>
              <a:pPr algn="ctr"/>
              <a:endParaRPr kumimoji="1" lang="ja-JP" altLang="en-US"/>
            </a:p>
          </p:txBody>
        </p:sp>
        <p:sp>
          <p:nvSpPr>
            <p:cNvPr id="68" name="左中かっこ 67">
              <a:extLst>
                <a:ext uri="{FF2B5EF4-FFF2-40B4-BE49-F238E27FC236}">
                  <a16:creationId xmlns:a16="http://schemas.microsoft.com/office/drawing/2014/main" id="{1050F103-1237-C4A5-073A-03E8CB30BBFA}"/>
                </a:ext>
              </a:extLst>
            </p:cNvPr>
            <p:cNvSpPr/>
            <p:nvPr/>
          </p:nvSpPr>
          <p:spPr bwMode="auto">
            <a:xfrm>
              <a:off x="7908278" y="4628550"/>
              <a:ext cx="397929" cy="1857033"/>
            </a:xfrm>
            <a:prstGeom prst="leftBrace">
              <a:avLst>
                <a:gd name="adj1" fmla="val 14998"/>
                <a:gd name="adj2" fmla="val 15694"/>
              </a:avLst>
            </a:prstGeom>
            <a:noFill/>
            <a:ln w="19050" cap="flat" cmpd="sng" algn="ctr">
              <a:solidFill>
                <a:schemeClr val="tx1">
                  <a:lumMod val="75000"/>
                  <a:lumOff val="25000"/>
                </a:schemeClr>
              </a:solidFill>
              <a:prstDash val="solid"/>
              <a:round/>
              <a:headEnd type="none" w="med" len="med"/>
              <a:tailEnd type="none"/>
            </a:ln>
            <a:effectLst/>
          </p:spPr>
          <p:txBody>
            <a:bodyPr rtlCol="0" anchor="ctr"/>
            <a:lstStyle/>
            <a:p>
              <a:pPr algn="ctr"/>
              <a:endParaRPr kumimoji="1" lang="ja-JP" altLang="en-US"/>
            </a:p>
          </p:txBody>
        </p:sp>
        <p:sp>
          <p:nvSpPr>
            <p:cNvPr id="71" name="四角形: 角を丸くする 70">
              <a:extLst>
                <a:ext uri="{FF2B5EF4-FFF2-40B4-BE49-F238E27FC236}">
                  <a16:creationId xmlns:a16="http://schemas.microsoft.com/office/drawing/2014/main" id="{82C799EB-99AB-F0D3-DF35-95A5FF752FCF}"/>
                </a:ext>
              </a:extLst>
            </p:cNvPr>
            <p:cNvSpPr/>
            <p:nvPr/>
          </p:nvSpPr>
          <p:spPr bwMode="auto">
            <a:xfrm>
              <a:off x="9656586" y="5349135"/>
              <a:ext cx="77579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タスク</a:t>
              </a:r>
              <a:r>
                <a:rPr lang="en-US" altLang="ja-JP" sz="1200">
                  <a:solidFill>
                    <a:schemeClr val="bg1"/>
                  </a:solidFill>
                  <a:latin typeface="Meiryo UI" panose="020B0604030504040204" pitchFamily="50" charset="-128"/>
                  <a:ea typeface="Meiryo UI" panose="020B0604030504040204" pitchFamily="50" charset="-128"/>
                </a:rPr>
                <a:t>2</a:t>
              </a:r>
              <a:endParaRPr lang="ja-JP" altLang="en-US" sz="1200">
                <a:solidFill>
                  <a:schemeClr val="bg1"/>
                </a:solidFill>
                <a:latin typeface="Meiryo UI" panose="020B0604030504040204" pitchFamily="50" charset="-128"/>
                <a:ea typeface="Meiryo UI" panose="020B0604030504040204" pitchFamily="50" charset="-128"/>
              </a:endParaRPr>
            </a:p>
          </p:txBody>
        </p:sp>
        <p:sp>
          <p:nvSpPr>
            <p:cNvPr id="69" name="四角形: 角を丸くする 68">
              <a:extLst>
                <a:ext uri="{FF2B5EF4-FFF2-40B4-BE49-F238E27FC236}">
                  <a16:creationId xmlns:a16="http://schemas.microsoft.com/office/drawing/2014/main" id="{DF491228-1ED5-DB37-61ED-C768FE0FE572}"/>
                </a:ext>
              </a:extLst>
            </p:cNvPr>
            <p:cNvSpPr/>
            <p:nvPr/>
          </p:nvSpPr>
          <p:spPr bwMode="auto">
            <a:xfrm>
              <a:off x="8665090" y="4764130"/>
              <a:ext cx="77579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タスク</a:t>
              </a:r>
              <a:r>
                <a:rPr lang="en-US" altLang="ja-JP" sz="1200">
                  <a:solidFill>
                    <a:schemeClr val="bg1"/>
                  </a:solidFill>
                  <a:latin typeface="Meiryo UI" panose="020B0604030504040204" pitchFamily="50" charset="-128"/>
                  <a:ea typeface="Meiryo UI" panose="020B0604030504040204" pitchFamily="50" charset="-128"/>
                </a:rPr>
                <a:t>1</a:t>
              </a:r>
            </a:p>
          </p:txBody>
        </p:sp>
        <p:sp>
          <p:nvSpPr>
            <p:cNvPr id="72" name="四角形: 角を丸くする 71">
              <a:extLst>
                <a:ext uri="{FF2B5EF4-FFF2-40B4-BE49-F238E27FC236}">
                  <a16:creationId xmlns:a16="http://schemas.microsoft.com/office/drawing/2014/main" id="{197D41A5-0431-B94D-560C-D1FD71D770A2}"/>
                </a:ext>
              </a:extLst>
            </p:cNvPr>
            <p:cNvSpPr/>
            <p:nvPr/>
          </p:nvSpPr>
          <p:spPr bwMode="auto">
            <a:xfrm>
              <a:off x="10645135" y="4764130"/>
              <a:ext cx="775795" cy="297522"/>
            </a:xfrm>
            <a:prstGeom prst="roundRect">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p>
              <a:pPr algn="ctr"/>
              <a:r>
                <a:rPr lang="ja-JP" altLang="en-US" sz="1200">
                  <a:solidFill>
                    <a:schemeClr val="bg1"/>
                  </a:solidFill>
                  <a:latin typeface="Meiryo UI" panose="020B0604030504040204" pitchFamily="50" charset="-128"/>
                  <a:ea typeface="Meiryo UI" panose="020B0604030504040204" pitchFamily="50" charset="-128"/>
                </a:rPr>
                <a:t>タスク</a:t>
              </a:r>
              <a:r>
                <a:rPr lang="en-US" altLang="ja-JP" sz="1200">
                  <a:solidFill>
                    <a:schemeClr val="bg1"/>
                  </a:solidFill>
                  <a:latin typeface="Meiryo UI" panose="020B0604030504040204" pitchFamily="50" charset="-128"/>
                  <a:ea typeface="Meiryo UI" panose="020B0604030504040204" pitchFamily="50" charset="-128"/>
                </a:rPr>
                <a:t>3</a:t>
              </a:r>
              <a:endParaRPr lang="ja-JP" altLang="en-US" sz="1200">
                <a:solidFill>
                  <a:schemeClr val="bg1"/>
                </a:solidFill>
                <a:latin typeface="Meiryo UI" panose="020B0604030504040204" pitchFamily="50" charset="-128"/>
                <a:ea typeface="Meiryo UI" panose="020B0604030504040204" pitchFamily="50" charset="-128"/>
              </a:endParaRPr>
            </a:p>
          </p:txBody>
        </p:sp>
        <p:cxnSp>
          <p:nvCxnSpPr>
            <p:cNvPr id="74" name="直線矢印コネクタ 10">
              <a:extLst>
                <a:ext uri="{FF2B5EF4-FFF2-40B4-BE49-F238E27FC236}">
                  <a16:creationId xmlns:a16="http://schemas.microsoft.com/office/drawing/2014/main" id="{9EBFA888-C356-CB89-4DBF-842354CFA999}"/>
                </a:ext>
              </a:extLst>
            </p:cNvPr>
            <p:cNvCxnSpPr>
              <a:cxnSpLocks/>
              <a:stCxn id="71" idx="3"/>
              <a:endCxn id="72" idx="1"/>
            </p:cNvCxnSpPr>
            <p:nvPr/>
          </p:nvCxnSpPr>
          <p:spPr bwMode="auto">
            <a:xfrm flipV="1">
              <a:off x="10432381" y="4912891"/>
              <a:ext cx="212754" cy="585005"/>
            </a:xfrm>
            <a:prstGeom prst="bentConnector3">
              <a:avLst>
                <a:gd name="adj1" fmla="val 50000"/>
              </a:avLst>
            </a:prstGeom>
            <a:noFill/>
            <a:ln w="9525" cap="flat" cmpd="sng" algn="ctr">
              <a:solidFill>
                <a:schemeClr val="tx1">
                  <a:lumMod val="75000"/>
                  <a:lumOff val="25000"/>
                </a:schemeClr>
              </a:solidFill>
              <a:prstDash val="solid"/>
              <a:round/>
              <a:headEnd type="none" w="med" len="med"/>
              <a:tailEnd type="triangle"/>
            </a:ln>
            <a:effectLst/>
          </p:spPr>
        </p:cxnSp>
        <p:cxnSp>
          <p:nvCxnSpPr>
            <p:cNvPr id="77" name="直線矢印コネクタ 10">
              <a:extLst>
                <a:ext uri="{FF2B5EF4-FFF2-40B4-BE49-F238E27FC236}">
                  <a16:creationId xmlns:a16="http://schemas.microsoft.com/office/drawing/2014/main" id="{A1D78A28-84B2-D41F-FF7B-ACB30AA6E4F4}"/>
                </a:ext>
              </a:extLst>
            </p:cNvPr>
            <p:cNvCxnSpPr>
              <a:cxnSpLocks/>
              <a:stCxn id="69" idx="3"/>
              <a:endCxn id="71" idx="1"/>
            </p:cNvCxnSpPr>
            <p:nvPr/>
          </p:nvCxnSpPr>
          <p:spPr bwMode="auto">
            <a:xfrm>
              <a:off x="9440885" y="4912891"/>
              <a:ext cx="215701" cy="585005"/>
            </a:xfrm>
            <a:prstGeom prst="bentConnector3">
              <a:avLst>
                <a:gd name="adj1" fmla="val 50000"/>
              </a:avLst>
            </a:prstGeom>
            <a:noFill/>
            <a:ln w="9525" cap="flat" cmpd="sng" algn="ctr">
              <a:solidFill>
                <a:schemeClr val="tx1">
                  <a:lumMod val="75000"/>
                  <a:lumOff val="25000"/>
                </a:schemeClr>
              </a:solidFill>
              <a:prstDash val="solid"/>
              <a:round/>
              <a:headEnd type="none" w="med" len="med"/>
              <a:tailEnd type="triangle"/>
            </a:ln>
            <a:effectLst/>
          </p:spPr>
        </p:cxnSp>
        <p:sp>
          <p:nvSpPr>
            <p:cNvPr id="80" name="フローチャート: 磁気ディスク 79">
              <a:extLst>
                <a:ext uri="{FF2B5EF4-FFF2-40B4-BE49-F238E27FC236}">
                  <a16:creationId xmlns:a16="http://schemas.microsoft.com/office/drawing/2014/main" id="{ACA6D265-A1E4-8925-5865-289FE300F47F}"/>
                </a:ext>
              </a:extLst>
            </p:cNvPr>
            <p:cNvSpPr/>
            <p:nvPr/>
          </p:nvSpPr>
          <p:spPr bwMode="auto">
            <a:xfrm>
              <a:off x="9662626" y="5979168"/>
              <a:ext cx="763712"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システム</a:t>
              </a: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81" name="直線矢印コネクタ 10">
              <a:extLst>
                <a:ext uri="{FF2B5EF4-FFF2-40B4-BE49-F238E27FC236}">
                  <a16:creationId xmlns:a16="http://schemas.microsoft.com/office/drawing/2014/main" id="{3D0A5AE9-33C2-783E-B8DE-9B0ADD7CCB93}"/>
                </a:ext>
              </a:extLst>
            </p:cNvPr>
            <p:cNvCxnSpPr>
              <a:cxnSpLocks/>
              <a:stCxn id="71" idx="2"/>
              <a:endCxn id="80" idx="1"/>
            </p:cNvCxnSpPr>
            <p:nvPr/>
          </p:nvCxnSpPr>
          <p:spPr bwMode="auto">
            <a:xfrm flipH="1">
              <a:off x="10044482" y="5646657"/>
              <a:ext cx="2" cy="33251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86" name="フローチャート: 書類 85">
              <a:extLst>
                <a:ext uri="{FF2B5EF4-FFF2-40B4-BE49-F238E27FC236}">
                  <a16:creationId xmlns:a16="http://schemas.microsoft.com/office/drawing/2014/main" id="{DFD9767D-98BB-B81E-40E1-36ADE931F6AE}"/>
                </a:ext>
              </a:extLst>
            </p:cNvPr>
            <p:cNvSpPr/>
            <p:nvPr/>
          </p:nvSpPr>
          <p:spPr bwMode="auto">
            <a:xfrm>
              <a:off x="9279203" y="5002270"/>
              <a:ext cx="540411" cy="362075"/>
            </a:xfrm>
            <a:prstGeom prst="flowChartDocument">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帳票</a:t>
              </a: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a:t>
              </a:r>
              <a:endParaRPr lang="ja-JP" altLang="en-US" sz="1000">
                <a:solidFill>
                  <a:schemeClr val="tx1">
                    <a:lumMod val="65000"/>
                    <a:lumOff val="35000"/>
                  </a:schemeClr>
                </a:solidFill>
                <a:latin typeface="Meiryo UI" panose="020B0604030504040204" pitchFamily="50" charset="-128"/>
                <a:ea typeface="Meiryo UI" panose="020B0604030504040204" pitchFamily="50" charset="-128"/>
              </a:endParaRPr>
            </a:p>
          </p:txBody>
        </p:sp>
      </p:grpSp>
      <p:sp>
        <p:nvSpPr>
          <p:cNvPr id="25" name="タイトル 5">
            <a:extLst>
              <a:ext uri="{FF2B5EF4-FFF2-40B4-BE49-F238E27FC236}">
                <a16:creationId xmlns:a16="http://schemas.microsoft.com/office/drawing/2014/main" id="{62C7D135-DA13-4088-52EF-D3BACF137CD4}"/>
              </a:ext>
            </a:extLst>
          </p:cNvPr>
          <p:cNvSpPr txBox="1">
            <a:spLocks/>
          </p:cNvSpPr>
          <p:nvPr/>
        </p:nvSpPr>
        <p:spPr>
          <a:xfrm>
            <a:off x="190000" y="145338"/>
            <a:ext cx="11328400" cy="449263"/>
          </a:xfrm>
          <a:prstGeom prst="rect">
            <a:avLst/>
          </a:prstGeom>
        </p:spPr>
        <p:txBody>
          <a:bodyPr anchor="ctr"/>
          <a:lstStyle>
            <a:lvl1pPr algn="l" rtl="0" fontAlgn="base">
              <a:lnSpc>
                <a:spcPct val="100000"/>
              </a:lnSpc>
              <a:spcBef>
                <a:spcPct val="0"/>
              </a:spcBef>
              <a:spcAft>
                <a:spcPct val="0"/>
              </a:spcAft>
              <a:defRPr kumimoji="1" sz="2400" baseline="0">
                <a:solidFill>
                  <a:schemeClr val="tx1"/>
                </a:solidFill>
                <a:latin typeface="+mj-ea"/>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刷新について</a:t>
            </a:r>
            <a:r>
              <a:rPr lang="en-US" altLang="ja-JP" kern="0">
                <a:latin typeface="Meiryo UI" panose="020B0604030504040204" pitchFamily="50" charset="-128"/>
                <a:ea typeface="Meiryo UI" panose="020B0604030504040204" pitchFamily="50" charset="-128"/>
              </a:rPr>
              <a:t>】 </a:t>
            </a:r>
            <a:r>
              <a:rPr lang="ja-JP" altLang="en-US" kern="0">
                <a:latin typeface="Meiryo UI" panose="020B0604030504040204" pitchFamily="50" charset="-128"/>
                <a:ea typeface="Meiryo UI" panose="020B0604030504040204" pitchFamily="50" charset="-128"/>
              </a:rPr>
              <a:t>提案①</a:t>
            </a:r>
            <a:r>
              <a:rPr lang="en-US" altLang="ja-JP" kern="0">
                <a:latin typeface="Meiryo UI" panose="020B0604030504040204" pitchFamily="50" charset="-128"/>
                <a:ea typeface="Meiryo UI" panose="020B0604030504040204" pitchFamily="50" charset="-128"/>
              </a:rPr>
              <a:t>C2</a:t>
            </a:r>
            <a:r>
              <a:rPr lang="ja-JP" altLang="en-US" kern="0">
                <a:latin typeface="Meiryo UI" panose="020B0604030504040204" pitchFamily="50" charset="-128"/>
                <a:ea typeface="Meiryo UI" panose="020B0604030504040204" pitchFamily="50" charset="-128"/>
              </a:rPr>
              <a:t>業務課題改善業務ヒアリング進め方案</a:t>
            </a:r>
            <a:endParaRPr lang="en-US" altLang="ja-JP" kern="0">
              <a:latin typeface="Meiryo UI" panose="020B0604030504040204" pitchFamily="50" charset="-128"/>
              <a:ea typeface="Meiryo UI" panose="020B0604030504040204" pitchFamily="50" charset="-128"/>
            </a:endParaRPr>
          </a:p>
          <a:p>
            <a:r>
              <a:rPr lang="en-US" altLang="ja-JP" kern="0">
                <a:latin typeface="Meiryo UI" panose="020B0604030504040204" pitchFamily="50" charset="-128"/>
                <a:ea typeface="Meiryo UI" panose="020B0604030504040204" pitchFamily="50" charset="-128"/>
              </a:rPr>
              <a:t>【</a:t>
            </a:r>
            <a:r>
              <a:rPr lang="en-US" altLang="ja-JP" b="1">
                <a:latin typeface="Meiryo UI" panose="020B0604030504040204" pitchFamily="50" charset="-128"/>
                <a:ea typeface="Meiryo UI" panose="020B0604030504040204" pitchFamily="50" charset="-128"/>
              </a:rPr>
              <a:t>Appendix</a:t>
            </a:r>
            <a:r>
              <a:rPr lang="ja-JP" altLang="en-US" b="1">
                <a:latin typeface="Meiryo UI" panose="020B0604030504040204" pitchFamily="50" charset="-128"/>
                <a:ea typeface="Meiryo UI" panose="020B0604030504040204" pitchFamily="50" charset="-128"/>
              </a:rPr>
              <a:t>：業務フロー図（サンプル）</a:t>
            </a:r>
            <a:r>
              <a:rPr lang="en-US" altLang="ja-JP" b="1" kern="0">
                <a:latin typeface="Meiryo UI" panose="020B0604030504040204" pitchFamily="50" charset="-128"/>
                <a:ea typeface="Meiryo UI" panose="020B0604030504040204" pitchFamily="50" charset="-128"/>
              </a:rPr>
              <a:t>】</a:t>
            </a:r>
            <a:endParaRPr lang="ja-JP" altLang="en-US" b="1" kern="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47226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DC961-7931-F97B-3E78-9E1A1B2C006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78FFA13-BBD7-0A43-E518-4B17FFBE1804}"/>
              </a:ext>
            </a:extLst>
          </p:cNvPr>
          <p:cNvSpPr>
            <a:spLocks noGrp="1"/>
          </p:cNvSpPr>
          <p:nvPr>
            <p:ph type="sldNum" sz="quarter" idx="10"/>
          </p:nvPr>
        </p:nvSpPr>
        <p:spPr/>
        <p:txBody>
          <a:bodyPr/>
          <a:lstStyle/>
          <a:p>
            <a:pPr>
              <a:defRPr/>
            </a:pPr>
            <a:fld id="{B69A64E9-DEE1-40B5-88E8-A6C3DD001D0B}" type="slidenum">
              <a:rPr lang="en-US" altLang="ja-JP" smtClean="0"/>
              <a:pPr>
                <a:defRPr/>
              </a:pPr>
              <a:t>14</a:t>
            </a:fld>
            <a:endParaRPr lang="en-US" altLang="ja-JP"/>
          </a:p>
        </p:txBody>
      </p:sp>
      <p:grpSp>
        <p:nvGrpSpPr>
          <p:cNvPr id="94" name="グループ化 93">
            <a:extLst>
              <a:ext uri="{FF2B5EF4-FFF2-40B4-BE49-F238E27FC236}">
                <a16:creationId xmlns:a16="http://schemas.microsoft.com/office/drawing/2014/main" id="{EA86A4CF-8D3A-0D4B-273F-386163DC9199}"/>
              </a:ext>
            </a:extLst>
          </p:cNvPr>
          <p:cNvGrpSpPr/>
          <p:nvPr/>
        </p:nvGrpSpPr>
        <p:grpSpPr>
          <a:xfrm>
            <a:off x="280619" y="1587968"/>
            <a:ext cx="11630763" cy="5054133"/>
            <a:chOff x="280619" y="1587968"/>
            <a:chExt cx="11630763" cy="5054133"/>
          </a:xfrm>
        </p:grpSpPr>
        <p:sp>
          <p:nvSpPr>
            <p:cNvPr id="25" name="正方形/長方形 24">
              <a:extLst>
                <a:ext uri="{FF2B5EF4-FFF2-40B4-BE49-F238E27FC236}">
                  <a16:creationId xmlns:a16="http://schemas.microsoft.com/office/drawing/2014/main" id="{C7274F5F-B103-615A-2B72-8FD3161A8089}"/>
                </a:ext>
              </a:extLst>
            </p:cNvPr>
            <p:cNvSpPr/>
            <p:nvPr/>
          </p:nvSpPr>
          <p:spPr bwMode="auto">
            <a:xfrm>
              <a:off x="8946693" y="3122529"/>
              <a:ext cx="2961711" cy="1165506"/>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C-NET</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6918E2E4-2868-8331-F2C1-34E10E3C08DA}"/>
                </a:ext>
              </a:extLst>
            </p:cNvPr>
            <p:cNvSpPr/>
            <p:nvPr/>
          </p:nvSpPr>
          <p:spPr bwMode="auto">
            <a:xfrm>
              <a:off x="8946693" y="4339491"/>
              <a:ext cx="2961711" cy="1165506"/>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CUSTOM/C1</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商品＞</a:t>
              </a:r>
              <a:endParaRPr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8B396678-C149-45A9-EAD1-9F833DF6DE42}"/>
                </a:ext>
              </a:extLst>
            </p:cNvPr>
            <p:cNvSpPr/>
            <p:nvPr/>
          </p:nvSpPr>
          <p:spPr bwMode="auto">
            <a:xfrm>
              <a:off x="8946693" y="5556453"/>
              <a:ext cx="2961711" cy="1084485"/>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SAS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2E533C6A-A536-2C2B-E300-B8B7F46E3C8D}"/>
                </a:ext>
              </a:extLst>
            </p:cNvPr>
            <p:cNvSpPr/>
            <p:nvPr/>
          </p:nvSpPr>
          <p:spPr bwMode="auto">
            <a:xfrm>
              <a:off x="287869" y="5045955"/>
              <a:ext cx="4855174" cy="1596146"/>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kumimoji="1" lang="ja-JP" altLang="en-US" sz="1100">
                  <a:solidFill>
                    <a:schemeClr val="tx1">
                      <a:lumMod val="65000"/>
                      <a:lumOff val="35000"/>
                    </a:schemeClr>
                  </a:solidFill>
                  <a:latin typeface="Meiryo UI" panose="020B0604030504040204" pitchFamily="50" charset="-128"/>
                  <a:ea typeface="Meiryo UI" panose="020B0604030504040204" pitchFamily="50" charset="-128"/>
                </a:rPr>
                <a:t>事業所</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（調査員</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内勤</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マネージャー）</a:t>
              </a:r>
              <a:endParaRPr kumimoji="1" lang="ja-JP" altLang="en-US" sz="9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C947ADBA-B80A-E6AB-1D6F-5B21A7A7C4E4}"/>
                </a:ext>
              </a:extLst>
            </p:cNvPr>
            <p:cNvSpPr/>
            <p:nvPr/>
          </p:nvSpPr>
          <p:spPr bwMode="auto">
            <a:xfrm>
              <a:off x="287869" y="1905567"/>
              <a:ext cx="1308896" cy="1372312"/>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本社</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メンテ課）</a:t>
              </a:r>
              <a:endParaRPr kumimoji="1" lang="ja-JP" altLang="en-US" sz="9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B1F7DF00-7FA9-5185-A7B7-3AC65B1D80BB}"/>
                </a:ext>
              </a:extLst>
            </p:cNvPr>
            <p:cNvSpPr/>
            <p:nvPr/>
          </p:nvSpPr>
          <p:spPr bwMode="auto">
            <a:xfrm>
              <a:off x="676080" y="2369412"/>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リスト作成</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指示</a:t>
              </a:r>
            </a:p>
          </p:txBody>
        </p:sp>
        <p:sp>
          <p:nvSpPr>
            <p:cNvPr id="15" name="正方形/長方形 14">
              <a:extLst>
                <a:ext uri="{FF2B5EF4-FFF2-40B4-BE49-F238E27FC236}">
                  <a16:creationId xmlns:a16="http://schemas.microsoft.com/office/drawing/2014/main" id="{3026DAEC-6358-3A4A-6223-8855F4D207B6}"/>
                </a:ext>
              </a:extLst>
            </p:cNvPr>
            <p:cNvSpPr/>
            <p:nvPr/>
          </p:nvSpPr>
          <p:spPr bwMode="auto">
            <a:xfrm>
              <a:off x="1687436" y="1905567"/>
              <a:ext cx="3454023" cy="3087581"/>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メンテ</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2D264B8C-9A10-F816-8A5A-48A85C9F2264}"/>
                </a:ext>
              </a:extLst>
            </p:cNvPr>
            <p:cNvSpPr/>
            <p:nvPr/>
          </p:nvSpPr>
          <p:spPr bwMode="auto">
            <a:xfrm>
              <a:off x="676080" y="2849247"/>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審査</a:t>
              </a:r>
            </a:p>
          </p:txBody>
        </p:sp>
        <p:cxnSp>
          <p:nvCxnSpPr>
            <p:cNvPr id="18" name="直線矢印コネクタ 17">
              <a:extLst>
                <a:ext uri="{FF2B5EF4-FFF2-40B4-BE49-F238E27FC236}">
                  <a16:creationId xmlns:a16="http://schemas.microsoft.com/office/drawing/2014/main" id="{F15BA4DB-5164-0880-BBB8-8261E7D32C7A}"/>
                </a:ext>
              </a:extLst>
            </p:cNvPr>
            <p:cNvCxnSpPr>
              <a:cxnSpLocks/>
              <a:stCxn id="9" idx="3"/>
              <a:endCxn id="48" idx="1"/>
            </p:cNvCxnSpPr>
            <p:nvPr/>
          </p:nvCxnSpPr>
          <p:spPr bwMode="auto">
            <a:xfrm>
              <a:off x="1196428" y="2516065"/>
              <a:ext cx="826820" cy="282533"/>
            </a:xfrm>
            <a:prstGeom prst="bentConnector3">
              <a:avLst>
                <a:gd name="adj1" fmla="val 33446"/>
              </a:avLst>
            </a:prstGeom>
            <a:noFill/>
            <a:ln w="9525" cap="flat" cmpd="sng" algn="ctr">
              <a:solidFill>
                <a:schemeClr val="tx1">
                  <a:lumMod val="75000"/>
                  <a:lumOff val="25000"/>
                </a:schemeClr>
              </a:solidFill>
              <a:prstDash val="dash"/>
              <a:round/>
              <a:headEnd type="none" w="med" len="med"/>
              <a:tailEnd type="triangle"/>
            </a:ln>
            <a:effectLst/>
          </p:spPr>
        </p:cxnSp>
        <p:sp>
          <p:nvSpPr>
            <p:cNvPr id="19" name="フローチャート: 磁気ディスク 18">
              <a:extLst>
                <a:ext uri="{FF2B5EF4-FFF2-40B4-BE49-F238E27FC236}">
                  <a16:creationId xmlns:a16="http://schemas.microsoft.com/office/drawing/2014/main" id="{2D2ACE1A-8DCB-F35E-D344-EF32B4013C4A}"/>
                </a:ext>
              </a:extLst>
            </p:cNvPr>
            <p:cNvSpPr/>
            <p:nvPr/>
          </p:nvSpPr>
          <p:spPr bwMode="auto">
            <a:xfrm>
              <a:off x="2885173" y="263660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ロングリスト</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8F8F9D08-1F19-C678-F714-2881490D8B0C}"/>
                </a:ext>
              </a:extLst>
            </p:cNvPr>
            <p:cNvSpPr/>
            <p:nvPr/>
          </p:nvSpPr>
          <p:spPr bwMode="auto">
            <a:xfrm>
              <a:off x="5243225" y="5045955"/>
              <a:ext cx="2138100" cy="1596146"/>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外注業者</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（パンチ業者</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/BS</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a:t>
              </a:r>
              <a:endParaRPr kumimoji="1" lang="ja-JP" altLang="en-US" sz="9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95093420-EFE8-C035-C71D-23824DE22C38}"/>
                </a:ext>
              </a:extLst>
            </p:cNvPr>
            <p:cNvSpPr/>
            <p:nvPr/>
          </p:nvSpPr>
          <p:spPr bwMode="auto">
            <a:xfrm>
              <a:off x="5247331" y="1905567"/>
              <a:ext cx="2138100" cy="3087581"/>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DB (AWS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移行中</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 </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D0E9F4A7-EF1D-40E7-BB18-8E7BF214119B}"/>
                </a:ext>
              </a:extLst>
            </p:cNvPr>
            <p:cNvSpPr/>
            <p:nvPr/>
          </p:nvSpPr>
          <p:spPr bwMode="auto">
            <a:xfrm>
              <a:off x="7487720" y="4815133"/>
              <a:ext cx="1260325" cy="1826967"/>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＜割サポ</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39E375FC-1EBE-2419-314A-D95A4DE1FADC}"/>
                </a:ext>
              </a:extLst>
            </p:cNvPr>
            <p:cNvSpPr/>
            <p:nvPr/>
          </p:nvSpPr>
          <p:spPr bwMode="auto">
            <a:xfrm>
              <a:off x="7483750" y="1905567"/>
              <a:ext cx="1259546" cy="1610697"/>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＜社外＞</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8" name="フローチャート: 磁気ディスク 27">
              <a:extLst>
                <a:ext uri="{FF2B5EF4-FFF2-40B4-BE49-F238E27FC236}">
                  <a16:creationId xmlns:a16="http://schemas.microsoft.com/office/drawing/2014/main" id="{8BA0C19D-9015-68AB-DC88-6C011EDC7A6B}"/>
                </a:ext>
              </a:extLst>
            </p:cNvPr>
            <p:cNvSpPr/>
            <p:nvPr/>
          </p:nvSpPr>
          <p:spPr bwMode="auto">
            <a:xfrm>
              <a:off x="5368501" y="263994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29" name="正方形/長方形 28">
              <a:extLst>
                <a:ext uri="{FF2B5EF4-FFF2-40B4-BE49-F238E27FC236}">
                  <a16:creationId xmlns:a16="http://schemas.microsoft.com/office/drawing/2014/main" id="{8B71C08F-43F9-55ED-A74E-9501F2DCF93B}"/>
                </a:ext>
              </a:extLst>
            </p:cNvPr>
            <p:cNvSpPr/>
            <p:nvPr/>
          </p:nvSpPr>
          <p:spPr bwMode="auto">
            <a:xfrm>
              <a:off x="287868" y="3334044"/>
              <a:ext cx="1310400" cy="1659105"/>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C2 (</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日立クラウド</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 </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30" name="フローチャート: 磁気ディスク 29">
              <a:extLst>
                <a:ext uri="{FF2B5EF4-FFF2-40B4-BE49-F238E27FC236}">
                  <a16:creationId xmlns:a16="http://schemas.microsoft.com/office/drawing/2014/main" id="{DAF17A61-C1B9-B0F1-AE7C-7F4D44DA6195}"/>
                </a:ext>
              </a:extLst>
            </p:cNvPr>
            <p:cNvSpPr/>
            <p:nvPr/>
          </p:nvSpPr>
          <p:spPr bwMode="auto">
            <a:xfrm>
              <a:off x="7538183" y="2145475"/>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err="1">
                  <a:solidFill>
                    <a:schemeClr val="tx1">
                      <a:lumMod val="65000"/>
                      <a:lumOff val="35000"/>
                    </a:schemeClr>
                  </a:solidFill>
                  <a:latin typeface="Meiryo UI" panose="020B0604030504040204" pitchFamily="50" charset="-128"/>
                  <a:ea typeface="Meiryo UI" panose="020B0604030504040204" pitchFamily="50" charset="-128"/>
                </a:rPr>
                <a:t>Sansan</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4" name="直線矢印コネクタ 3">
              <a:extLst>
                <a:ext uri="{FF2B5EF4-FFF2-40B4-BE49-F238E27FC236}">
                  <a16:creationId xmlns:a16="http://schemas.microsoft.com/office/drawing/2014/main" id="{39C546DB-6ADC-D0EE-D1AF-1C9FE7ACCD63}"/>
                </a:ext>
              </a:extLst>
            </p:cNvPr>
            <p:cNvCxnSpPr>
              <a:cxnSpLocks/>
              <a:stCxn id="41" idx="0"/>
              <a:endCxn id="61" idx="2"/>
            </p:cNvCxnSpPr>
            <p:nvPr/>
          </p:nvCxnSpPr>
          <p:spPr bwMode="auto">
            <a:xfrm flipV="1">
              <a:off x="3145986" y="3435121"/>
              <a:ext cx="0" cy="196786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7" name="直線矢印コネクタ 3">
              <a:extLst>
                <a:ext uri="{FF2B5EF4-FFF2-40B4-BE49-F238E27FC236}">
                  <a16:creationId xmlns:a16="http://schemas.microsoft.com/office/drawing/2014/main" id="{3610E60A-6FE9-F970-F430-B9823B0F217D}"/>
                </a:ext>
              </a:extLst>
            </p:cNvPr>
            <p:cNvCxnSpPr>
              <a:cxnSpLocks/>
              <a:stCxn id="93" idx="3"/>
              <a:endCxn id="98" idx="0"/>
            </p:cNvCxnSpPr>
            <p:nvPr/>
          </p:nvCxnSpPr>
          <p:spPr bwMode="auto">
            <a:xfrm>
              <a:off x="7798996" y="2963935"/>
              <a:ext cx="0" cy="17788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3" name="直線矢印コネクタ 3">
              <a:extLst>
                <a:ext uri="{FF2B5EF4-FFF2-40B4-BE49-F238E27FC236}">
                  <a16:creationId xmlns:a16="http://schemas.microsoft.com/office/drawing/2014/main" id="{80351FDC-D9AE-9498-C50C-D193C85FF946}"/>
                </a:ext>
              </a:extLst>
            </p:cNvPr>
            <p:cNvCxnSpPr>
              <a:cxnSpLocks/>
              <a:stCxn id="48" idx="3"/>
              <a:endCxn id="19" idx="2"/>
            </p:cNvCxnSpPr>
            <p:nvPr/>
          </p:nvCxnSpPr>
          <p:spPr bwMode="auto">
            <a:xfrm>
              <a:off x="2543596" y="2798598"/>
              <a:ext cx="341577" cy="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40" name="フローチャート: 磁気ディスク 39">
              <a:extLst>
                <a:ext uri="{FF2B5EF4-FFF2-40B4-BE49-F238E27FC236}">
                  <a16:creationId xmlns:a16="http://schemas.microsoft.com/office/drawing/2014/main" id="{062721DA-DB86-382F-C5E5-43A2B7233ACF}"/>
                </a:ext>
              </a:extLst>
            </p:cNvPr>
            <p:cNvSpPr/>
            <p:nvPr/>
          </p:nvSpPr>
          <p:spPr bwMode="auto">
            <a:xfrm>
              <a:off x="4007551" y="339536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進捗管理</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6236D98E-892F-4205-99BB-6C7CFCE37FE0}"/>
                </a:ext>
              </a:extLst>
            </p:cNvPr>
            <p:cNvSpPr/>
            <p:nvPr/>
          </p:nvSpPr>
          <p:spPr bwMode="auto">
            <a:xfrm>
              <a:off x="2885812"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取材対象</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a:t>
              </a:r>
            </a:p>
          </p:txBody>
        </p:sp>
        <p:cxnSp>
          <p:nvCxnSpPr>
            <p:cNvPr id="42" name="直線矢印コネクタ 10">
              <a:extLst>
                <a:ext uri="{FF2B5EF4-FFF2-40B4-BE49-F238E27FC236}">
                  <a16:creationId xmlns:a16="http://schemas.microsoft.com/office/drawing/2014/main" id="{079AE8DB-1283-310D-4417-406F17AA8463}"/>
                </a:ext>
              </a:extLst>
            </p:cNvPr>
            <p:cNvCxnSpPr>
              <a:cxnSpLocks/>
              <a:stCxn id="82" idx="3"/>
              <a:endCxn id="81" idx="1"/>
            </p:cNvCxnSpPr>
            <p:nvPr/>
          </p:nvCxnSpPr>
          <p:spPr bwMode="auto">
            <a:xfrm flipV="1">
              <a:off x="4527897" y="5549634"/>
              <a:ext cx="1914752" cy="1"/>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48" name="正方形/長方形 47">
              <a:extLst>
                <a:ext uri="{FF2B5EF4-FFF2-40B4-BE49-F238E27FC236}">
                  <a16:creationId xmlns:a16="http://schemas.microsoft.com/office/drawing/2014/main" id="{7DA3A962-8131-6912-9D50-048057695176}"/>
                </a:ext>
              </a:extLst>
            </p:cNvPr>
            <p:cNvSpPr/>
            <p:nvPr/>
          </p:nvSpPr>
          <p:spPr bwMode="auto">
            <a:xfrm>
              <a:off x="2023248" y="265194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リスト作成</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53" name="直線矢印コネクタ 3">
              <a:extLst>
                <a:ext uri="{FF2B5EF4-FFF2-40B4-BE49-F238E27FC236}">
                  <a16:creationId xmlns:a16="http://schemas.microsoft.com/office/drawing/2014/main" id="{0AFCDACE-5B17-CC40-90AE-351C3578EC51}"/>
                </a:ext>
              </a:extLst>
            </p:cNvPr>
            <p:cNvCxnSpPr>
              <a:cxnSpLocks/>
              <a:stCxn id="28" idx="1"/>
              <a:endCxn id="48" idx="0"/>
            </p:cNvCxnSpPr>
            <p:nvPr/>
          </p:nvCxnSpPr>
          <p:spPr bwMode="auto">
            <a:xfrm rot="16200000" flipH="1" flipV="1">
              <a:off x="3950368" y="972998"/>
              <a:ext cx="12001" cy="3345892"/>
            </a:xfrm>
            <a:prstGeom prst="bentConnector3">
              <a:avLst>
                <a:gd name="adj1" fmla="val -1007388"/>
              </a:avLst>
            </a:prstGeom>
            <a:noFill/>
            <a:ln w="9525" cap="flat" cmpd="sng" algn="ctr">
              <a:solidFill>
                <a:schemeClr val="tx1">
                  <a:lumMod val="75000"/>
                  <a:lumOff val="25000"/>
                </a:schemeClr>
              </a:solidFill>
              <a:prstDash val="dash"/>
              <a:round/>
              <a:headEnd type="none" w="med" len="med"/>
              <a:tailEnd type="triangle"/>
            </a:ln>
            <a:effectLst/>
          </p:spPr>
        </p:cxnSp>
        <p:cxnSp>
          <p:nvCxnSpPr>
            <p:cNvPr id="56" name="直線矢印コネクタ 3">
              <a:extLst>
                <a:ext uri="{FF2B5EF4-FFF2-40B4-BE49-F238E27FC236}">
                  <a16:creationId xmlns:a16="http://schemas.microsoft.com/office/drawing/2014/main" id="{3B39A152-7BDF-C69E-0B4E-54B8A610C71A}"/>
                </a:ext>
              </a:extLst>
            </p:cNvPr>
            <p:cNvCxnSpPr>
              <a:cxnSpLocks/>
              <a:stCxn id="30" idx="3"/>
              <a:endCxn id="48" idx="0"/>
            </p:cNvCxnSpPr>
            <p:nvPr/>
          </p:nvCxnSpPr>
          <p:spPr bwMode="auto">
            <a:xfrm rot="5400000">
              <a:off x="4949970" y="-197081"/>
              <a:ext cx="182480" cy="5515574"/>
            </a:xfrm>
            <a:prstGeom prst="bentConnector3">
              <a:avLst>
                <a:gd name="adj1" fmla="val 24997"/>
              </a:avLst>
            </a:prstGeom>
            <a:noFill/>
            <a:ln w="9525" cap="flat" cmpd="sng" algn="ctr">
              <a:solidFill>
                <a:schemeClr val="tx1">
                  <a:lumMod val="75000"/>
                  <a:lumOff val="25000"/>
                </a:schemeClr>
              </a:solidFill>
              <a:prstDash val="dash"/>
              <a:round/>
              <a:headEnd type="none" w="med" len="med"/>
              <a:tailEnd type="triangle"/>
            </a:ln>
            <a:effectLst/>
          </p:spPr>
        </p:cxnSp>
        <p:sp>
          <p:nvSpPr>
            <p:cNvPr id="61" name="正方形/長方形 60">
              <a:extLst>
                <a:ext uri="{FF2B5EF4-FFF2-40B4-BE49-F238E27FC236}">
                  <a16:creationId xmlns:a16="http://schemas.microsoft.com/office/drawing/2014/main" id="{D5B3939A-A186-AC08-ABF0-F18D57DD6990}"/>
                </a:ext>
              </a:extLst>
            </p:cNvPr>
            <p:cNvSpPr/>
            <p:nvPr/>
          </p:nvSpPr>
          <p:spPr bwMode="auto">
            <a:xfrm>
              <a:off x="2885812" y="3141816"/>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取材対象</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64" name="直線矢印コネクタ 3">
              <a:extLst>
                <a:ext uri="{FF2B5EF4-FFF2-40B4-BE49-F238E27FC236}">
                  <a16:creationId xmlns:a16="http://schemas.microsoft.com/office/drawing/2014/main" id="{DDA7DF08-237E-C709-6FF7-F8178F8C81B3}"/>
                </a:ext>
              </a:extLst>
            </p:cNvPr>
            <p:cNvCxnSpPr>
              <a:cxnSpLocks/>
              <a:stCxn id="28" idx="3"/>
              <a:endCxn id="61" idx="3"/>
            </p:cNvCxnSpPr>
            <p:nvPr/>
          </p:nvCxnSpPr>
          <p:spPr bwMode="auto">
            <a:xfrm rot="5400000">
              <a:off x="4355470" y="2014624"/>
              <a:ext cx="324535" cy="2223155"/>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67" name="フローチャート: 磁気ディスク 66">
              <a:extLst>
                <a:ext uri="{FF2B5EF4-FFF2-40B4-BE49-F238E27FC236}">
                  <a16:creationId xmlns:a16="http://schemas.microsoft.com/office/drawing/2014/main" id="{48218191-3589-4E4F-C657-3926DF7005C4}"/>
                </a:ext>
              </a:extLst>
            </p:cNvPr>
            <p:cNvSpPr/>
            <p:nvPr/>
          </p:nvSpPr>
          <p:spPr bwMode="auto">
            <a:xfrm>
              <a:off x="6131435" y="2143086"/>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68" name="直線矢印コネクタ 3">
              <a:extLst>
                <a:ext uri="{FF2B5EF4-FFF2-40B4-BE49-F238E27FC236}">
                  <a16:creationId xmlns:a16="http://schemas.microsoft.com/office/drawing/2014/main" id="{B27981A6-3CAC-C4B3-ABA4-E437524C51B4}"/>
                </a:ext>
              </a:extLst>
            </p:cNvPr>
            <p:cNvCxnSpPr>
              <a:cxnSpLocks/>
              <a:stCxn id="67" idx="3"/>
              <a:endCxn id="48" idx="0"/>
            </p:cNvCxnSpPr>
            <p:nvPr/>
          </p:nvCxnSpPr>
          <p:spPr bwMode="auto">
            <a:xfrm rot="5400000">
              <a:off x="4245401" y="505099"/>
              <a:ext cx="184869" cy="4108825"/>
            </a:xfrm>
            <a:prstGeom prst="bentConnector3">
              <a:avLst>
                <a:gd name="adj1" fmla="val 25063"/>
              </a:avLst>
            </a:prstGeom>
            <a:noFill/>
            <a:ln w="9525" cap="flat" cmpd="sng" algn="ctr">
              <a:solidFill>
                <a:schemeClr val="tx1">
                  <a:lumMod val="75000"/>
                  <a:lumOff val="25000"/>
                </a:schemeClr>
              </a:solidFill>
              <a:prstDash val="dash"/>
              <a:round/>
              <a:headEnd type="none" w="med" len="med"/>
              <a:tailEnd type="triangle"/>
            </a:ln>
            <a:effectLst/>
          </p:spPr>
        </p:cxnSp>
        <p:cxnSp>
          <p:nvCxnSpPr>
            <p:cNvPr id="71" name="直線矢印コネクタ 3">
              <a:extLst>
                <a:ext uri="{FF2B5EF4-FFF2-40B4-BE49-F238E27FC236}">
                  <a16:creationId xmlns:a16="http://schemas.microsoft.com/office/drawing/2014/main" id="{2D188208-7FB6-4ED7-6DF4-47CDB5DC2049}"/>
                </a:ext>
              </a:extLst>
            </p:cNvPr>
            <p:cNvCxnSpPr>
              <a:cxnSpLocks/>
              <a:stCxn id="19" idx="3"/>
              <a:endCxn id="61" idx="0"/>
            </p:cNvCxnSpPr>
            <p:nvPr/>
          </p:nvCxnSpPr>
          <p:spPr bwMode="auto">
            <a:xfrm>
              <a:off x="3145986" y="2960593"/>
              <a:ext cx="0" cy="181223"/>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74" name="直線矢印コネクタ 3">
              <a:extLst>
                <a:ext uri="{FF2B5EF4-FFF2-40B4-BE49-F238E27FC236}">
                  <a16:creationId xmlns:a16="http://schemas.microsoft.com/office/drawing/2014/main" id="{EA043CDE-7C8F-994F-812F-5441208D444C}"/>
                </a:ext>
              </a:extLst>
            </p:cNvPr>
            <p:cNvCxnSpPr>
              <a:cxnSpLocks/>
              <a:stCxn id="40" idx="1"/>
              <a:endCxn id="61" idx="3"/>
            </p:cNvCxnSpPr>
            <p:nvPr/>
          </p:nvCxnSpPr>
          <p:spPr bwMode="auto">
            <a:xfrm rot="16200000" flipV="1">
              <a:off x="3783814" y="2910814"/>
              <a:ext cx="106895" cy="862204"/>
            </a:xfrm>
            <a:prstGeom prst="bentConnector2">
              <a:avLst/>
            </a:prstGeom>
            <a:noFill/>
            <a:ln w="9525" cap="flat" cmpd="sng" algn="ctr">
              <a:solidFill>
                <a:schemeClr val="tx1">
                  <a:lumMod val="75000"/>
                  <a:lumOff val="25000"/>
                </a:schemeClr>
              </a:solidFill>
              <a:prstDash val="dash"/>
              <a:round/>
              <a:headEnd type="triangle" w="med" len="med"/>
              <a:tailEnd type="triangle"/>
            </a:ln>
            <a:effectLst/>
          </p:spPr>
        </p:cxnSp>
        <p:sp>
          <p:nvSpPr>
            <p:cNvPr id="81" name="正方形/長方形 80">
              <a:extLst>
                <a:ext uri="{FF2B5EF4-FFF2-40B4-BE49-F238E27FC236}">
                  <a16:creationId xmlns:a16="http://schemas.microsoft.com/office/drawing/2014/main" id="{59A9CC5E-D9B7-5A3D-D604-88CC34D3757A}"/>
                </a:ext>
              </a:extLst>
            </p:cNvPr>
            <p:cNvSpPr/>
            <p:nvPr/>
          </p:nvSpPr>
          <p:spPr bwMode="auto">
            <a:xfrm>
              <a:off x="6442650"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登記取得</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83A7B06B-E1B8-7363-BC66-0D96DAF50D45}"/>
                </a:ext>
              </a:extLst>
            </p:cNvPr>
            <p:cNvSpPr/>
            <p:nvPr/>
          </p:nvSpPr>
          <p:spPr bwMode="auto">
            <a:xfrm>
              <a:off x="4007551"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登記取得</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依頼</a:t>
              </a:r>
            </a:p>
          </p:txBody>
        </p:sp>
        <p:sp>
          <p:nvSpPr>
            <p:cNvPr id="93" name="フローチャート: 磁気ディスク 92">
              <a:extLst>
                <a:ext uri="{FF2B5EF4-FFF2-40B4-BE49-F238E27FC236}">
                  <a16:creationId xmlns:a16="http://schemas.microsoft.com/office/drawing/2014/main" id="{FC8437FF-5787-3760-94DB-0C2C790E577E}"/>
                </a:ext>
              </a:extLst>
            </p:cNvPr>
            <p:cNvSpPr/>
            <p:nvPr/>
          </p:nvSpPr>
          <p:spPr bwMode="auto">
            <a:xfrm>
              <a:off x="7538183" y="263994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商業登記</a:t>
              </a:r>
              <a:endParaRPr lang="en-US" altLang="ja-JP" sz="1000">
                <a:solidFill>
                  <a:schemeClr val="tx1">
                    <a:lumMod val="65000"/>
                    <a:lumOff val="35000"/>
                  </a:schemeClr>
                </a:solidFill>
                <a:latin typeface="Meiryo UI" panose="020B0604030504040204" pitchFamily="50" charset="-128"/>
                <a:ea typeface="Meiryo UI" panose="020B0604030504040204" pitchFamily="50" charset="-128"/>
              </a:endParaRPr>
            </a:p>
            <a:p>
              <a:pPr algn="ct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ホームズ</a:t>
              </a: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8" name="正方形/長方形 97">
              <a:extLst>
                <a:ext uri="{FF2B5EF4-FFF2-40B4-BE49-F238E27FC236}">
                  <a16:creationId xmlns:a16="http://schemas.microsoft.com/office/drawing/2014/main" id="{52C8C6C4-244B-41CD-8BA1-08C99F61CC55}"/>
                </a:ext>
              </a:extLst>
            </p:cNvPr>
            <p:cNvSpPr/>
            <p:nvPr/>
          </p:nvSpPr>
          <p:spPr bwMode="auto">
            <a:xfrm>
              <a:off x="7538822" y="314181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取材対象</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1" name="直線矢印コネクタ 10">
              <a:extLst>
                <a:ext uri="{FF2B5EF4-FFF2-40B4-BE49-F238E27FC236}">
                  <a16:creationId xmlns:a16="http://schemas.microsoft.com/office/drawing/2014/main" id="{C59C8B17-6EC6-FF8F-F03D-7CD6AC455582}"/>
                </a:ext>
              </a:extLst>
            </p:cNvPr>
            <p:cNvCxnSpPr>
              <a:cxnSpLocks/>
              <a:stCxn id="81" idx="0"/>
              <a:endCxn id="98" idx="1"/>
            </p:cNvCxnSpPr>
            <p:nvPr/>
          </p:nvCxnSpPr>
          <p:spPr bwMode="auto">
            <a:xfrm rot="5400000" flipH="1" flipV="1">
              <a:off x="6063567" y="3927726"/>
              <a:ext cx="2114513" cy="835998"/>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05" name="正方形/長方形 104">
              <a:extLst>
                <a:ext uri="{FF2B5EF4-FFF2-40B4-BE49-F238E27FC236}">
                  <a16:creationId xmlns:a16="http://schemas.microsoft.com/office/drawing/2014/main" id="{B552ABAA-1429-C7C5-88FE-6B5B53E15473}"/>
                </a:ext>
              </a:extLst>
            </p:cNvPr>
            <p:cNvSpPr/>
            <p:nvPr/>
          </p:nvSpPr>
          <p:spPr bwMode="auto">
            <a:xfrm>
              <a:off x="7483750" y="3557359"/>
              <a:ext cx="1259546" cy="1216679"/>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＜登記</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DB(AWS)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06" name="フローチャート: 磁気ディスク 105">
              <a:extLst>
                <a:ext uri="{FF2B5EF4-FFF2-40B4-BE49-F238E27FC236}">
                  <a16:creationId xmlns:a16="http://schemas.microsoft.com/office/drawing/2014/main" id="{EB2AA76C-EB42-2567-D58A-81C50E533B33}"/>
                </a:ext>
              </a:extLst>
            </p:cNvPr>
            <p:cNvSpPr/>
            <p:nvPr/>
          </p:nvSpPr>
          <p:spPr bwMode="auto">
            <a:xfrm>
              <a:off x="7538183" y="391774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登記</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07" name="直線矢印コネクタ 10">
              <a:extLst>
                <a:ext uri="{FF2B5EF4-FFF2-40B4-BE49-F238E27FC236}">
                  <a16:creationId xmlns:a16="http://schemas.microsoft.com/office/drawing/2014/main" id="{C605B1EB-BB42-5729-B839-0209A73DCA23}"/>
                </a:ext>
              </a:extLst>
            </p:cNvPr>
            <p:cNvCxnSpPr>
              <a:cxnSpLocks/>
              <a:stCxn id="98" idx="2"/>
              <a:endCxn id="106" idx="1"/>
            </p:cNvCxnSpPr>
            <p:nvPr/>
          </p:nvCxnSpPr>
          <p:spPr bwMode="auto">
            <a:xfrm>
              <a:off x="7798996" y="3435120"/>
              <a:ext cx="0" cy="48262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10" name="フローチャート: 磁気ディスク 109">
              <a:extLst>
                <a:ext uri="{FF2B5EF4-FFF2-40B4-BE49-F238E27FC236}">
                  <a16:creationId xmlns:a16="http://schemas.microsoft.com/office/drawing/2014/main" id="{30CFF206-B033-1A7A-F208-2D470A0E60C5}"/>
                </a:ext>
              </a:extLst>
            </p:cNvPr>
            <p:cNvSpPr/>
            <p:nvPr/>
          </p:nvSpPr>
          <p:spPr bwMode="auto">
            <a:xfrm>
              <a:off x="7538183" y="424889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登記</a:t>
              </a: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FS</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12" name="正方形/長方形 111">
              <a:extLst>
                <a:ext uri="{FF2B5EF4-FFF2-40B4-BE49-F238E27FC236}">
                  <a16:creationId xmlns:a16="http://schemas.microsoft.com/office/drawing/2014/main" id="{6880ADB0-206D-E42B-51B3-5304A9EE5164}"/>
                </a:ext>
              </a:extLst>
            </p:cNvPr>
            <p:cNvSpPr/>
            <p:nvPr/>
          </p:nvSpPr>
          <p:spPr bwMode="auto">
            <a:xfrm>
              <a:off x="6132074" y="2655286"/>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登記反映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13" name="直線矢印コネクタ 10">
              <a:extLst>
                <a:ext uri="{FF2B5EF4-FFF2-40B4-BE49-F238E27FC236}">
                  <a16:creationId xmlns:a16="http://schemas.microsoft.com/office/drawing/2014/main" id="{317EA24E-2C61-C85B-5019-C84772686369}"/>
                </a:ext>
              </a:extLst>
            </p:cNvPr>
            <p:cNvCxnSpPr>
              <a:cxnSpLocks/>
              <a:stCxn id="110" idx="2"/>
              <a:endCxn id="112" idx="3"/>
            </p:cNvCxnSpPr>
            <p:nvPr/>
          </p:nvCxnSpPr>
          <p:spPr bwMode="auto">
            <a:xfrm rot="10800000">
              <a:off x="6652422" y="2801939"/>
              <a:ext cx="885762" cy="1608947"/>
            </a:xfrm>
            <a:prstGeom prst="bentConnector3">
              <a:avLst>
                <a:gd name="adj1" fmla="val 50000"/>
              </a:avLst>
            </a:prstGeom>
            <a:noFill/>
            <a:ln w="9525" cap="flat" cmpd="sng" algn="ctr">
              <a:solidFill>
                <a:schemeClr val="tx1">
                  <a:lumMod val="75000"/>
                  <a:lumOff val="25000"/>
                </a:schemeClr>
              </a:solidFill>
              <a:prstDash val="dash"/>
              <a:round/>
              <a:headEnd type="none" w="med" len="med"/>
              <a:tailEnd type="triangle"/>
            </a:ln>
            <a:effectLst/>
          </p:spPr>
        </p:cxnSp>
        <p:cxnSp>
          <p:nvCxnSpPr>
            <p:cNvPr id="116" name="直線矢印コネクタ 3">
              <a:extLst>
                <a:ext uri="{FF2B5EF4-FFF2-40B4-BE49-F238E27FC236}">
                  <a16:creationId xmlns:a16="http://schemas.microsoft.com/office/drawing/2014/main" id="{7BDC35E8-0C9E-7BA7-2B15-B1529017EC30}"/>
                </a:ext>
              </a:extLst>
            </p:cNvPr>
            <p:cNvCxnSpPr>
              <a:cxnSpLocks/>
              <a:stCxn id="112" idx="1"/>
              <a:endCxn id="28" idx="4"/>
            </p:cNvCxnSpPr>
            <p:nvPr/>
          </p:nvCxnSpPr>
          <p:spPr bwMode="auto">
            <a:xfrm flipH="1">
              <a:off x="5890127" y="2801939"/>
              <a:ext cx="241947" cy="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19" name="直線矢印コネクタ 10">
              <a:extLst>
                <a:ext uri="{FF2B5EF4-FFF2-40B4-BE49-F238E27FC236}">
                  <a16:creationId xmlns:a16="http://schemas.microsoft.com/office/drawing/2014/main" id="{F4660E03-CFDF-12BE-DE86-858D833B4D2B}"/>
                </a:ext>
              </a:extLst>
            </p:cNvPr>
            <p:cNvCxnSpPr>
              <a:cxnSpLocks/>
              <a:stCxn id="112" idx="2"/>
              <a:endCxn id="40" idx="4"/>
            </p:cNvCxnSpPr>
            <p:nvPr/>
          </p:nvCxnSpPr>
          <p:spPr bwMode="auto">
            <a:xfrm rot="5400000">
              <a:off x="5156328" y="2321439"/>
              <a:ext cx="608768" cy="1863072"/>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22" name="フローチャート: 磁気ディスク 121">
              <a:extLst>
                <a:ext uri="{FF2B5EF4-FFF2-40B4-BE49-F238E27FC236}">
                  <a16:creationId xmlns:a16="http://schemas.microsoft.com/office/drawing/2014/main" id="{E68DDD0D-4BB5-D461-B15B-4524C3A97D99}"/>
                </a:ext>
              </a:extLst>
            </p:cNvPr>
            <p:cNvSpPr/>
            <p:nvPr/>
          </p:nvSpPr>
          <p:spPr bwMode="auto">
            <a:xfrm>
              <a:off x="4007552" y="391774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登記</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23" name="直線矢印コネクタ 10">
              <a:extLst>
                <a:ext uri="{FF2B5EF4-FFF2-40B4-BE49-F238E27FC236}">
                  <a16:creationId xmlns:a16="http://schemas.microsoft.com/office/drawing/2014/main" id="{0421707E-8D5D-CB05-FB72-60B244DDF76A}"/>
                </a:ext>
              </a:extLst>
            </p:cNvPr>
            <p:cNvCxnSpPr>
              <a:cxnSpLocks/>
              <a:stCxn id="112" idx="2"/>
              <a:endCxn id="122" idx="4"/>
            </p:cNvCxnSpPr>
            <p:nvPr/>
          </p:nvCxnSpPr>
          <p:spPr bwMode="auto">
            <a:xfrm rot="5400000">
              <a:off x="4895140" y="2582629"/>
              <a:ext cx="1131145" cy="1863071"/>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26" name="正方形/長方形 125">
              <a:extLst>
                <a:ext uri="{FF2B5EF4-FFF2-40B4-BE49-F238E27FC236}">
                  <a16:creationId xmlns:a16="http://schemas.microsoft.com/office/drawing/2014/main" id="{6A9C2640-20EE-69D2-C591-50B7AF541F96}"/>
                </a:ext>
              </a:extLst>
            </p:cNvPr>
            <p:cNvSpPr/>
            <p:nvPr/>
          </p:nvSpPr>
          <p:spPr bwMode="auto">
            <a:xfrm>
              <a:off x="3454818"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アポイント</a:t>
              </a:r>
            </a:p>
          </p:txBody>
        </p:sp>
        <p:cxnSp>
          <p:nvCxnSpPr>
            <p:cNvPr id="127" name="直線矢印コネクタ 3">
              <a:extLst>
                <a:ext uri="{FF2B5EF4-FFF2-40B4-BE49-F238E27FC236}">
                  <a16:creationId xmlns:a16="http://schemas.microsoft.com/office/drawing/2014/main" id="{808F5A9B-2FE0-BC0C-1BFC-F87F923104F8}"/>
                </a:ext>
              </a:extLst>
            </p:cNvPr>
            <p:cNvCxnSpPr>
              <a:cxnSpLocks/>
              <a:stCxn id="126" idx="0"/>
              <a:endCxn id="130" idx="2"/>
            </p:cNvCxnSpPr>
            <p:nvPr/>
          </p:nvCxnSpPr>
          <p:spPr bwMode="auto">
            <a:xfrm flipV="1">
              <a:off x="3714991" y="3974031"/>
              <a:ext cx="0" cy="142895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30" name="正方形/長方形 129">
              <a:extLst>
                <a:ext uri="{FF2B5EF4-FFF2-40B4-BE49-F238E27FC236}">
                  <a16:creationId xmlns:a16="http://schemas.microsoft.com/office/drawing/2014/main" id="{57EED6FC-044F-596D-70D9-3319FBD01788}"/>
                </a:ext>
              </a:extLst>
            </p:cNvPr>
            <p:cNvSpPr/>
            <p:nvPr/>
          </p:nvSpPr>
          <p:spPr bwMode="auto">
            <a:xfrm>
              <a:off x="3454818" y="368072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アポイント</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32" name="直線矢印コネクタ 3">
              <a:extLst>
                <a:ext uri="{FF2B5EF4-FFF2-40B4-BE49-F238E27FC236}">
                  <a16:creationId xmlns:a16="http://schemas.microsoft.com/office/drawing/2014/main" id="{3445ED17-E538-484B-B937-90060136499E}"/>
                </a:ext>
              </a:extLst>
            </p:cNvPr>
            <p:cNvCxnSpPr>
              <a:cxnSpLocks/>
              <a:stCxn id="130" idx="3"/>
              <a:endCxn id="40" idx="3"/>
            </p:cNvCxnSpPr>
            <p:nvPr/>
          </p:nvCxnSpPr>
          <p:spPr bwMode="auto">
            <a:xfrm flipV="1">
              <a:off x="3975164" y="3719355"/>
              <a:ext cx="293198" cy="10802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135" name="直線矢印コネクタ 10">
              <a:extLst>
                <a:ext uri="{FF2B5EF4-FFF2-40B4-BE49-F238E27FC236}">
                  <a16:creationId xmlns:a16="http://schemas.microsoft.com/office/drawing/2014/main" id="{27F87DDA-4044-5D9E-0D0B-CD7449AF6E88}"/>
                </a:ext>
              </a:extLst>
            </p:cNvPr>
            <p:cNvCxnSpPr>
              <a:cxnSpLocks/>
              <a:stCxn id="137" idx="3"/>
              <a:endCxn id="136" idx="1"/>
            </p:cNvCxnSpPr>
            <p:nvPr/>
          </p:nvCxnSpPr>
          <p:spPr bwMode="auto">
            <a:xfrm flipV="1">
              <a:off x="4527897" y="5220381"/>
              <a:ext cx="840604" cy="9"/>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136" name="正方形/長方形 135">
              <a:extLst>
                <a:ext uri="{FF2B5EF4-FFF2-40B4-BE49-F238E27FC236}">
                  <a16:creationId xmlns:a16="http://schemas.microsoft.com/office/drawing/2014/main" id="{B1B80CBA-F1D4-405A-1C43-1606E15D339D}"/>
                </a:ext>
              </a:extLst>
            </p:cNvPr>
            <p:cNvSpPr/>
            <p:nvPr/>
          </p:nvSpPr>
          <p:spPr bwMode="auto">
            <a:xfrm>
              <a:off x="5368501" y="5073729"/>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決算書</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7" name="正方形/長方形 136">
              <a:extLst>
                <a:ext uri="{FF2B5EF4-FFF2-40B4-BE49-F238E27FC236}">
                  <a16:creationId xmlns:a16="http://schemas.microsoft.com/office/drawing/2014/main" id="{9826FEF9-1B77-02B9-C0C2-F9E40D8952E2}"/>
                </a:ext>
              </a:extLst>
            </p:cNvPr>
            <p:cNvSpPr/>
            <p:nvPr/>
          </p:nvSpPr>
          <p:spPr bwMode="auto">
            <a:xfrm>
              <a:off x="4007551" y="5073738"/>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決算書</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入力依頼</a:t>
              </a:r>
            </a:p>
          </p:txBody>
        </p:sp>
        <p:sp>
          <p:nvSpPr>
            <p:cNvPr id="138" name="フローチャート: 磁気ディスク 137">
              <a:extLst>
                <a:ext uri="{FF2B5EF4-FFF2-40B4-BE49-F238E27FC236}">
                  <a16:creationId xmlns:a16="http://schemas.microsoft.com/office/drawing/2014/main" id="{DA90A86A-6F7B-2D29-188E-1B381D9BBEFE}"/>
                </a:ext>
              </a:extLst>
            </p:cNvPr>
            <p:cNvSpPr/>
            <p:nvPr/>
          </p:nvSpPr>
          <p:spPr bwMode="auto">
            <a:xfrm>
              <a:off x="6131435" y="443959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決算書</a:t>
              </a:r>
            </a:p>
          </p:txBody>
        </p:sp>
        <p:sp>
          <p:nvSpPr>
            <p:cNvPr id="139" name="正方形/長方形 138">
              <a:extLst>
                <a:ext uri="{FF2B5EF4-FFF2-40B4-BE49-F238E27FC236}">
                  <a16:creationId xmlns:a16="http://schemas.microsoft.com/office/drawing/2014/main" id="{E9017F74-4C3F-710B-EFC5-19A3757D70E4}"/>
                </a:ext>
              </a:extLst>
            </p:cNvPr>
            <p:cNvSpPr/>
            <p:nvPr/>
          </p:nvSpPr>
          <p:spPr bwMode="auto">
            <a:xfrm>
              <a:off x="5362959" y="4454940"/>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決算反映</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40" name="直線矢印コネクタ 3">
              <a:extLst>
                <a:ext uri="{FF2B5EF4-FFF2-40B4-BE49-F238E27FC236}">
                  <a16:creationId xmlns:a16="http://schemas.microsoft.com/office/drawing/2014/main" id="{B260FE20-5D12-7BDA-B06A-A3EFD92124C1}"/>
                </a:ext>
              </a:extLst>
            </p:cNvPr>
            <p:cNvCxnSpPr>
              <a:cxnSpLocks/>
              <a:stCxn id="138" idx="2"/>
              <a:endCxn id="139" idx="3"/>
            </p:cNvCxnSpPr>
            <p:nvPr/>
          </p:nvCxnSpPr>
          <p:spPr bwMode="auto">
            <a:xfrm flipH="1">
              <a:off x="5883307" y="4601592"/>
              <a:ext cx="248128" cy="0"/>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143" name="直線矢印コネクタ 3">
              <a:extLst>
                <a:ext uri="{FF2B5EF4-FFF2-40B4-BE49-F238E27FC236}">
                  <a16:creationId xmlns:a16="http://schemas.microsoft.com/office/drawing/2014/main" id="{E53ECFD7-603F-1F19-E295-75DB9D344122}"/>
                </a:ext>
              </a:extLst>
            </p:cNvPr>
            <p:cNvCxnSpPr>
              <a:cxnSpLocks/>
              <a:stCxn id="136" idx="0"/>
              <a:endCxn id="139" idx="2"/>
            </p:cNvCxnSpPr>
            <p:nvPr/>
          </p:nvCxnSpPr>
          <p:spPr bwMode="auto">
            <a:xfrm flipH="1" flipV="1">
              <a:off x="5623133" y="4748246"/>
              <a:ext cx="5542" cy="325483"/>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46" name="直線矢印コネクタ 10">
              <a:extLst>
                <a:ext uri="{FF2B5EF4-FFF2-40B4-BE49-F238E27FC236}">
                  <a16:creationId xmlns:a16="http://schemas.microsoft.com/office/drawing/2014/main" id="{B2F587BF-1A86-1C70-4A5C-049FD6D91184}"/>
                </a:ext>
              </a:extLst>
            </p:cNvPr>
            <p:cNvCxnSpPr>
              <a:cxnSpLocks/>
              <a:stCxn id="139" idx="0"/>
              <a:endCxn id="40" idx="4"/>
            </p:cNvCxnSpPr>
            <p:nvPr/>
          </p:nvCxnSpPr>
          <p:spPr bwMode="auto">
            <a:xfrm rot="16200000" flipV="1">
              <a:off x="4627364" y="3459172"/>
              <a:ext cx="897581" cy="1093957"/>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51" name="フローチャート: 磁気ディスク 150">
              <a:extLst>
                <a:ext uri="{FF2B5EF4-FFF2-40B4-BE49-F238E27FC236}">
                  <a16:creationId xmlns:a16="http://schemas.microsoft.com/office/drawing/2014/main" id="{BBE8A563-DE32-2194-FB52-C1A22D3430AF}"/>
                </a:ext>
              </a:extLst>
            </p:cNvPr>
            <p:cNvSpPr/>
            <p:nvPr/>
          </p:nvSpPr>
          <p:spPr bwMode="auto">
            <a:xfrm>
              <a:off x="4007551" y="4439598"/>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55" name="直線矢印コネクタ 3">
              <a:extLst>
                <a:ext uri="{FF2B5EF4-FFF2-40B4-BE49-F238E27FC236}">
                  <a16:creationId xmlns:a16="http://schemas.microsoft.com/office/drawing/2014/main" id="{35A6738A-05D5-B6E7-2AC5-1095822DB2F1}"/>
                </a:ext>
              </a:extLst>
            </p:cNvPr>
            <p:cNvCxnSpPr>
              <a:cxnSpLocks/>
              <a:stCxn id="139" idx="1"/>
              <a:endCxn id="151" idx="4"/>
            </p:cNvCxnSpPr>
            <p:nvPr/>
          </p:nvCxnSpPr>
          <p:spPr bwMode="auto">
            <a:xfrm flipH="1">
              <a:off x="4529176" y="4601592"/>
              <a:ext cx="833784" cy="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0" name="フローチャート: 磁気ディスク 9">
              <a:extLst>
                <a:ext uri="{FF2B5EF4-FFF2-40B4-BE49-F238E27FC236}">
                  <a16:creationId xmlns:a16="http://schemas.microsoft.com/office/drawing/2014/main" id="{BF2FDDDE-D922-7B82-9B64-3B5932082146}"/>
                </a:ext>
              </a:extLst>
            </p:cNvPr>
            <p:cNvSpPr/>
            <p:nvPr/>
          </p:nvSpPr>
          <p:spPr bwMode="auto">
            <a:xfrm>
              <a:off x="2333483" y="3126473"/>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企業</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32" name="直線矢印コネクタ 3">
              <a:extLst>
                <a:ext uri="{FF2B5EF4-FFF2-40B4-BE49-F238E27FC236}">
                  <a16:creationId xmlns:a16="http://schemas.microsoft.com/office/drawing/2014/main" id="{524206A1-5382-E0A6-9E89-9513C9AE54FE}"/>
                </a:ext>
              </a:extLst>
            </p:cNvPr>
            <p:cNvCxnSpPr>
              <a:cxnSpLocks/>
              <a:stCxn id="122" idx="3"/>
              <a:endCxn id="38" idx="3"/>
            </p:cNvCxnSpPr>
            <p:nvPr/>
          </p:nvCxnSpPr>
          <p:spPr bwMode="auto">
            <a:xfrm rot="5400000">
              <a:off x="3511697" y="3583868"/>
              <a:ext cx="98802" cy="141453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35" name="直線矢印コネクタ 3">
              <a:extLst>
                <a:ext uri="{FF2B5EF4-FFF2-40B4-BE49-F238E27FC236}">
                  <a16:creationId xmlns:a16="http://schemas.microsoft.com/office/drawing/2014/main" id="{5F3CC9EA-143C-8267-CA58-2573CAB76E2E}"/>
                </a:ext>
              </a:extLst>
            </p:cNvPr>
            <p:cNvCxnSpPr>
              <a:cxnSpLocks/>
              <a:stCxn id="151" idx="1"/>
              <a:endCxn id="38" idx="3"/>
            </p:cNvCxnSpPr>
            <p:nvPr/>
          </p:nvCxnSpPr>
          <p:spPr bwMode="auto">
            <a:xfrm rot="16200000" flipV="1">
              <a:off x="3511566" y="3682801"/>
              <a:ext cx="99063" cy="1414532"/>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38" name="正方形/長方形 37">
              <a:extLst>
                <a:ext uri="{FF2B5EF4-FFF2-40B4-BE49-F238E27FC236}">
                  <a16:creationId xmlns:a16="http://schemas.microsoft.com/office/drawing/2014/main" id="{1B14A8A5-7CE7-C3B9-E5D2-01DA0C2DAE5A}"/>
                </a:ext>
              </a:extLst>
            </p:cNvPr>
            <p:cNvSpPr/>
            <p:nvPr/>
          </p:nvSpPr>
          <p:spPr bwMode="auto">
            <a:xfrm>
              <a:off x="2333483" y="4193883"/>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取材状況</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F089064F-6950-BB34-E435-9F0EC434B4D2}"/>
                </a:ext>
              </a:extLst>
            </p:cNvPr>
            <p:cNvSpPr/>
            <p:nvPr/>
          </p:nvSpPr>
          <p:spPr bwMode="auto">
            <a:xfrm>
              <a:off x="1754837" y="5732225"/>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取材状況</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a:t>
              </a: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対処</a:t>
              </a:r>
            </a:p>
          </p:txBody>
        </p:sp>
        <p:cxnSp>
          <p:nvCxnSpPr>
            <p:cNvPr id="45" name="直線矢印コネクタ 44">
              <a:extLst>
                <a:ext uri="{FF2B5EF4-FFF2-40B4-BE49-F238E27FC236}">
                  <a16:creationId xmlns:a16="http://schemas.microsoft.com/office/drawing/2014/main" id="{DB33D32A-5708-2F22-D6B4-FDAF8D3984F4}"/>
                </a:ext>
              </a:extLst>
            </p:cNvPr>
            <p:cNvCxnSpPr>
              <a:cxnSpLocks/>
              <a:stCxn id="44" idx="0"/>
              <a:endCxn id="38" idx="2"/>
            </p:cNvCxnSpPr>
            <p:nvPr/>
          </p:nvCxnSpPr>
          <p:spPr bwMode="auto">
            <a:xfrm rot="5400000" flipH="1" flipV="1">
              <a:off x="1681816" y="4820383"/>
              <a:ext cx="1245037" cy="578647"/>
            </a:xfrm>
            <a:prstGeom prst="bentConnector3">
              <a:avLst>
                <a:gd name="adj1" fmla="val 5716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49" name="直線矢印コネクタ 3">
              <a:extLst>
                <a:ext uri="{FF2B5EF4-FFF2-40B4-BE49-F238E27FC236}">
                  <a16:creationId xmlns:a16="http://schemas.microsoft.com/office/drawing/2014/main" id="{877E3328-8537-B532-9A4F-3D1C064F265D}"/>
                </a:ext>
              </a:extLst>
            </p:cNvPr>
            <p:cNvCxnSpPr>
              <a:cxnSpLocks/>
              <a:stCxn id="38" idx="0"/>
              <a:endCxn id="40" idx="2"/>
            </p:cNvCxnSpPr>
            <p:nvPr/>
          </p:nvCxnSpPr>
          <p:spPr bwMode="auto">
            <a:xfrm rot="5400000" flipH="1" flipV="1">
              <a:off x="2982342" y="3168675"/>
              <a:ext cx="636524" cy="141389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58" name="直線矢印コネクタ 3">
              <a:extLst>
                <a:ext uri="{FF2B5EF4-FFF2-40B4-BE49-F238E27FC236}">
                  <a16:creationId xmlns:a16="http://schemas.microsoft.com/office/drawing/2014/main" id="{7D845A97-2DD8-EA71-27E2-15D9A2F243F7}"/>
                </a:ext>
              </a:extLst>
            </p:cNvPr>
            <p:cNvCxnSpPr>
              <a:cxnSpLocks/>
              <a:stCxn id="38" idx="0"/>
              <a:endCxn id="10" idx="3"/>
            </p:cNvCxnSpPr>
            <p:nvPr/>
          </p:nvCxnSpPr>
          <p:spPr bwMode="auto">
            <a:xfrm flipV="1">
              <a:off x="2593658" y="3450464"/>
              <a:ext cx="639" cy="743419"/>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37" name="正方形/長方形 36">
              <a:extLst>
                <a:ext uri="{FF2B5EF4-FFF2-40B4-BE49-F238E27FC236}">
                  <a16:creationId xmlns:a16="http://schemas.microsoft.com/office/drawing/2014/main" id="{F9095768-F8A6-141B-830F-173940FBA3F8}"/>
                </a:ext>
              </a:extLst>
            </p:cNvPr>
            <p:cNvSpPr/>
            <p:nvPr/>
          </p:nvSpPr>
          <p:spPr bwMode="auto">
            <a:xfrm>
              <a:off x="1377473"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審査</a:t>
              </a: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エラー対応</a:t>
              </a:r>
              <a:endPar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604EADF8-5DC4-FAD7-30F4-E17C186E8A8B}"/>
                </a:ext>
              </a:extLst>
            </p:cNvPr>
            <p:cNvSpPr/>
            <p:nvPr/>
          </p:nvSpPr>
          <p:spPr bwMode="auto">
            <a:xfrm>
              <a:off x="1754837" y="3410707"/>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審査処理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43" name="直線矢印コネクタ 3">
              <a:extLst>
                <a:ext uri="{FF2B5EF4-FFF2-40B4-BE49-F238E27FC236}">
                  <a16:creationId xmlns:a16="http://schemas.microsoft.com/office/drawing/2014/main" id="{5200A3A7-D4D3-62C0-5D6A-759C9899A0F9}"/>
                </a:ext>
              </a:extLst>
            </p:cNvPr>
            <p:cNvCxnSpPr>
              <a:cxnSpLocks/>
              <a:stCxn id="16" idx="3"/>
              <a:endCxn id="39" idx="1"/>
            </p:cNvCxnSpPr>
            <p:nvPr/>
          </p:nvCxnSpPr>
          <p:spPr bwMode="auto">
            <a:xfrm>
              <a:off x="1196428" y="2995899"/>
              <a:ext cx="558409" cy="561460"/>
            </a:xfrm>
            <a:prstGeom prst="bentConnector3">
              <a:avLst>
                <a:gd name="adj1" fmla="val 50000"/>
              </a:avLst>
            </a:prstGeom>
            <a:noFill/>
            <a:ln w="9525" cap="flat" cmpd="sng" algn="ctr">
              <a:solidFill>
                <a:schemeClr val="tx1">
                  <a:lumMod val="75000"/>
                  <a:lumOff val="25000"/>
                </a:schemeClr>
              </a:solidFill>
              <a:prstDash val="dash"/>
              <a:round/>
              <a:headEnd type="none" w="med" len="med"/>
              <a:tailEnd type="triangle"/>
            </a:ln>
            <a:effectLst/>
          </p:spPr>
        </p:cxnSp>
        <p:cxnSp>
          <p:nvCxnSpPr>
            <p:cNvPr id="50" name="直線矢印コネクタ 3">
              <a:extLst>
                <a:ext uri="{FF2B5EF4-FFF2-40B4-BE49-F238E27FC236}">
                  <a16:creationId xmlns:a16="http://schemas.microsoft.com/office/drawing/2014/main" id="{69AAC869-D936-5099-A661-1F914CAD579E}"/>
                </a:ext>
              </a:extLst>
            </p:cNvPr>
            <p:cNvCxnSpPr>
              <a:cxnSpLocks/>
              <a:stCxn id="37" idx="0"/>
              <a:endCxn id="39" idx="1"/>
            </p:cNvCxnSpPr>
            <p:nvPr/>
          </p:nvCxnSpPr>
          <p:spPr bwMode="auto">
            <a:xfrm rot="5400000" flipH="1" flipV="1">
              <a:off x="773431" y="4421576"/>
              <a:ext cx="1845622" cy="117190"/>
            </a:xfrm>
            <a:prstGeom prst="bentConnector2">
              <a:avLst/>
            </a:prstGeom>
            <a:noFill/>
            <a:ln w="9525" cap="flat" cmpd="sng" algn="ctr">
              <a:solidFill>
                <a:schemeClr val="tx1">
                  <a:lumMod val="75000"/>
                  <a:lumOff val="25000"/>
                </a:schemeClr>
              </a:solidFill>
              <a:prstDash val="dash"/>
              <a:round/>
              <a:headEnd type="triangle" w="med" len="med"/>
              <a:tailEnd type="triangle"/>
            </a:ln>
            <a:effectLst/>
          </p:spPr>
        </p:cxnSp>
        <p:sp>
          <p:nvSpPr>
            <p:cNvPr id="57" name="正方形/長方形 56">
              <a:extLst>
                <a:ext uri="{FF2B5EF4-FFF2-40B4-BE49-F238E27FC236}">
                  <a16:creationId xmlns:a16="http://schemas.microsoft.com/office/drawing/2014/main" id="{B4657777-390C-79FB-78FE-5D59497D953E}"/>
                </a:ext>
              </a:extLst>
            </p:cNvPr>
            <p:cNvSpPr/>
            <p:nvPr/>
          </p:nvSpPr>
          <p:spPr bwMode="auto">
            <a:xfrm>
              <a:off x="1754837" y="3800177"/>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59" name="直線矢印コネクタ 3">
              <a:extLst>
                <a:ext uri="{FF2B5EF4-FFF2-40B4-BE49-F238E27FC236}">
                  <a16:creationId xmlns:a16="http://schemas.microsoft.com/office/drawing/2014/main" id="{4F520F26-6AC3-D9D0-B825-1488E615D53B}"/>
                </a:ext>
              </a:extLst>
            </p:cNvPr>
            <p:cNvCxnSpPr>
              <a:cxnSpLocks/>
              <a:stCxn id="10" idx="2"/>
              <a:endCxn id="39" idx="0"/>
            </p:cNvCxnSpPr>
            <p:nvPr/>
          </p:nvCxnSpPr>
          <p:spPr bwMode="auto">
            <a:xfrm rot="10800000" flipV="1">
              <a:off x="2015011" y="3288469"/>
              <a:ext cx="318473" cy="122238"/>
            </a:xfrm>
            <a:prstGeom prst="bentConnector2">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63" name="直線矢印コネクタ 3">
              <a:extLst>
                <a:ext uri="{FF2B5EF4-FFF2-40B4-BE49-F238E27FC236}">
                  <a16:creationId xmlns:a16="http://schemas.microsoft.com/office/drawing/2014/main" id="{B7AC26B8-6C24-97AE-B120-37200411A45C}"/>
                </a:ext>
              </a:extLst>
            </p:cNvPr>
            <p:cNvCxnSpPr>
              <a:cxnSpLocks/>
              <a:stCxn id="40" idx="2"/>
              <a:endCxn id="39" idx="3"/>
            </p:cNvCxnSpPr>
            <p:nvPr/>
          </p:nvCxnSpPr>
          <p:spPr bwMode="auto">
            <a:xfrm flipH="1">
              <a:off x="2275184" y="3557359"/>
              <a:ext cx="1732366" cy="0"/>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70" name="直線矢印コネクタ 3">
              <a:extLst>
                <a:ext uri="{FF2B5EF4-FFF2-40B4-BE49-F238E27FC236}">
                  <a16:creationId xmlns:a16="http://schemas.microsoft.com/office/drawing/2014/main" id="{36C49766-8029-6F38-2730-6AD606D287CE}"/>
                </a:ext>
              </a:extLst>
            </p:cNvPr>
            <p:cNvCxnSpPr>
              <a:cxnSpLocks/>
              <a:stCxn id="39" idx="2"/>
              <a:endCxn id="57" idx="0"/>
            </p:cNvCxnSpPr>
            <p:nvPr/>
          </p:nvCxnSpPr>
          <p:spPr bwMode="auto">
            <a:xfrm>
              <a:off x="2015010" y="3704012"/>
              <a:ext cx="0" cy="96166"/>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75" name="正方形/長方形 74">
              <a:extLst>
                <a:ext uri="{FF2B5EF4-FFF2-40B4-BE49-F238E27FC236}">
                  <a16:creationId xmlns:a16="http://schemas.microsoft.com/office/drawing/2014/main" id="{60AADDDA-9185-3679-B426-2593A7202FFC}"/>
                </a:ext>
              </a:extLst>
            </p:cNvPr>
            <p:cNvSpPr/>
            <p:nvPr/>
          </p:nvSpPr>
          <p:spPr bwMode="auto">
            <a:xfrm>
              <a:off x="437633"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パンチ対応</a:t>
              </a:r>
              <a:r>
                <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エラー対応</a:t>
              </a:r>
              <a:endPar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BFB0F98B-3234-6F61-645A-BD5DCA4D24A8}"/>
                </a:ext>
              </a:extLst>
            </p:cNvPr>
            <p:cNvSpPr/>
            <p:nvPr/>
          </p:nvSpPr>
          <p:spPr bwMode="auto">
            <a:xfrm>
              <a:off x="437633" y="4048154"/>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パンチデータ</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77" name="直線矢印コネクタ 3">
              <a:extLst>
                <a:ext uri="{FF2B5EF4-FFF2-40B4-BE49-F238E27FC236}">
                  <a16:creationId xmlns:a16="http://schemas.microsoft.com/office/drawing/2014/main" id="{B60F1366-86BF-A3B4-D2EF-A61334496C2F}"/>
                </a:ext>
              </a:extLst>
            </p:cNvPr>
            <p:cNvCxnSpPr>
              <a:cxnSpLocks/>
              <a:stCxn id="57" idx="1"/>
              <a:endCxn id="76" idx="0"/>
            </p:cNvCxnSpPr>
            <p:nvPr/>
          </p:nvCxnSpPr>
          <p:spPr bwMode="auto">
            <a:xfrm rot="10800000" flipV="1">
              <a:off x="697808" y="3946830"/>
              <a:ext cx="1057029" cy="101324"/>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80" name="フローチャート: 磁気ディスク 79">
              <a:extLst>
                <a:ext uri="{FF2B5EF4-FFF2-40B4-BE49-F238E27FC236}">
                  <a16:creationId xmlns:a16="http://schemas.microsoft.com/office/drawing/2014/main" id="{28AF7CCE-0ADA-3AC0-956E-AB89B717E5F2}"/>
                </a:ext>
              </a:extLst>
            </p:cNvPr>
            <p:cNvSpPr/>
            <p:nvPr/>
          </p:nvSpPr>
          <p:spPr bwMode="auto">
            <a:xfrm>
              <a:off x="1003006" y="4276725"/>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84" name="直線矢印コネクタ 3">
              <a:extLst>
                <a:ext uri="{FF2B5EF4-FFF2-40B4-BE49-F238E27FC236}">
                  <a16:creationId xmlns:a16="http://schemas.microsoft.com/office/drawing/2014/main" id="{8DCFD8AE-DF32-F194-27E2-6992368EE70F}"/>
                </a:ext>
              </a:extLst>
            </p:cNvPr>
            <p:cNvCxnSpPr>
              <a:cxnSpLocks/>
              <a:stCxn id="76" idx="3"/>
              <a:endCxn id="80" idx="1"/>
            </p:cNvCxnSpPr>
            <p:nvPr/>
          </p:nvCxnSpPr>
          <p:spPr bwMode="auto">
            <a:xfrm>
              <a:off x="957981" y="4194807"/>
              <a:ext cx="305838" cy="81918"/>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87" name="正方形/長方形 86">
              <a:extLst>
                <a:ext uri="{FF2B5EF4-FFF2-40B4-BE49-F238E27FC236}">
                  <a16:creationId xmlns:a16="http://schemas.microsoft.com/office/drawing/2014/main" id="{64686221-1A15-93CD-6820-4F4C4251D7A0}"/>
                </a:ext>
              </a:extLst>
            </p:cNvPr>
            <p:cNvSpPr/>
            <p:nvPr/>
          </p:nvSpPr>
          <p:spPr bwMode="auto">
            <a:xfrm>
              <a:off x="5369779" y="626811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対応</a:t>
              </a: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エラー対応</a:t>
              </a:r>
              <a:endPar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88" name="直線矢印コネクタ 3">
              <a:extLst>
                <a:ext uri="{FF2B5EF4-FFF2-40B4-BE49-F238E27FC236}">
                  <a16:creationId xmlns:a16="http://schemas.microsoft.com/office/drawing/2014/main" id="{33E67251-583C-9E1D-64BD-DAC4537E14F3}"/>
                </a:ext>
              </a:extLst>
            </p:cNvPr>
            <p:cNvCxnSpPr>
              <a:cxnSpLocks/>
              <a:stCxn id="76" idx="2"/>
              <a:endCxn id="75" idx="0"/>
            </p:cNvCxnSpPr>
            <p:nvPr/>
          </p:nvCxnSpPr>
          <p:spPr bwMode="auto">
            <a:xfrm>
              <a:off x="697808" y="4341460"/>
              <a:ext cx="0" cy="1061522"/>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91" name="直線矢印コネクタ 3">
              <a:extLst>
                <a:ext uri="{FF2B5EF4-FFF2-40B4-BE49-F238E27FC236}">
                  <a16:creationId xmlns:a16="http://schemas.microsoft.com/office/drawing/2014/main" id="{3DE46C64-362F-CB56-9EA9-11A0E52E0333}"/>
                </a:ext>
              </a:extLst>
            </p:cNvPr>
            <p:cNvCxnSpPr>
              <a:cxnSpLocks/>
              <a:stCxn id="76" idx="1"/>
              <a:endCxn id="87" idx="1"/>
            </p:cNvCxnSpPr>
            <p:nvPr/>
          </p:nvCxnSpPr>
          <p:spPr bwMode="auto">
            <a:xfrm rot="10800000" flipH="1" flipV="1">
              <a:off x="437633" y="4194806"/>
              <a:ext cx="4932146" cy="2219956"/>
            </a:xfrm>
            <a:prstGeom prst="bentConnector3">
              <a:avLst>
                <a:gd name="adj1" fmla="val -2489"/>
              </a:avLst>
            </a:prstGeom>
            <a:noFill/>
            <a:ln w="9525" cap="flat" cmpd="sng" algn="ctr">
              <a:solidFill>
                <a:schemeClr val="tx1">
                  <a:lumMod val="75000"/>
                  <a:lumOff val="25000"/>
                </a:schemeClr>
              </a:solidFill>
              <a:prstDash val="dash"/>
              <a:round/>
              <a:headEnd type="triangle" w="med" len="med"/>
              <a:tailEnd type="triangle"/>
            </a:ln>
            <a:effectLst/>
          </p:spPr>
        </p:cxnSp>
        <p:sp>
          <p:nvSpPr>
            <p:cNvPr id="95" name="正方形/長方形 94">
              <a:extLst>
                <a:ext uri="{FF2B5EF4-FFF2-40B4-BE49-F238E27FC236}">
                  <a16:creationId xmlns:a16="http://schemas.microsoft.com/office/drawing/2014/main" id="{D2225C95-9DB0-2966-784F-0DA306902193}"/>
                </a:ext>
              </a:extLst>
            </p:cNvPr>
            <p:cNvSpPr/>
            <p:nvPr/>
          </p:nvSpPr>
          <p:spPr bwMode="auto">
            <a:xfrm>
              <a:off x="5369779" y="5948344"/>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メンテカード</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パンチ対応</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97" name="直線矢印コネクタ 96">
              <a:extLst>
                <a:ext uri="{FF2B5EF4-FFF2-40B4-BE49-F238E27FC236}">
                  <a16:creationId xmlns:a16="http://schemas.microsoft.com/office/drawing/2014/main" id="{CB6671D3-558F-BAF6-C6AF-060EF793E7AF}"/>
                </a:ext>
              </a:extLst>
            </p:cNvPr>
            <p:cNvCxnSpPr>
              <a:cxnSpLocks/>
              <a:stCxn id="102" idx="2"/>
              <a:endCxn id="95" idx="1"/>
            </p:cNvCxnSpPr>
            <p:nvPr/>
          </p:nvCxnSpPr>
          <p:spPr bwMode="auto">
            <a:xfrm rot="16200000" flipH="1">
              <a:off x="2756616" y="3481833"/>
              <a:ext cx="1119727" cy="4106599"/>
            </a:xfrm>
            <a:prstGeom prst="bentConnector2">
              <a:avLst/>
            </a:prstGeom>
            <a:noFill/>
            <a:ln w="9525" cap="flat" cmpd="sng" algn="ctr">
              <a:solidFill>
                <a:schemeClr val="tx1">
                  <a:lumMod val="75000"/>
                  <a:lumOff val="25000"/>
                </a:schemeClr>
              </a:solidFill>
              <a:prstDash val="dash"/>
              <a:round/>
              <a:headEnd type="triangle" w="med" len="med"/>
              <a:tailEnd type="none"/>
            </a:ln>
            <a:effectLst/>
          </p:spPr>
        </p:cxnSp>
        <p:sp>
          <p:nvSpPr>
            <p:cNvPr id="102" name="正方形/長方形 101">
              <a:extLst>
                <a:ext uri="{FF2B5EF4-FFF2-40B4-BE49-F238E27FC236}">
                  <a16:creationId xmlns:a16="http://schemas.microsoft.com/office/drawing/2014/main" id="{4F6279AC-217E-ECE1-D040-3878892DBA48}"/>
                </a:ext>
              </a:extLst>
            </p:cNvPr>
            <p:cNvSpPr/>
            <p:nvPr/>
          </p:nvSpPr>
          <p:spPr bwMode="auto">
            <a:xfrm>
              <a:off x="1003006" y="468196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マスタ反映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03" name="直線矢印コネクタ 3">
              <a:extLst>
                <a:ext uri="{FF2B5EF4-FFF2-40B4-BE49-F238E27FC236}">
                  <a16:creationId xmlns:a16="http://schemas.microsoft.com/office/drawing/2014/main" id="{96BFD18B-9694-59B3-CF63-39B25C185858}"/>
                </a:ext>
              </a:extLst>
            </p:cNvPr>
            <p:cNvCxnSpPr>
              <a:cxnSpLocks/>
              <a:stCxn id="102" idx="0"/>
              <a:endCxn id="80" idx="3"/>
            </p:cNvCxnSpPr>
            <p:nvPr/>
          </p:nvCxnSpPr>
          <p:spPr bwMode="auto">
            <a:xfrm flipV="1">
              <a:off x="1263180" y="4600716"/>
              <a:ext cx="639" cy="81249"/>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17" name="直線矢印コネクタ 3">
              <a:extLst>
                <a:ext uri="{FF2B5EF4-FFF2-40B4-BE49-F238E27FC236}">
                  <a16:creationId xmlns:a16="http://schemas.microsoft.com/office/drawing/2014/main" id="{39EBD415-C75A-BBF7-7CAC-8EBD6EF8D047}"/>
                </a:ext>
              </a:extLst>
            </p:cNvPr>
            <p:cNvCxnSpPr>
              <a:cxnSpLocks/>
              <a:stCxn id="80" idx="4"/>
              <a:endCxn id="121" idx="1"/>
            </p:cNvCxnSpPr>
            <p:nvPr/>
          </p:nvCxnSpPr>
          <p:spPr bwMode="auto">
            <a:xfrm>
              <a:off x="1524631" y="4438721"/>
              <a:ext cx="230206" cy="389897"/>
            </a:xfrm>
            <a:prstGeom prst="bentConnector3">
              <a:avLst>
                <a:gd name="adj1" fmla="val 16899"/>
              </a:avLst>
            </a:prstGeom>
            <a:noFill/>
            <a:ln w="9525" cap="flat" cmpd="sng" algn="ctr">
              <a:solidFill>
                <a:schemeClr val="tx1">
                  <a:lumMod val="75000"/>
                  <a:lumOff val="25000"/>
                </a:schemeClr>
              </a:solidFill>
              <a:prstDash val="dash"/>
              <a:round/>
              <a:headEnd type="none" w="med" len="med"/>
              <a:tailEnd type="triangle"/>
            </a:ln>
            <a:effectLst/>
          </p:spPr>
        </p:cxnSp>
        <p:sp>
          <p:nvSpPr>
            <p:cNvPr id="121" name="正方形/長方形 120">
              <a:extLst>
                <a:ext uri="{FF2B5EF4-FFF2-40B4-BE49-F238E27FC236}">
                  <a16:creationId xmlns:a16="http://schemas.microsoft.com/office/drawing/2014/main" id="{73F54084-E086-CD28-2568-0E82840F6762}"/>
                </a:ext>
              </a:extLst>
            </p:cNvPr>
            <p:cNvSpPr/>
            <p:nvPr/>
          </p:nvSpPr>
          <p:spPr bwMode="auto">
            <a:xfrm>
              <a:off x="1754837" y="468196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AISS</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29" name="直線矢印コネクタ 3">
              <a:extLst>
                <a:ext uri="{FF2B5EF4-FFF2-40B4-BE49-F238E27FC236}">
                  <a16:creationId xmlns:a16="http://schemas.microsoft.com/office/drawing/2014/main" id="{93598C62-9076-B768-E59A-64D174496087}"/>
                </a:ext>
              </a:extLst>
            </p:cNvPr>
            <p:cNvCxnSpPr>
              <a:cxnSpLocks/>
              <a:stCxn id="121" idx="0"/>
              <a:endCxn id="10" idx="3"/>
            </p:cNvCxnSpPr>
            <p:nvPr/>
          </p:nvCxnSpPr>
          <p:spPr bwMode="auto">
            <a:xfrm rot="5400000" flipH="1" flipV="1">
              <a:off x="1688903" y="3776572"/>
              <a:ext cx="1231501" cy="579285"/>
            </a:xfrm>
            <a:prstGeom prst="bentConnector3">
              <a:avLst>
                <a:gd name="adj1" fmla="val 43875"/>
              </a:avLst>
            </a:prstGeom>
            <a:noFill/>
            <a:ln w="9525" cap="flat" cmpd="sng" algn="ctr">
              <a:solidFill>
                <a:schemeClr val="tx1">
                  <a:lumMod val="75000"/>
                  <a:lumOff val="25000"/>
                </a:schemeClr>
              </a:solidFill>
              <a:prstDash val="dash"/>
              <a:round/>
              <a:headEnd type="none" w="med" len="med"/>
              <a:tailEnd type="triangle"/>
            </a:ln>
            <a:effectLst/>
          </p:spPr>
        </p:cxnSp>
        <p:cxnSp>
          <p:nvCxnSpPr>
            <p:cNvPr id="134" name="直線矢印コネクタ 3">
              <a:extLst>
                <a:ext uri="{FF2B5EF4-FFF2-40B4-BE49-F238E27FC236}">
                  <a16:creationId xmlns:a16="http://schemas.microsoft.com/office/drawing/2014/main" id="{1B0DE6A5-EBD9-E24A-1CCB-33A614DA4567}"/>
                </a:ext>
              </a:extLst>
            </p:cNvPr>
            <p:cNvCxnSpPr>
              <a:cxnSpLocks/>
              <a:stCxn id="121" idx="3"/>
              <a:endCxn id="40" idx="2"/>
            </p:cNvCxnSpPr>
            <p:nvPr/>
          </p:nvCxnSpPr>
          <p:spPr bwMode="auto">
            <a:xfrm flipV="1">
              <a:off x="2275184" y="3557359"/>
              <a:ext cx="1732366" cy="1271258"/>
            </a:xfrm>
            <a:prstGeom prst="bentConnector3">
              <a:avLst>
                <a:gd name="adj1" fmla="val 42083"/>
              </a:avLst>
            </a:prstGeom>
            <a:noFill/>
            <a:ln w="9525" cap="flat" cmpd="sng" algn="ctr">
              <a:solidFill>
                <a:schemeClr val="tx1">
                  <a:lumMod val="75000"/>
                  <a:lumOff val="25000"/>
                </a:schemeClr>
              </a:solidFill>
              <a:prstDash val="dash"/>
              <a:round/>
              <a:headEnd type="none" w="med" len="med"/>
              <a:tailEnd type="triangle"/>
            </a:ln>
            <a:effectLst/>
          </p:spPr>
        </p:cxnSp>
        <p:sp>
          <p:nvSpPr>
            <p:cNvPr id="152" name="正方形/長方形 151">
              <a:extLst>
                <a:ext uri="{FF2B5EF4-FFF2-40B4-BE49-F238E27FC236}">
                  <a16:creationId xmlns:a16="http://schemas.microsoft.com/office/drawing/2014/main" id="{E487B475-6DAD-FD03-9F30-F45ADE59F115}"/>
                </a:ext>
              </a:extLst>
            </p:cNvPr>
            <p:cNvSpPr/>
            <p:nvPr/>
          </p:nvSpPr>
          <p:spPr bwMode="auto">
            <a:xfrm>
              <a:off x="4007551" y="5732225"/>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本調査</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割当</a:t>
              </a:r>
            </a:p>
          </p:txBody>
        </p:sp>
        <p:sp>
          <p:nvSpPr>
            <p:cNvPr id="153" name="正方形/長方形 152">
              <a:extLst>
                <a:ext uri="{FF2B5EF4-FFF2-40B4-BE49-F238E27FC236}">
                  <a16:creationId xmlns:a16="http://schemas.microsoft.com/office/drawing/2014/main" id="{9B0D5B68-541D-D00E-0FEC-3F41763E9642}"/>
                </a:ext>
              </a:extLst>
            </p:cNvPr>
            <p:cNvSpPr/>
            <p:nvPr/>
          </p:nvSpPr>
          <p:spPr bwMode="auto">
            <a:xfrm>
              <a:off x="7538822" y="5732224"/>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本調査</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割当処理</a:t>
              </a:r>
            </a:p>
          </p:txBody>
        </p:sp>
        <p:cxnSp>
          <p:nvCxnSpPr>
            <p:cNvPr id="154" name="直線矢印コネクタ 3">
              <a:extLst>
                <a:ext uri="{FF2B5EF4-FFF2-40B4-BE49-F238E27FC236}">
                  <a16:creationId xmlns:a16="http://schemas.microsoft.com/office/drawing/2014/main" id="{998C35FE-074A-3136-B728-AD02EF28FBBE}"/>
                </a:ext>
              </a:extLst>
            </p:cNvPr>
            <p:cNvCxnSpPr>
              <a:cxnSpLocks/>
              <a:stCxn id="152" idx="3"/>
              <a:endCxn id="153" idx="1"/>
            </p:cNvCxnSpPr>
            <p:nvPr/>
          </p:nvCxnSpPr>
          <p:spPr bwMode="auto">
            <a:xfrm flipV="1">
              <a:off x="4527897" y="5878876"/>
              <a:ext cx="3010924" cy="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2" name="フローチャート: 磁気ディスク 11">
              <a:extLst>
                <a:ext uri="{FF2B5EF4-FFF2-40B4-BE49-F238E27FC236}">
                  <a16:creationId xmlns:a16="http://schemas.microsoft.com/office/drawing/2014/main" id="{314C75D6-18F8-77C7-089F-8A66B572F0A6}"/>
                </a:ext>
              </a:extLst>
            </p:cNvPr>
            <p:cNvSpPr/>
            <p:nvPr/>
          </p:nvSpPr>
          <p:spPr bwMode="auto">
            <a:xfrm>
              <a:off x="8160202" y="5073729"/>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進捗</a:t>
              </a: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WF</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4" name="フローチャート: 磁気ディスク 13">
              <a:extLst>
                <a:ext uri="{FF2B5EF4-FFF2-40B4-BE49-F238E27FC236}">
                  <a16:creationId xmlns:a16="http://schemas.microsoft.com/office/drawing/2014/main" id="{550A42F6-8A08-C005-F7B4-BF9A4F75C21D}"/>
                </a:ext>
              </a:extLst>
            </p:cNvPr>
            <p:cNvSpPr/>
            <p:nvPr/>
          </p:nvSpPr>
          <p:spPr bwMode="auto">
            <a:xfrm>
              <a:off x="6752450" y="443959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本調査</a:t>
              </a:r>
              <a:endParaRPr lang="en-US" altLang="ja-JP" sz="10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管理</a:t>
              </a:r>
              <a:endParaRPr lang="en-US" altLang="ja-JP" sz="10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7" name="直線矢印コネクタ 10">
              <a:extLst>
                <a:ext uri="{FF2B5EF4-FFF2-40B4-BE49-F238E27FC236}">
                  <a16:creationId xmlns:a16="http://schemas.microsoft.com/office/drawing/2014/main" id="{0FE525F0-F0ED-59D5-1879-7A58297F58A0}"/>
                </a:ext>
              </a:extLst>
            </p:cNvPr>
            <p:cNvCxnSpPr>
              <a:cxnSpLocks/>
              <a:stCxn id="153" idx="0"/>
              <a:endCxn id="12" idx="2"/>
            </p:cNvCxnSpPr>
            <p:nvPr/>
          </p:nvCxnSpPr>
          <p:spPr bwMode="auto">
            <a:xfrm rot="5400000" flipH="1" flipV="1">
              <a:off x="7731350" y="5303371"/>
              <a:ext cx="496500" cy="361206"/>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33" name="直線矢印コネクタ 10">
              <a:extLst>
                <a:ext uri="{FF2B5EF4-FFF2-40B4-BE49-F238E27FC236}">
                  <a16:creationId xmlns:a16="http://schemas.microsoft.com/office/drawing/2014/main" id="{1FBE9772-DCBF-7161-8E76-687E8578DD1C}"/>
                </a:ext>
              </a:extLst>
            </p:cNvPr>
            <p:cNvCxnSpPr>
              <a:cxnSpLocks/>
              <a:stCxn id="153" idx="0"/>
              <a:endCxn id="14" idx="4"/>
            </p:cNvCxnSpPr>
            <p:nvPr/>
          </p:nvCxnSpPr>
          <p:spPr bwMode="auto">
            <a:xfrm rot="16200000" flipV="1">
              <a:off x="6971221" y="4904448"/>
              <a:ext cx="1130631" cy="524920"/>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46" name="直線矢印コネクタ 10">
              <a:extLst>
                <a:ext uri="{FF2B5EF4-FFF2-40B4-BE49-F238E27FC236}">
                  <a16:creationId xmlns:a16="http://schemas.microsoft.com/office/drawing/2014/main" id="{E241AF86-4F5E-3254-10ED-46CFC26D31CF}"/>
                </a:ext>
              </a:extLst>
            </p:cNvPr>
            <p:cNvCxnSpPr>
              <a:cxnSpLocks/>
              <a:stCxn id="12" idx="1"/>
              <a:endCxn id="47" idx="3"/>
            </p:cNvCxnSpPr>
            <p:nvPr/>
          </p:nvCxnSpPr>
          <p:spPr bwMode="auto">
            <a:xfrm rot="16200000" flipV="1">
              <a:off x="6142456" y="2795169"/>
              <a:ext cx="1246351" cy="3310768"/>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47" name="正方形/長方形 46">
              <a:extLst>
                <a:ext uri="{FF2B5EF4-FFF2-40B4-BE49-F238E27FC236}">
                  <a16:creationId xmlns:a16="http://schemas.microsoft.com/office/drawing/2014/main" id="{89A894FC-FC8E-9197-DD40-9F5860F5F5A8}"/>
                </a:ext>
              </a:extLst>
            </p:cNvPr>
            <p:cNvSpPr/>
            <p:nvPr/>
          </p:nvSpPr>
          <p:spPr bwMode="auto">
            <a:xfrm>
              <a:off x="4589900" y="368072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DB</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メンテ</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取消処理</a:t>
              </a:r>
            </a:p>
          </p:txBody>
        </p:sp>
        <p:cxnSp>
          <p:nvCxnSpPr>
            <p:cNvPr id="55" name="直線矢印コネクタ 3">
              <a:extLst>
                <a:ext uri="{FF2B5EF4-FFF2-40B4-BE49-F238E27FC236}">
                  <a16:creationId xmlns:a16="http://schemas.microsoft.com/office/drawing/2014/main" id="{7416E0CF-22E0-72FD-8B1C-16303FFE2A96}"/>
                </a:ext>
              </a:extLst>
            </p:cNvPr>
            <p:cNvCxnSpPr>
              <a:cxnSpLocks/>
              <a:stCxn id="47" idx="1"/>
              <a:endCxn id="40" idx="3"/>
            </p:cNvCxnSpPr>
            <p:nvPr/>
          </p:nvCxnSpPr>
          <p:spPr bwMode="auto">
            <a:xfrm rot="10800000">
              <a:off x="4268364" y="3719356"/>
              <a:ext cx="321537" cy="10802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65" name="直線矢印コネクタ 3">
              <a:extLst>
                <a:ext uri="{FF2B5EF4-FFF2-40B4-BE49-F238E27FC236}">
                  <a16:creationId xmlns:a16="http://schemas.microsoft.com/office/drawing/2014/main" id="{FD56E5E2-586A-9ECC-FB6C-03902272F850}"/>
                </a:ext>
              </a:extLst>
            </p:cNvPr>
            <p:cNvCxnSpPr>
              <a:cxnSpLocks/>
              <a:stCxn id="14" idx="1"/>
              <a:endCxn id="47" idx="3"/>
            </p:cNvCxnSpPr>
            <p:nvPr/>
          </p:nvCxnSpPr>
          <p:spPr bwMode="auto">
            <a:xfrm rot="16200000" flipV="1">
              <a:off x="5755646" y="3181980"/>
              <a:ext cx="612220" cy="1903016"/>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85" name="四角形: 角を丸くする 184">
              <a:extLst>
                <a:ext uri="{FF2B5EF4-FFF2-40B4-BE49-F238E27FC236}">
                  <a16:creationId xmlns:a16="http://schemas.microsoft.com/office/drawing/2014/main" id="{A711E672-0DCC-1D57-6805-E446D01F093D}"/>
                </a:ext>
              </a:extLst>
            </p:cNvPr>
            <p:cNvSpPr/>
            <p:nvPr/>
          </p:nvSpPr>
          <p:spPr bwMode="auto">
            <a:xfrm>
              <a:off x="280619" y="1587968"/>
              <a:ext cx="8467102" cy="271905"/>
            </a:xfrm>
            <a:prstGeom prst="roundRect">
              <a:avLst>
                <a:gd name="adj" fmla="val 0"/>
              </a:avLst>
            </a:prstGeom>
            <a:noFill/>
            <a:ln w="19050">
              <a:noFill/>
            </a:ln>
          </p:spPr>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インプットのデータフロー</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抜粋イメージ</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t>
              </a:r>
              <a:endParaRPr lang="ja-JP" altLang="en-US" sz="1200" b="1">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86" name="直線コネクタ 185">
              <a:extLst>
                <a:ext uri="{FF2B5EF4-FFF2-40B4-BE49-F238E27FC236}">
                  <a16:creationId xmlns:a16="http://schemas.microsoft.com/office/drawing/2014/main" id="{43A9D4C1-C3FD-7CCD-6A0A-E572838B06C2}"/>
                </a:ext>
              </a:extLst>
            </p:cNvPr>
            <p:cNvCxnSpPr>
              <a:cxnSpLocks/>
            </p:cNvCxnSpPr>
            <p:nvPr/>
          </p:nvCxnSpPr>
          <p:spPr bwMode="auto">
            <a:xfrm>
              <a:off x="280736" y="1859873"/>
              <a:ext cx="8466868" cy="0"/>
            </a:xfrm>
            <a:prstGeom prst="line">
              <a:avLst/>
            </a:prstGeom>
            <a:noFill/>
            <a:ln w="9525" cap="flat" cmpd="sng" algn="ctr">
              <a:solidFill>
                <a:schemeClr val="tx1"/>
              </a:solidFill>
              <a:prstDash val="solid"/>
              <a:round/>
              <a:headEnd type="none" w="med" len="med"/>
              <a:tailEnd type="none" w="med" len="med"/>
            </a:ln>
            <a:effectLst/>
          </p:spPr>
        </p:cxnSp>
        <p:sp>
          <p:nvSpPr>
            <p:cNvPr id="188" name="フローチャート: 磁気ディスク 187">
              <a:extLst>
                <a:ext uri="{FF2B5EF4-FFF2-40B4-BE49-F238E27FC236}">
                  <a16:creationId xmlns:a16="http://schemas.microsoft.com/office/drawing/2014/main" id="{DD9BE54C-CB8C-A99B-C958-271D19666C43}"/>
                </a:ext>
              </a:extLst>
            </p:cNvPr>
            <p:cNvSpPr/>
            <p:nvPr/>
          </p:nvSpPr>
          <p:spPr bwMode="auto">
            <a:xfrm>
              <a:off x="8160202" y="2143086"/>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クローリング</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90" name="四角形: 角を丸くする 189">
              <a:extLst>
                <a:ext uri="{FF2B5EF4-FFF2-40B4-BE49-F238E27FC236}">
                  <a16:creationId xmlns:a16="http://schemas.microsoft.com/office/drawing/2014/main" id="{F1ADA2A0-DC76-C0E2-08E7-21C8BCEA6568}"/>
                </a:ext>
              </a:extLst>
            </p:cNvPr>
            <p:cNvSpPr/>
            <p:nvPr/>
          </p:nvSpPr>
          <p:spPr bwMode="auto">
            <a:xfrm>
              <a:off x="8943713" y="1587968"/>
              <a:ext cx="2967669" cy="271905"/>
            </a:xfrm>
            <a:prstGeom prst="roundRect">
              <a:avLst>
                <a:gd name="adj" fmla="val 0"/>
              </a:avLst>
            </a:prstGeom>
            <a:noFill/>
            <a:ln w="19050">
              <a:noFill/>
            </a:ln>
          </p:spPr>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アウトプットのデータソース</a:t>
              </a:r>
            </a:p>
          </p:txBody>
        </p:sp>
        <p:cxnSp>
          <p:nvCxnSpPr>
            <p:cNvPr id="191" name="直線コネクタ 190">
              <a:extLst>
                <a:ext uri="{FF2B5EF4-FFF2-40B4-BE49-F238E27FC236}">
                  <a16:creationId xmlns:a16="http://schemas.microsoft.com/office/drawing/2014/main" id="{D128F997-6C47-D5A5-1CF8-5017AF2ED7C2}"/>
                </a:ext>
              </a:extLst>
            </p:cNvPr>
            <p:cNvCxnSpPr>
              <a:cxnSpLocks/>
            </p:cNvCxnSpPr>
            <p:nvPr/>
          </p:nvCxnSpPr>
          <p:spPr bwMode="auto">
            <a:xfrm>
              <a:off x="8943754" y="1859873"/>
              <a:ext cx="2967587" cy="0"/>
            </a:xfrm>
            <a:prstGeom prst="line">
              <a:avLst/>
            </a:prstGeom>
            <a:noFill/>
            <a:ln w="9525" cap="flat" cmpd="sng" algn="ctr">
              <a:solidFill>
                <a:schemeClr val="tx1"/>
              </a:solidFill>
              <a:prstDash val="solid"/>
              <a:round/>
              <a:headEnd type="none" w="med" len="med"/>
              <a:tailEnd type="none" w="med" len="med"/>
            </a:ln>
            <a:effectLst/>
          </p:spPr>
        </p:cxnSp>
        <p:sp>
          <p:nvSpPr>
            <p:cNvPr id="212" name="正方形/長方形 211">
              <a:extLst>
                <a:ext uri="{FF2B5EF4-FFF2-40B4-BE49-F238E27FC236}">
                  <a16:creationId xmlns:a16="http://schemas.microsoft.com/office/drawing/2014/main" id="{9EDB5093-503A-74AA-EA45-E42E296A8941}"/>
                </a:ext>
              </a:extLst>
            </p:cNvPr>
            <p:cNvSpPr/>
            <p:nvPr/>
          </p:nvSpPr>
          <p:spPr bwMode="auto">
            <a:xfrm>
              <a:off x="8946693" y="1905567"/>
              <a:ext cx="2961711" cy="1165506"/>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&lt;CCR</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紙</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&gt;</a:t>
              </a: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6" name="フローチャート: 磁気ディスク 215">
              <a:extLst>
                <a:ext uri="{FF2B5EF4-FFF2-40B4-BE49-F238E27FC236}">
                  <a16:creationId xmlns:a16="http://schemas.microsoft.com/office/drawing/2014/main" id="{9693B100-C87B-5947-6850-CC73B0FFBE9B}"/>
                </a:ext>
              </a:extLst>
            </p:cNvPr>
            <p:cNvSpPr/>
            <p:nvPr/>
          </p:nvSpPr>
          <p:spPr bwMode="auto">
            <a:xfrm>
              <a:off x="432533" y="360345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回収管理</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7" name="フローチャート: 磁気ディスク 216">
              <a:extLst>
                <a:ext uri="{FF2B5EF4-FFF2-40B4-BE49-F238E27FC236}">
                  <a16:creationId xmlns:a16="http://schemas.microsoft.com/office/drawing/2014/main" id="{EDC7A215-4049-F9B5-E820-D667DEC30A34}"/>
                </a:ext>
              </a:extLst>
            </p:cNvPr>
            <p:cNvSpPr/>
            <p:nvPr/>
          </p:nvSpPr>
          <p:spPr bwMode="auto">
            <a:xfrm>
              <a:off x="1003006" y="360345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項目</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管理</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5" name="フローチャート: 磁気ディスク 214">
              <a:extLst>
                <a:ext uri="{FF2B5EF4-FFF2-40B4-BE49-F238E27FC236}">
                  <a16:creationId xmlns:a16="http://schemas.microsoft.com/office/drawing/2014/main" id="{B03B8CA1-33A6-A971-42FA-CACDF743D9B6}"/>
                </a:ext>
              </a:extLst>
            </p:cNvPr>
            <p:cNvSpPr/>
            <p:nvPr/>
          </p:nvSpPr>
          <p:spPr bwMode="auto">
            <a:xfrm>
              <a:off x="9364804" y="2332249"/>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26" name="フローチャート: 磁気ディスク 225">
              <a:extLst>
                <a:ext uri="{FF2B5EF4-FFF2-40B4-BE49-F238E27FC236}">
                  <a16:creationId xmlns:a16="http://schemas.microsoft.com/office/drawing/2014/main" id="{52963E7E-92A6-E8B9-1BD7-A8AEFD2F3666}"/>
                </a:ext>
              </a:extLst>
            </p:cNvPr>
            <p:cNvSpPr/>
            <p:nvPr/>
          </p:nvSpPr>
          <p:spPr bwMode="auto">
            <a:xfrm>
              <a:off x="10459426" y="2326325"/>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36" name="円弧 35">
              <a:extLst>
                <a:ext uri="{FF2B5EF4-FFF2-40B4-BE49-F238E27FC236}">
                  <a16:creationId xmlns:a16="http://schemas.microsoft.com/office/drawing/2014/main" id="{4C696B1A-2FCE-8DFC-9C68-B150E2872344}"/>
                </a:ext>
              </a:extLst>
            </p:cNvPr>
            <p:cNvSpPr/>
            <p:nvPr/>
          </p:nvSpPr>
          <p:spPr bwMode="auto">
            <a:xfrm rot="16200000">
              <a:off x="1611700" y="3921805"/>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0" name="円弧 59">
              <a:extLst>
                <a:ext uri="{FF2B5EF4-FFF2-40B4-BE49-F238E27FC236}">
                  <a16:creationId xmlns:a16="http://schemas.microsoft.com/office/drawing/2014/main" id="{FD6F3371-4DC6-0963-52BD-73D994D8E8B1}"/>
                </a:ext>
              </a:extLst>
            </p:cNvPr>
            <p:cNvSpPr/>
            <p:nvPr/>
          </p:nvSpPr>
          <p:spPr bwMode="auto">
            <a:xfrm rot="16200000">
              <a:off x="1608679" y="4804203"/>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2" name="円弧 61">
              <a:extLst>
                <a:ext uri="{FF2B5EF4-FFF2-40B4-BE49-F238E27FC236}">
                  <a16:creationId xmlns:a16="http://schemas.microsoft.com/office/drawing/2014/main" id="{37C66A0E-2068-616F-529C-4480BBB95B9E}"/>
                </a:ext>
              </a:extLst>
            </p:cNvPr>
            <p:cNvSpPr/>
            <p:nvPr/>
          </p:nvSpPr>
          <p:spPr bwMode="auto">
            <a:xfrm rot="16200000">
              <a:off x="2562410" y="4805861"/>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6" name="円弧 65">
              <a:extLst>
                <a:ext uri="{FF2B5EF4-FFF2-40B4-BE49-F238E27FC236}">
                  <a16:creationId xmlns:a16="http://schemas.microsoft.com/office/drawing/2014/main" id="{ED178A8F-53E2-50DB-1110-1797AF50315D}"/>
                </a:ext>
              </a:extLst>
            </p:cNvPr>
            <p:cNvSpPr/>
            <p:nvPr/>
          </p:nvSpPr>
          <p:spPr bwMode="auto">
            <a:xfrm rot="16200000">
              <a:off x="3684788" y="4319180"/>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9" name="円弧 68">
              <a:extLst>
                <a:ext uri="{FF2B5EF4-FFF2-40B4-BE49-F238E27FC236}">
                  <a16:creationId xmlns:a16="http://schemas.microsoft.com/office/drawing/2014/main" id="{4BC3DF7A-B534-29F0-D8FC-9F75F7AE17C3}"/>
                </a:ext>
              </a:extLst>
            </p:cNvPr>
            <p:cNvSpPr/>
            <p:nvPr/>
          </p:nvSpPr>
          <p:spPr bwMode="auto">
            <a:xfrm rot="16200000">
              <a:off x="5592931" y="4055684"/>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2" name="円弧 71">
              <a:extLst>
                <a:ext uri="{FF2B5EF4-FFF2-40B4-BE49-F238E27FC236}">
                  <a16:creationId xmlns:a16="http://schemas.microsoft.com/office/drawing/2014/main" id="{2F109B98-B9B0-73F9-254C-82CC3E71258A}"/>
                </a:ext>
              </a:extLst>
            </p:cNvPr>
            <p:cNvSpPr/>
            <p:nvPr/>
          </p:nvSpPr>
          <p:spPr bwMode="auto">
            <a:xfrm rot="16200000">
              <a:off x="7065980" y="3800829"/>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3" name="円弧 72">
              <a:extLst>
                <a:ext uri="{FF2B5EF4-FFF2-40B4-BE49-F238E27FC236}">
                  <a16:creationId xmlns:a16="http://schemas.microsoft.com/office/drawing/2014/main" id="{E1FC1B80-5868-356E-35D5-CC63922FFE6C}"/>
                </a:ext>
              </a:extLst>
            </p:cNvPr>
            <p:cNvSpPr/>
            <p:nvPr/>
          </p:nvSpPr>
          <p:spPr bwMode="auto">
            <a:xfrm rot="16200000">
              <a:off x="7768425" y="3803424"/>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8" name="円弧 77">
              <a:extLst>
                <a:ext uri="{FF2B5EF4-FFF2-40B4-BE49-F238E27FC236}">
                  <a16:creationId xmlns:a16="http://schemas.microsoft.com/office/drawing/2014/main" id="{B90A5644-9824-CE21-7B98-389C9767BA61}"/>
                </a:ext>
              </a:extLst>
            </p:cNvPr>
            <p:cNvSpPr/>
            <p:nvPr/>
          </p:nvSpPr>
          <p:spPr bwMode="auto">
            <a:xfrm rot="16200000">
              <a:off x="7065061" y="3264789"/>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9" name="円弧 78">
              <a:extLst>
                <a:ext uri="{FF2B5EF4-FFF2-40B4-BE49-F238E27FC236}">
                  <a16:creationId xmlns:a16="http://schemas.microsoft.com/office/drawing/2014/main" id="{E1B31CA8-B23C-A3C9-9BE8-C12BD2E82ED4}"/>
                </a:ext>
              </a:extLst>
            </p:cNvPr>
            <p:cNvSpPr/>
            <p:nvPr/>
          </p:nvSpPr>
          <p:spPr bwMode="auto">
            <a:xfrm rot="16200000">
              <a:off x="6365034" y="3802555"/>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3" name="円弧 82">
              <a:extLst>
                <a:ext uri="{FF2B5EF4-FFF2-40B4-BE49-F238E27FC236}">
                  <a16:creationId xmlns:a16="http://schemas.microsoft.com/office/drawing/2014/main" id="{B35FBDA1-BB4E-7F64-A90D-4C4370A94227}"/>
                </a:ext>
              </a:extLst>
            </p:cNvPr>
            <p:cNvSpPr/>
            <p:nvPr/>
          </p:nvSpPr>
          <p:spPr bwMode="auto">
            <a:xfrm rot="16200000">
              <a:off x="5595578" y="3800818"/>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5" name="円弧 84">
              <a:extLst>
                <a:ext uri="{FF2B5EF4-FFF2-40B4-BE49-F238E27FC236}">
                  <a16:creationId xmlns:a16="http://schemas.microsoft.com/office/drawing/2014/main" id="{D2BDC12D-F0A9-1BAD-B031-EFFB0895843D}"/>
                </a:ext>
              </a:extLst>
            </p:cNvPr>
            <p:cNvSpPr/>
            <p:nvPr/>
          </p:nvSpPr>
          <p:spPr bwMode="auto">
            <a:xfrm rot="16200000">
              <a:off x="3115782" y="4318163"/>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6" name="円弧 85">
              <a:extLst>
                <a:ext uri="{FF2B5EF4-FFF2-40B4-BE49-F238E27FC236}">
                  <a16:creationId xmlns:a16="http://schemas.microsoft.com/office/drawing/2014/main" id="{8846005E-D006-C8CB-A0BA-89F23B7EC769}"/>
                </a:ext>
              </a:extLst>
            </p:cNvPr>
            <p:cNvSpPr/>
            <p:nvPr/>
          </p:nvSpPr>
          <p:spPr bwMode="auto">
            <a:xfrm rot="16200000">
              <a:off x="2975935" y="4320651"/>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9" name="円弧 88">
              <a:extLst>
                <a:ext uri="{FF2B5EF4-FFF2-40B4-BE49-F238E27FC236}">
                  <a16:creationId xmlns:a16="http://schemas.microsoft.com/office/drawing/2014/main" id="{DA750CB8-3E55-91C0-626C-629691A2DCE8}"/>
                </a:ext>
              </a:extLst>
            </p:cNvPr>
            <p:cNvSpPr/>
            <p:nvPr/>
          </p:nvSpPr>
          <p:spPr bwMode="auto">
            <a:xfrm rot="16200000">
              <a:off x="2563454" y="3533876"/>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92" name="円弧 91">
              <a:extLst>
                <a:ext uri="{FF2B5EF4-FFF2-40B4-BE49-F238E27FC236}">
                  <a16:creationId xmlns:a16="http://schemas.microsoft.com/office/drawing/2014/main" id="{CB4E62A6-91E7-E32A-C045-970C0B948BF9}"/>
                </a:ext>
              </a:extLst>
            </p:cNvPr>
            <p:cNvSpPr/>
            <p:nvPr/>
          </p:nvSpPr>
          <p:spPr bwMode="auto">
            <a:xfrm rot="16200000">
              <a:off x="3115905" y="3533876"/>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grpSp>
      <p:grpSp>
        <p:nvGrpSpPr>
          <p:cNvPr id="141" name="グループ化 140">
            <a:extLst>
              <a:ext uri="{FF2B5EF4-FFF2-40B4-BE49-F238E27FC236}">
                <a16:creationId xmlns:a16="http://schemas.microsoft.com/office/drawing/2014/main" id="{83000691-9FCA-DC76-538A-2CCE8C5717A2}"/>
              </a:ext>
            </a:extLst>
          </p:cNvPr>
          <p:cNvGrpSpPr/>
          <p:nvPr/>
        </p:nvGrpSpPr>
        <p:grpSpPr>
          <a:xfrm>
            <a:off x="6305550" y="1441009"/>
            <a:ext cx="2433947" cy="392508"/>
            <a:chOff x="6215063" y="1388621"/>
            <a:chExt cx="2433947" cy="392508"/>
          </a:xfrm>
        </p:grpSpPr>
        <p:grpSp>
          <p:nvGrpSpPr>
            <p:cNvPr id="133" name="グループ化 132">
              <a:extLst>
                <a:ext uri="{FF2B5EF4-FFF2-40B4-BE49-F238E27FC236}">
                  <a16:creationId xmlns:a16="http://schemas.microsoft.com/office/drawing/2014/main" id="{C55B8C6C-2897-43A2-4587-588AF5DB9024}"/>
                </a:ext>
              </a:extLst>
            </p:cNvPr>
            <p:cNvGrpSpPr/>
            <p:nvPr/>
          </p:nvGrpSpPr>
          <p:grpSpPr>
            <a:xfrm>
              <a:off x="6709486" y="1388621"/>
              <a:ext cx="1939524" cy="392508"/>
              <a:chOff x="6709486" y="1388621"/>
              <a:chExt cx="1939524" cy="392508"/>
            </a:xfrm>
          </p:grpSpPr>
          <p:grpSp>
            <p:nvGrpSpPr>
              <p:cNvPr id="111" name="グループ化 110">
                <a:extLst>
                  <a:ext uri="{FF2B5EF4-FFF2-40B4-BE49-F238E27FC236}">
                    <a16:creationId xmlns:a16="http://schemas.microsoft.com/office/drawing/2014/main" id="{69C0527C-AE12-AD58-9E35-E30859DFAF53}"/>
                  </a:ext>
                </a:extLst>
              </p:cNvPr>
              <p:cNvGrpSpPr/>
              <p:nvPr/>
            </p:nvGrpSpPr>
            <p:grpSpPr>
              <a:xfrm>
                <a:off x="6709486" y="1613186"/>
                <a:ext cx="776980" cy="167202"/>
                <a:chOff x="6165606" y="1608831"/>
                <a:chExt cx="776980" cy="167202"/>
              </a:xfrm>
            </p:grpSpPr>
            <p:cxnSp>
              <p:nvCxnSpPr>
                <p:cNvPr id="101" name="直線矢印コネクタ 3">
                  <a:extLst>
                    <a:ext uri="{FF2B5EF4-FFF2-40B4-BE49-F238E27FC236}">
                      <a16:creationId xmlns:a16="http://schemas.microsoft.com/office/drawing/2014/main" id="{E11B8139-B66F-78CC-7594-DDE00F47FCED}"/>
                    </a:ext>
                  </a:extLst>
                </p:cNvPr>
                <p:cNvCxnSpPr>
                  <a:cxnSpLocks/>
                  <a:endCxn id="104" idx="1"/>
                </p:cNvCxnSpPr>
                <p:nvPr/>
              </p:nvCxnSpPr>
              <p:spPr bwMode="auto">
                <a:xfrm>
                  <a:off x="6165606" y="1692432"/>
                  <a:ext cx="256632" cy="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04" name="正方形/長方形 103">
                  <a:extLst>
                    <a:ext uri="{FF2B5EF4-FFF2-40B4-BE49-F238E27FC236}">
                      <a16:creationId xmlns:a16="http://schemas.microsoft.com/office/drawing/2014/main" id="{80298D72-F5D1-A8A9-7B6A-5B5E32CB40A1}"/>
                    </a:ext>
                  </a:extLst>
                </p:cNvPr>
                <p:cNvSpPr/>
                <p:nvPr/>
              </p:nvSpPr>
              <p:spPr bwMode="auto">
                <a:xfrm>
                  <a:off x="6422238" y="1608831"/>
                  <a:ext cx="520348" cy="167202"/>
                </a:xfrm>
                <a:prstGeom prst="rect">
                  <a:avLst/>
                </a:prstGeom>
                <a:noFill/>
                <a:ln w="9525">
                  <a:noFill/>
                  <a:miter lim="800000"/>
                  <a:headEnd/>
                  <a:tailEnd/>
                </a:ln>
                <a:effectLst/>
              </p:spPr>
              <p:txBody>
                <a:bodyPr wrap="none" rtlCol="0" anchor="ctr" anchorCtr="0">
                  <a:noAutofit/>
                </a:bodyPr>
                <a:lstStyle/>
                <a:p>
                  <a:pPr algn="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システム連携</a:t>
                  </a:r>
                  <a:endParaRPr kumimoji="1" lang="en-US" altLang="ja-JP" sz="600">
                    <a:solidFill>
                      <a:schemeClr val="tx1">
                        <a:lumMod val="75000"/>
                        <a:lumOff val="25000"/>
                      </a:schemeClr>
                    </a:solidFill>
                    <a:latin typeface="Meiryo UI" panose="020B0604030504040204" pitchFamily="50" charset="-128"/>
                    <a:ea typeface="Meiryo UI" panose="020B0604030504040204" pitchFamily="50" charset="-128"/>
                  </a:endParaRPr>
                </a:p>
              </p:txBody>
            </p:sp>
          </p:grpSp>
          <p:grpSp>
            <p:nvGrpSpPr>
              <p:cNvPr id="114" name="グループ化 113">
                <a:extLst>
                  <a:ext uri="{FF2B5EF4-FFF2-40B4-BE49-F238E27FC236}">
                    <a16:creationId xmlns:a16="http://schemas.microsoft.com/office/drawing/2014/main" id="{0CCB1223-A4E7-B491-20C1-BFA815C04322}"/>
                  </a:ext>
                </a:extLst>
              </p:cNvPr>
              <p:cNvGrpSpPr/>
              <p:nvPr/>
            </p:nvGrpSpPr>
            <p:grpSpPr>
              <a:xfrm>
                <a:off x="6709486" y="1391354"/>
                <a:ext cx="776980" cy="167202"/>
                <a:chOff x="6165606" y="1608831"/>
                <a:chExt cx="776980" cy="167202"/>
              </a:xfrm>
            </p:grpSpPr>
            <p:cxnSp>
              <p:nvCxnSpPr>
                <p:cNvPr id="115" name="直線矢印コネクタ 3">
                  <a:extLst>
                    <a:ext uri="{FF2B5EF4-FFF2-40B4-BE49-F238E27FC236}">
                      <a16:creationId xmlns:a16="http://schemas.microsoft.com/office/drawing/2014/main" id="{76FA63BB-E62D-242F-CF4B-CC9F4619F2EB}"/>
                    </a:ext>
                  </a:extLst>
                </p:cNvPr>
                <p:cNvCxnSpPr>
                  <a:cxnSpLocks/>
                  <a:endCxn id="118" idx="1"/>
                </p:cNvCxnSpPr>
                <p:nvPr/>
              </p:nvCxnSpPr>
              <p:spPr bwMode="auto">
                <a:xfrm>
                  <a:off x="6165606" y="1692432"/>
                  <a:ext cx="256632" cy="0"/>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118" name="正方形/長方形 117">
                  <a:extLst>
                    <a:ext uri="{FF2B5EF4-FFF2-40B4-BE49-F238E27FC236}">
                      <a16:creationId xmlns:a16="http://schemas.microsoft.com/office/drawing/2014/main" id="{B68D534B-66D9-ECD6-4474-F514ABBB74CA}"/>
                    </a:ext>
                  </a:extLst>
                </p:cNvPr>
                <p:cNvSpPr/>
                <p:nvPr/>
              </p:nvSpPr>
              <p:spPr bwMode="auto">
                <a:xfrm>
                  <a:off x="6422238" y="1608831"/>
                  <a:ext cx="520348" cy="167202"/>
                </a:xfrm>
                <a:prstGeom prst="rect">
                  <a:avLst/>
                </a:prstGeom>
                <a:noFill/>
                <a:ln w="9525">
                  <a:noFill/>
                  <a:miter lim="800000"/>
                  <a:headEnd/>
                  <a:tailEnd/>
                </a:ln>
                <a:effectLst/>
              </p:spPr>
              <p:txBody>
                <a:bodyPr wrap="none" rtlCol="0" anchor="ctr" anchorCtr="0">
                  <a:noAutofit/>
                </a:bodyPr>
                <a:lstStyle/>
                <a:p>
                  <a:pPr algn="r"/>
                  <a:r>
                    <a:rPr kumimoji="1" lang="ja-JP" altLang="en-US" sz="600">
                      <a:solidFill>
                        <a:schemeClr val="tx1">
                          <a:lumMod val="75000"/>
                          <a:lumOff val="25000"/>
                        </a:schemeClr>
                      </a:solidFill>
                      <a:latin typeface="Meiryo UI" panose="020B0604030504040204" pitchFamily="50" charset="-128"/>
                      <a:ea typeface="Meiryo UI" panose="020B0604030504040204" pitchFamily="50" charset="-128"/>
                    </a:rPr>
                    <a:t>マニュアル連携</a:t>
                  </a:r>
                  <a:endParaRPr kumimoji="1" lang="en-US" altLang="ja-JP" sz="6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96" name="正方形/長方形 95">
                <a:extLst>
                  <a:ext uri="{FF2B5EF4-FFF2-40B4-BE49-F238E27FC236}">
                    <a16:creationId xmlns:a16="http://schemas.microsoft.com/office/drawing/2014/main" id="{6562F898-7576-F7CC-5AD8-B6A277855317}"/>
                  </a:ext>
                </a:extLst>
              </p:cNvPr>
              <p:cNvSpPr/>
              <p:nvPr/>
            </p:nvSpPr>
            <p:spPr bwMode="auto">
              <a:xfrm>
                <a:off x="8121038" y="1388621"/>
                <a:ext cx="527972" cy="167943"/>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ctr" anchorCtr="0">
                <a:noAutofit/>
              </a:bodyPr>
              <a:lstStyle/>
              <a:p>
                <a:pPr algn="ctr"/>
                <a:r>
                  <a:rPr lang="ja-JP" altLang="en-US" sz="800">
                    <a:solidFill>
                      <a:schemeClr val="tx1">
                        <a:lumMod val="65000"/>
                        <a:lumOff val="35000"/>
                      </a:schemeClr>
                    </a:solidFill>
                    <a:latin typeface="Meiryo UI" panose="020B0604030504040204" pitchFamily="50" charset="-128"/>
                    <a:ea typeface="Meiryo UI" panose="020B0604030504040204" pitchFamily="50" charset="-128"/>
                  </a:rPr>
                  <a:t>業務領域</a:t>
                </a:r>
                <a:endParaRPr kumimoji="1" lang="ja-JP" altLang="en-US" sz="5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9" name="正方形/長方形 98">
                <a:extLst>
                  <a:ext uri="{FF2B5EF4-FFF2-40B4-BE49-F238E27FC236}">
                    <a16:creationId xmlns:a16="http://schemas.microsoft.com/office/drawing/2014/main" id="{2DCF0850-3590-DEF7-ABF6-5D1E75CE4A20}"/>
                  </a:ext>
                </a:extLst>
              </p:cNvPr>
              <p:cNvSpPr/>
              <p:nvPr/>
            </p:nvSpPr>
            <p:spPr bwMode="auto">
              <a:xfrm>
                <a:off x="8121038" y="1613186"/>
                <a:ext cx="527972" cy="167943"/>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800">
                    <a:solidFill>
                      <a:schemeClr val="tx1">
                        <a:lumMod val="65000"/>
                        <a:lumOff val="35000"/>
                      </a:schemeClr>
                    </a:solidFill>
                    <a:latin typeface="Meiryo UI" panose="020B0604030504040204" pitchFamily="50" charset="-128"/>
                    <a:ea typeface="Meiryo UI" panose="020B0604030504040204" pitchFamily="50" charset="-128"/>
                  </a:rPr>
                  <a:t>データ領域</a:t>
                </a:r>
              </a:p>
            </p:txBody>
          </p:sp>
          <p:sp>
            <p:nvSpPr>
              <p:cNvPr id="100" name="正方形/長方形 99">
                <a:extLst>
                  <a:ext uri="{FF2B5EF4-FFF2-40B4-BE49-F238E27FC236}">
                    <a16:creationId xmlns:a16="http://schemas.microsoft.com/office/drawing/2014/main" id="{C4EDB41D-2B4A-7404-6A7C-3A5F34D47A2D}"/>
                  </a:ext>
                </a:extLst>
              </p:cNvPr>
              <p:cNvSpPr/>
              <p:nvPr/>
            </p:nvSpPr>
            <p:spPr bwMode="auto">
              <a:xfrm>
                <a:off x="7486466" y="1613186"/>
                <a:ext cx="572383" cy="167202"/>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800">
                    <a:solidFill>
                      <a:schemeClr val="tx1">
                        <a:lumMod val="75000"/>
                        <a:lumOff val="25000"/>
                      </a:schemeClr>
                    </a:solidFill>
                    <a:latin typeface="Meiryo UI" panose="020B0604030504040204" pitchFamily="50" charset="-128"/>
                    <a:ea typeface="Meiryo UI" panose="020B0604030504040204" pitchFamily="50" charset="-128"/>
                  </a:rPr>
                  <a:t>システム処理</a:t>
                </a:r>
                <a:endParaRPr kumimoji="1" lang="en-US" altLang="ja-JP" sz="8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7E4ADF25-3E5B-4E57-CF94-6E96BF4F32C1}"/>
                  </a:ext>
                </a:extLst>
              </p:cNvPr>
              <p:cNvSpPr/>
              <p:nvPr/>
            </p:nvSpPr>
            <p:spPr bwMode="auto">
              <a:xfrm>
                <a:off x="7486466" y="1388621"/>
                <a:ext cx="572383" cy="167202"/>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800">
                    <a:solidFill>
                      <a:schemeClr val="tx1">
                        <a:lumMod val="75000"/>
                        <a:lumOff val="25000"/>
                      </a:schemeClr>
                    </a:solidFill>
                    <a:latin typeface="Meiryo UI" panose="020B0604030504040204" pitchFamily="50" charset="-128"/>
                    <a:ea typeface="Meiryo UI" panose="020B0604030504040204" pitchFamily="50" charset="-128"/>
                  </a:rPr>
                  <a:t>マニュアル処理</a:t>
                </a:r>
                <a:endParaRPr lang="en-US" altLang="ja-JP" sz="8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131" name="正方形/長方形 130">
              <a:extLst>
                <a:ext uri="{FF2B5EF4-FFF2-40B4-BE49-F238E27FC236}">
                  <a16:creationId xmlns:a16="http://schemas.microsoft.com/office/drawing/2014/main" id="{2C1BC698-6198-FC54-AA4B-A7BE19F22925}"/>
                </a:ext>
              </a:extLst>
            </p:cNvPr>
            <p:cNvSpPr/>
            <p:nvPr/>
          </p:nvSpPr>
          <p:spPr bwMode="auto">
            <a:xfrm>
              <a:off x="6215063" y="1504367"/>
              <a:ext cx="572383" cy="167202"/>
            </a:xfrm>
            <a:prstGeom prst="rect">
              <a:avLst/>
            </a:prstGeom>
            <a:noFill/>
            <a:ln w="9525">
              <a:noFill/>
              <a:miter lim="800000"/>
              <a:headEnd/>
              <a:tailEnd/>
            </a:ln>
            <a:effectLst/>
          </p:spPr>
          <p:txBody>
            <a:bodyPr wrap="none" rtlCol="0" anchor="ctr" anchorCtr="0">
              <a:noAutofit/>
            </a:bodyPr>
            <a:lstStyle/>
            <a:p>
              <a:pPr algn="ctr"/>
              <a:r>
                <a:rPr lang="ja-JP" altLang="en-US" sz="800">
                  <a:solidFill>
                    <a:schemeClr val="tx1">
                      <a:lumMod val="75000"/>
                      <a:lumOff val="25000"/>
                    </a:schemeClr>
                  </a:solidFill>
                  <a:latin typeface="Meiryo UI" panose="020B0604030504040204" pitchFamily="50" charset="-128"/>
                  <a:ea typeface="Meiryo UI" panose="020B0604030504040204" pitchFamily="50" charset="-128"/>
                </a:rPr>
                <a:t>凡例</a:t>
              </a:r>
              <a:endParaRPr lang="en-US" altLang="ja-JP" sz="8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20" name="タイトル 5">
            <a:extLst>
              <a:ext uri="{FF2B5EF4-FFF2-40B4-BE49-F238E27FC236}">
                <a16:creationId xmlns:a16="http://schemas.microsoft.com/office/drawing/2014/main" id="{FC117243-87F4-BDC9-70BD-97CCF75E610B}"/>
              </a:ext>
            </a:extLst>
          </p:cNvPr>
          <p:cNvSpPr txBox="1">
            <a:spLocks/>
          </p:cNvSpPr>
          <p:nvPr/>
        </p:nvSpPr>
        <p:spPr>
          <a:xfrm>
            <a:off x="0" y="162627"/>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a:t>
            </a:r>
            <a:r>
              <a:rPr lang="ja-JP" altLang="en-US" b="0" kern="0"/>
              <a:t>　</a:t>
            </a:r>
            <a:r>
              <a:rPr lang="zh-TW" altLang="en-US" b="0" kern="0"/>
              <a:t>提案</a:t>
            </a:r>
            <a:r>
              <a:rPr lang="ja-JP" altLang="en-US" b="0" kern="0"/>
              <a:t>②</a:t>
            </a:r>
            <a:r>
              <a:rPr lang="en-US" altLang="ja-JP" sz="2400" b="0">
                <a:solidFill>
                  <a:schemeClr val="tx1"/>
                </a:solidFill>
                <a:latin typeface="Meiryo UI" panose="020B0604030504040204" pitchFamily="50" charset="-128"/>
                <a:ea typeface="Meiryo UI" panose="020B0604030504040204" pitchFamily="50" charset="-128"/>
              </a:rPr>
              <a:t>TDB</a:t>
            </a:r>
            <a:r>
              <a:rPr lang="ja-JP" altLang="en-US" sz="2400" b="0">
                <a:solidFill>
                  <a:schemeClr val="tx1"/>
                </a:solidFill>
                <a:latin typeface="Meiryo UI" panose="020B0604030504040204" pitchFamily="50" charset="-128"/>
                <a:ea typeface="Meiryo UI" panose="020B0604030504040204" pitchFamily="50" charset="-128"/>
              </a:rPr>
              <a:t>様全体のデータ課題に対するご提案</a:t>
            </a:r>
            <a:endParaRPr lang="zh-TW" altLang="en-US" b="0" kern="0"/>
          </a:p>
        </p:txBody>
      </p:sp>
      <p:sp>
        <p:nvSpPr>
          <p:cNvPr id="31" name="テキスト ボックス 30">
            <a:extLst>
              <a:ext uri="{FF2B5EF4-FFF2-40B4-BE49-F238E27FC236}">
                <a16:creationId xmlns:a16="http://schemas.microsoft.com/office/drawing/2014/main" id="{A0CD2B74-BA23-D232-B555-36A51597F6DB}"/>
              </a:ext>
            </a:extLst>
          </p:cNvPr>
          <p:cNvSpPr txBox="1"/>
          <p:nvPr/>
        </p:nvSpPr>
        <p:spPr>
          <a:xfrm>
            <a:off x="238936" y="861988"/>
            <a:ext cx="11559364" cy="757130"/>
          </a:xfrm>
          <a:prstGeom prst="rect">
            <a:avLst/>
          </a:prstGeom>
          <a:noFill/>
        </p:spPr>
        <p:txBody>
          <a:bodyPr wrap="square" rtlCol="0">
            <a:spAutoFit/>
          </a:bodyPr>
          <a:lstStyle/>
          <a:p>
            <a:r>
              <a:rPr lang="ja-JP" altLang="en-US" sz="1600">
                <a:solidFill>
                  <a:schemeClr val="tx1"/>
                </a:solidFill>
                <a:latin typeface="Meiryo UI" panose="020B0604030504040204" pitchFamily="50" charset="-128"/>
                <a:ea typeface="Meiryo UI" panose="020B0604030504040204" pitchFamily="50" charset="-128"/>
              </a:rPr>
              <a:t>日立内でも</a:t>
            </a:r>
            <a:r>
              <a:rPr lang="en-US" altLang="ja-JP" sz="1600">
                <a:solidFill>
                  <a:schemeClr val="tx1"/>
                </a:solidFill>
                <a:latin typeface="Meiryo UI" panose="020B0604030504040204" pitchFamily="50" charset="-128"/>
                <a:ea typeface="Meiryo UI" panose="020B0604030504040204" pitchFamily="50" charset="-128"/>
              </a:rPr>
              <a:t>TDB</a:t>
            </a:r>
            <a:r>
              <a:rPr lang="ja-JP" altLang="en-US" sz="1600">
                <a:solidFill>
                  <a:schemeClr val="tx1"/>
                </a:solidFill>
                <a:latin typeface="Meiryo UI" panose="020B0604030504040204" pitchFamily="50" charset="-128"/>
                <a:ea typeface="Meiryo UI" panose="020B0604030504040204" pitchFamily="50" charset="-128"/>
              </a:rPr>
              <a:t>様データ保持の課題について検討いたしました。本内容をベースに改めて課題感や今後の進め方について確認させてください。</a:t>
            </a:r>
            <a:endParaRPr lang="en-US" altLang="ja-JP" sz="1600">
              <a:solidFill>
                <a:schemeClr val="tx1"/>
              </a:solidFill>
              <a:latin typeface="Meiryo UI" panose="020B0604030504040204" pitchFamily="50" charset="-128"/>
              <a:ea typeface="Meiryo UI" panose="020B0604030504040204" pitchFamily="50" charset="-128"/>
            </a:endParaRPr>
          </a:p>
          <a:p>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概況</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インプットのデータフローの複雑化により、アウトプットのデータソースが煩雑化している様に見受けております。</a:t>
            </a:r>
          </a:p>
          <a:p>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5" name="フローチャート: 磁気ディスク 4">
            <a:extLst>
              <a:ext uri="{FF2B5EF4-FFF2-40B4-BE49-F238E27FC236}">
                <a16:creationId xmlns:a16="http://schemas.microsoft.com/office/drawing/2014/main" id="{4F5528CA-0209-914C-9FD6-FF5E1EEE0402}"/>
              </a:ext>
            </a:extLst>
          </p:cNvPr>
          <p:cNvSpPr/>
          <p:nvPr/>
        </p:nvSpPr>
        <p:spPr bwMode="auto">
          <a:xfrm>
            <a:off x="11055505" y="2332250"/>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6" name="フローチャート: 磁気ディスク 5">
            <a:extLst>
              <a:ext uri="{FF2B5EF4-FFF2-40B4-BE49-F238E27FC236}">
                <a16:creationId xmlns:a16="http://schemas.microsoft.com/office/drawing/2014/main" id="{1B0AB469-B75B-9B64-788C-C39AB1C2DE49}"/>
              </a:ext>
            </a:extLst>
          </p:cNvPr>
          <p:cNvSpPr/>
          <p:nvPr/>
        </p:nvSpPr>
        <p:spPr bwMode="auto">
          <a:xfrm>
            <a:off x="9902758" y="2332250"/>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34" name="フローチャート: 磁気ディスク 33">
            <a:extLst>
              <a:ext uri="{FF2B5EF4-FFF2-40B4-BE49-F238E27FC236}">
                <a16:creationId xmlns:a16="http://schemas.microsoft.com/office/drawing/2014/main" id="{C1970D97-F40E-9D92-014B-33ABBA9FA507}"/>
              </a:ext>
            </a:extLst>
          </p:cNvPr>
          <p:cNvSpPr/>
          <p:nvPr/>
        </p:nvSpPr>
        <p:spPr bwMode="auto">
          <a:xfrm>
            <a:off x="11063842" y="3638363"/>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51" name="フローチャート: 磁気ディスク 50">
            <a:extLst>
              <a:ext uri="{FF2B5EF4-FFF2-40B4-BE49-F238E27FC236}">
                <a16:creationId xmlns:a16="http://schemas.microsoft.com/office/drawing/2014/main" id="{4519BE81-6F17-D1DF-95D8-B71A884BA596}"/>
              </a:ext>
            </a:extLst>
          </p:cNvPr>
          <p:cNvSpPr/>
          <p:nvPr/>
        </p:nvSpPr>
        <p:spPr bwMode="auto">
          <a:xfrm>
            <a:off x="11112778" y="479532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52" name="フローチャート: 磁気ディスク 51">
            <a:extLst>
              <a:ext uri="{FF2B5EF4-FFF2-40B4-BE49-F238E27FC236}">
                <a16:creationId xmlns:a16="http://schemas.microsoft.com/office/drawing/2014/main" id="{34B10348-75C1-51EC-FBE4-BCEE874F1BA0}"/>
              </a:ext>
            </a:extLst>
          </p:cNvPr>
          <p:cNvSpPr/>
          <p:nvPr/>
        </p:nvSpPr>
        <p:spPr bwMode="auto">
          <a:xfrm>
            <a:off x="11088508" y="599444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54" name="フローチャート: 磁気ディスク 53">
            <a:extLst>
              <a:ext uri="{FF2B5EF4-FFF2-40B4-BE49-F238E27FC236}">
                <a16:creationId xmlns:a16="http://schemas.microsoft.com/office/drawing/2014/main" id="{D87846DB-68EE-B661-AEB5-FFD9501A7D3C}"/>
              </a:ext>
            </a:extLst>
          </p:cNvPr>
          <p:cNvSpPr/>
          <p:nvPr/>
        </p:nvSpPr>
        <p:spPr bwMode="auto">
          <a:xfrm>
            <a:off x="9965351" y="364478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0" name="フローチャート: 磁気ディスク 89">
            <a:extLst>
              <a:ext uri="{FF2B5EF4-FFF2-40B4-BE49-F238E27FC236}">
                <a16:creationId xmlns:a16="http://schemas.microsoft.com/office/drawing/2014/main" id="{013D337F-9713-A313-BF71-5AAE977BB428}"/>
              </a:ext>
            </a:extLst>
          </p:cNvPr>
          <p:cNvSpPr/>
          <p:nvPr/>
        </p:nvSpPr>
        <p:spPr bwMode="auto">
          <a:xfrm>
            <a:off x="10038829" y="479532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08" name="フローチャート: 磁気ディスク 107">
            <a:extLst>
              <a:ext uri="{FF2B5EF4-FFF2-40B4-BE49-F238E27FC236}">
                <a16:creationId xmlns:a16="http://schemas.microsoft.com/office/drawing/2014/main" id="{2EFC631B-AF2B-C469-9139-981B5F7650B9}"/>
              </a:ext>
            </a:extLst>
          </p:cNvPr>
          <p:cNvSpPr/>
          <p:nvPr/>
        </p:nvSpPr>
        <p:spPr bwMode="auto">
          <a:xfrm>
            <a:off x="10085171" y="599265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09" name="フローチャート: 磁気ディスク 108">
            <a:extLst>
              <a:ext uri="{FF2B5EF4-FFF2-40B4-BE49-F238E27FC236}">
                <a16:creationId xmlns:a16="http://schemas.microsoft.com/office/drawing/2014/main" id="{BDAAAE9B-9FFF-5EAD-11A8-F5F2E4B3BA86}"/>
              </a:ext>
            </a:extLst>
          </p:cNvPr>
          <p:cNvSpPr/>
          <p:nvPr/>
        </p:nvSpPr>
        <p:spPr bwMode="auto">
          <a:xfrm>
            <a:off x="10514596" y="364478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124" name="フローチャート: 磁気ディスク 123">
            <a:extLst>
              <a:ext uri="{FF2B5EF4-FFF2-40B4-BE49-F238E27FC236}">
                <a16:creationId xmlns:a16="http://schemas.microsoft.com/office/drawing/2014/main" id="{2ADB65F2-EC51-61B8-B728-A262B6F0B3A5}"/>
              </a:ext>
            </a:extLst>
          </p:cNvPr>
          <p:cNvSpPr/>
          <p:nvPr/>
        </p:nvSpPr>
        <p:spPr bwMode="auto">
          <a:xfrm>
            <a:off x="10566883" y="4782480"/>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125" name="フローチャート: 磁気ディスク 124">
            <a:extLst>
              <a:ext uri="{FF2B5EF4-FFF2-40B4-BE49-F238E27FC236}">
                <a16:creationId xmlns:a16="http://schemas.microsoft.com/office/drawing/2014/main" id="{BEAC2092-53DC-A465-0F26-ED60B12BD647}"/>
              </a:ext>
            </a:extLst>
          </p:cNvPr>
          <p:cNvSpPr/>
          <p:nvPr/>
        </p:nvSpPr>
        <p:spPr bwMode="auto">
          <a:xfrm>
            <a:off x="10622314" y="599265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128" name="フローチャート: 磁気ディスク 127">
            <a:extLst>
              <a:ext uri="{FF2B5EF4-FFF2-40B4-BE49-F238E27FC236}">
                <a16:creationId xmlns:a16="http://schemas.microsoft.com/office/drawing/2014/main" id="{B738A5F2-F572-2005-FA8C-325FA8BEE724}"/>
              </a:ext>
            </a:extLst>
          </p:cNvPr>
          <p:cNvSpPr/>
          <p:nvPr/>
        </p:nvSpPr>
        <p:spPr bwMode="auto">
          <a:xfrm>
            <a:off x="9386055" y="364478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42" name="フローチャート: 磁気ディスク 141">
            <a:extLst>
              <a:ext uri="{FF2B5EF4-FFF2-40B4-BE49-F238E27FC236}">
                <a16:creationId xmlns:a16="http://schemas.microsoft.com/office/drawing/2014/main" id="{7105F638-B3D5-2A47-C3B4-89CCF9180E55}"/>
              </a:ext>
            </a:extLst>
          </p:cNvPr>
          <p:cNvSpPr/>
          <p:nvPr/>
        </p:nvSpPr>
        <p:spPr bwMode="auto">
          <a:xfrm>
            <a:off x="9456813" y="4813209"/>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44" name="フローチャート: 磁気ディスク 143">
            <a:extLst>
              <a:ext uri="{FF2B5EF4-FFF2-40B4-BE49-F238E27FC236}">
                <a16:creationId xmlns:a16="http://schemas.microsoft.com/office/drawing/2014/main" id="{7DD7972E-8DFD-666D-4357-ECB4A25C7ABF}"/>
              </a:ext>
            </a:extLst>
          </p:cNvPr>
          <p:cNvSpPr/>
          <p:nvPr/>
        </p:nvSpPr>
        <p:spPr bwMode="auto">
          <a:xfrm>
            <a:off x="9531179" y="599265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08245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0DC9-1D5B-C7F1-F9B5-EDC212975771}"/>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CC1C508-428F-D6EF-7B4E-08FEAB98A29E}"/>
              </a:ext>
            </a:extLst>
          </p:cNvPr>
          <p:cNvSpPr>
            <a:spLocks noGrp="1"/>
          </p:cNvSpPr>
          <p:nvPr>
            <p:ph type="sldNum" sz="quarter" idx="10"/>
          </p:nvPr>
        </p:nvSpPr>
        <p:spPr/>
        <p:txBody>
          <a:bodyPr/>
          <a:lstStyle/>
          <a:p>
            <a:pPr>
              <a:defRPr/>
            </a:pPr>
            <a:fld id="{B69A64E9-DEE1-40B5-88E8-A6C3DD001D0B}" type="slidenum">
              <a:rPr lang="en-US" altLang="ja-JP" smtClean="0"/>
              <a:pPr>
                <a:defRPr/>
              </a:pPr>
              <a:t>15</a:t>
            </a:fld>
            <a:endParaRPr lang="en-US" altLang="ja-JP"/>
          </a:p>
        </p:txBody>
      </p:sp>
      <p:grpSp>
        <p:nvGrpSpPr>
          <p:cNvPr id="94" name="グループ化 93">
            <a:extLst>
              <a:ext uri="{FF2B5EF4-FFF2-40B4-BE49-F238E27FC236}">
                <a16:creationId xmlns:a16="http://schemas.microsoft.com/office/drawing/2014/main" id="{99DE5EB1-9EC8-9AFE-6E5E-94B05F2E1B51}"/>
              </a:ext>
            </a:extLst>
          </p:cNvPr>
          <p:cNvGrpSpPr/>
          <p:nvPr/>
        </p:nvGrpSpPr>
        <p:grpSpPr>
          <a:xfrm>
            <a:off x="280619" y="1587968"/>
            <a:ext cx="11630763" cy="5054133"/>
            <a:chOff x="280619" y="1587968"/>
            <a:chExt cx="11630763" cy="5054133"/>
          </a:xfrm>
        </p:grpSpPr>
        <p:sp>
          <p:nvSpPr>
            <p:cNvPr id="25" name="正方形/長方形 24">
              <a:extLst>
                <a:ext uri="{FF2B5EF4-FFF2-40B4-BE49-F238E27FC236}">
                  <a16:creationId xmlns:a16="http://schemas.microsoft.com/office/drawing/2014/main" id="{C7F4A603-5567-C4C3-3D20-8738A3F4C211}"/>
                </a:ext>
              </a:extLst>
            </p:cNvPr>
            <p:cNvSpPr/>
            <p:nvPr/>
          </p:nvSpPr>
          <p:spPr bwMode="auto">
            <a:xfrm>
              <a:off x="8946693" y="3122529"/>
              <a:ext cx="2961711" cy="1165506"/>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C-NET</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091C3540-106A-EEC4-6FC3-9A79D9CA592A}"/>
                </a:ext>
              </a:extLst>
            </p:cNvPr>
            <p:cNvSpPr/>
            <p:nvPr/>
          </p:nvSpPr>
          <p:spPr bwMode="auto">
            <a:xfrm>
              <a:off x="8946693" y="4339491"/>
              <a:ext cx="2961711" cy="1165506"/>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CUSTOM/C1</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商品＞</a:t>
              </a:r>
              <a:endParaRPr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FB41496B-CB36-B770-7E86-436C1815CFCE}"/>
                </a:ext>
              </a:extLst>
            </p:cNvPr>
            <p:cNvSpPr/>
            <p:nvPr/>
          </p:nvSpPr>
          <p:spPr bwMode="auto">
            <a:xfrm>
              <a:off x="8946693" y="5556453"/>
              <a:ext cx="2961711" cy="1084485"/>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SAS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1428C4A0-49C1-FF7C-D211-DA6AD3DC7F24}"/>
                </a:ext>
              </a:extLst>
            </p:cNvPr>
            <p:cNvSpPr/>
            <p:nvPr/>
          </p:nvSpPr>
          <p:spPr bwMode="auto">
            <a:xfrm>
              <a:off x="287869" y="5045955"/>
              <a:ext cx="4855174" cy="1596146"/>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kumimoji="1" lang="ja-JP" altLang="en-US" sz="1100">
                  <a:solidFill>
                    <a:schemeClr val="tx1">
                      <a:lumMod val="65000"/>
                      <a:lumOff val="35000"/>
                    </a:schemeClr>
                  </a:solidFill>
                  <a:latin typeface="Meiryo UI" panose="020B0604030504040204" pitchFamily="50" charset="-128"/>
                  <a:ea typeface="Meiryo UI" panose="020B0604030504040204" pitchFamily="50" charset="-128"/>
                </a:rPr>
                <a:t>事業所</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（調査員</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内勤</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マネージャー）</a:t>
              </a:r>
              <a:endParaRPr kumimoji="1" lang="ja-JP" altLang="en-US" sz="9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A1934946-6673-7566-7203-606FF2F6734E}"/>
                </a:ext>
              </a:extLst>
            </p:cNvPr>
            <p:cNvSpPr/>
            <p:nvPr/>
          </p:nvSpPr>
          <p:spPr bwMode="auto">
            <a:xfrm>
              <a:off x="287869" y="1905567"/>
              <a:ext cx="1308896" cy="1372312"/>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本社</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メンテ課）</a:t>
              </a:r>
              <a:endParaRPr kumimoji="1" lang="ja-JP" altLang="en-US" sz="9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34959D20-BDFA-D190-0D37-4E55A83BC04E}"/>
                </a:ext>
              </a:extLst>
            </p:cNvPr>
            <p:cNvSpPr/>
            <p:nvPr/>
          </p:nvSpPr>
          <p:spPr bwMode="auto">
            <a:xfrm>
              <a:off x="676080" y="2369412"/>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リスト作成</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指示</a:t>
              </a:r>
            </a:p>
          </p:txBody>
        </p:sp>
        <p:sp>
          <p:nvSpPr>
            <p:cNvPr id="15" name="正方形/長方形 14">
              <a:extLst>
                <a:ext uri="{FF2B5EF4-FFF2-40B4-BE49-F238E27FC236}">
                  <a16:creationId xmlns:a16="http://schemas.microsoft.com/office/drawing/2014/main" id="{75A86124-443A-42B2-0F25-C2F5F29A8465}"/>
                </a:ext>
              </a:extLst>
            </p:cNvPr>
            <p:cNvSpPr/>
            <p:nvPr/>
          </p:nvSpPr>
          <p:spPr bwMode="auto">
            <a:xfrm>
              <a:off x="1687436" y="1905567"/>
              <a:ext cx="3454023" cy="3087581"/>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メンテ</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2FB39B2B-1B85-F04E-9AA4-72E2E36D8DF7}"/>
                </a:ext>
              </a:extLst>
            </p:cNvPr>
            <p:cNvSpPr/>
            <p:nvPr/>
          </p:nvSpPr>
          <p:spPr bwMode="auto">
            <a:xfrm>
              <a:off x="676080" y="2849247"/>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審査</a:t>
              </a:r>
            </a:p>
          </p:txBody>
        </p:sp>
        <p:cxnSp>
          <p:nvCxnSpPr>
            <p:cNvPr id="18" name="直線矢印コネクタ 17">
              <a:extLst>
                <a:ext uri="{FF2B5EF4-FFF2-40B4-BE49-F238E27FC236}">
                  <a16:creationId xmlns:a16="http://schemas.microsoft.com/office/drawing/2014/main" id="{0CCBF7F9-74D3-039B-A405-90963120C0FA}"/>
                </a:ext>
              </a:extLst>
            </p:cNvPr>
            <p:cNvCxnSpPr>
              <a:cxnSpLocks/>
              <a:stCxn id="9" idx="3"/>
              <a:endCxn id="48" idx="1"/>
            </p:cNvCxnSpPr>
            <p:nvPr/>
          </p:nvCxnSpPr>
          <p:spPr bwMode="auto">
            <a:xfrm>
              <a:off x="1196428" y="2516065"/>
              <a:ext cx="826820" cy="282533"/>
            </a:xfrm>
            <a:prstGeom prst="bentConnector3">
              <a:avLst>
                <a:gd name="adj1" fmla="val 33446"/>
              </a:avLst>
            </a:prstGeom>
            <a:noFill/>
            <a:ln w="9525" cap="flat" cmpd="sng" algn="ctr">
              <a:solidFill>
                <a:schemeClr val="tx1">
                  <a:lumMod val="75000"/>
                  <a:lumOff val="25000"/>
                </a:schemeClr>
              </a:solidFill>
              <a:prstDash val="dash"/>
              <a:round/>
              <a:headEnd type="none" w="med" len="med"/>
              <a:tailEnd type="triangle"/>
            </a:ln>
            <a:effectLst/>
          </p:spPr>
        </p:cxnSp>
        <p:sp>
          <p:nvSpPr>
            <p:cNvPr id="19" name="フローチャート: 磁気ディスク 18">
              <a:extLst>
                <a:ext uri="{FF2B5EF4-FFF2-40B4-BE49-F238E27FC236}">
                  <a16:creationId xmlns:a16="http://schemas.microsoft.com/office/drawing/2014/main" id="{ABBE7189-9DFC-BC30-8A6C-69BFFA156359}"/>
                </a:ext>
              </a:extLst>
            </p:cNvPr>
            <p:cNvSpPr/>
            <p:nvPr/>
          </p:nvSpPr>
          <p:spPr bwMode="auto">
            <a:xfrm>
              <a:off x="2885173" y="263660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ロングリスト</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4204F22C-E77C-CD6F-5D18-4563F75AA96B}"/>
                </a:ext>
              </a:extLst>
            </p:cNvPr>
            <p:cNvSpPr/>
            <p:nvPr/>
          </p:nvSpPr>
          <p:spPr bwMode="auto">
            <a:xfrm>
              <a:off x="5243225" y="5045955"/>
              <a:ext cx="2138100" cy="1596146"/>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外注業者</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（パンチ業者</a:t>
              </a:r>
              <a:r>
                <a:rPr lang="en-US" altLang="ja-JP" sz="900">
                  <a:solidFill>
                    <a:schemeClr val="tx1">
                      <a:lumMod val="65000"/>
                      <a:lumOff val="35000"/>
                    </a:schemeClr>
                  </a:solidFill>
                  <a:latin typeface="Meiryo UI" panose="020B0604030504040204" pitchFamily="50" charset="-128"/>
                  <a:ea typeface="Meiryo UI" panose="020B0604030504040204" pitchFamily="50" charset="-128"/>
                </a:rPr>
                <a:t>/BS</a:t>
              </a:r>
              <a:r>
                <a:rPr lang="ja-JP" altLang="en-US" sz="900">
                  <a:solidFill>
                    <a:schemeClr val="tx1">
                      <a:lumMod val="65000"/>
                      <a:lumOff val="35000"/>
                    </a:schemeClr>
                  </a:solidFill>
                  <a:latin typeface="Meiryo UI" panose="020B0604030504040204" pitchFamily="50" charset="-128"/>
                  <a:ea typeface="Meiryo UI" panose="020B0604030504040204" pitchFamily="50" charset="-128"/>
                </a:rPr>
                <a:t>）</a:t>
              </a:r>
              <a:endParaRPr kumimoji="1" lang="ja-JP" altLang="en-US" sz="9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ABDD3E7E-3E9C-72BB-2FCF-9B27791BA1E9}"/>
                </a:ext>
              </a:extLst>
            </p:cNvPr>
            <p:cNvSpPr/>
            <p:nvPr/>
          </p:nvSpPr>
          <p:spPr bwMode="auto">
            <a:xfrm>
              <a:off x="5247331" y="1905567"/>
              <a:ext cx="2138100" cy="3087581"/>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DB (AWS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移行中</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 </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F69F2DDC-EC48-4D78-A04F-185BC54690A0}"/>
                </a:ext>
              </a:extLst>
            </p:cNvPr>
            <p:cNvSpPr/>
            <p:nvPr/>
          </p:nvSpPr>
          <p:spPr bwMode="auto">
            <a:xfrm>
              <a:off x="7487720" y="4815133"/>
              <a:ext cx="1260325" cy="1826967"/>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＜割サポ</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A8D9025D-C215-9A8D-D5F2-F031D2D2F520}"/>
                </a:ext>
              </a:extLst>
            </p:cNvPr>
            <p:cNvSpPr/>
            <p:nvPr/>
          </p:nvSpPr>
          <p:spPr bwMode="auto">
            <a:xfrm>
              <a:off x="7483750" y="1905567"/>
              <a:ext cx="1259546" cy="1610697"/>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＜社外＞</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8" name="フローチャート: 磁気ディスク 27">
              <a:extLst>
                <a:ext uri="{FF2B5EF4-FFF2-40B4-BE49-F238E27FC236}">
                  <a16:creationId xmlns:a16="http://schemas.microsoft.com/office/drawing/2014/main" id="{1208CED2-A663-6E52-9A38-0B46F174EAF7}"/>
                </a:ext>
              </a:extLst>
            </p:cNvPr>
            <p:cNvSpPr/>
            <p:nvPr/>
          </p:nvSpPr>
          <p:spPr bwMode="auto">
            <a:xfrm>
              <a:off x="5368501" y="263994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29" name="正方形/長方形 28">
              <a:extLst>
                <a:ext uri="{FF2B5EF4-FFF2-40B4-BE49-F238E27FC236}">
                  <a16:creationId xmlns:a16="http://schemas.microsoft.com/office/drawing/2014/main" id="{8577551E-6810-297B-8452-5199659D0657}"/>
                </a:ext>
              </a:extLst>
            </p:cNvPr>
            <p:cNvSpPr/>
            <p:nvPr/>
          </p:nvSpPr>
          <p:spPr bwMode="auto">
            <a:xfrm>
              <a:off x="287868" y="3334044"/>
              <a:ext cx="1310400" cy="1659105"/>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C2 (</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日立クラウド</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 </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30" name="フローチャート: 磁気ディスク 29">
              <a:extLst>
                <a:ext uri="{FF2B5EF4-FFF2-40B4-BE49-F238E27FC236}">
                  <a16:creationId xmlns:a16="http://schemas.microsoft.com/office/drawing/2014/main" id="{70D01E1B-BBE3-D6BE-5541-3492238FF9C2}"/>
                </a:ext>
              </a:extLst>
            </p:cNvPr>
            <p:cNvSpPr/>
            <p:nvPr/>
          </p:nvSpPr>
          <p:spPr bwMode="auto">
            <a:xfrm>
              <a:off x="7538183" y="2145475"/>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err="1">
                  <a:solidFill>
                    <a:schemeClr val="tx1">
                      <a:lumMod val="65000"/>
                      <a:lumOff val="35000"/>
                    </a:schemeClr>
                  </a:solidFill>
                  <a:latin typeface="Meiryo UI" panose="020B0604030504040204" pitchFamily="50" charset="-128"/>
                  <a:ea typeface="Meiryo UI" panose="020B0604030504040204" pitchFamily="50" charset="-128"/>
                </a:rPr>
                <a:t>Sansan</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4" name="直線矢印コネクタ 3">
              <a:extLst>
                <a:ext uri="{FF2B5EF4-FFF2-40B4-BE49-F238E27FC236}">
                  <a16:creationId xmlns:a16="http://schemas.microsoft.com/office/drawing/2014/main" id="{9C7E51F7-FA40-82F8-8DCB-D6DFEC66F178}"/>
                </a:ext>
              </a:extLst>
            </p:cNvPr>
            <p:cNvCxnSpPr>
              <a:cxnSpLocks/>
              <a:stCxn id="41" idx="0"/>
              <a:endCxn id="61" idx="2"/>
            </p:cNvCxnSpPr>
            <p:nvPr/>
          </p:nvCxnSpPr>
          <p:spPr bwMode="auto">
            <a:xfrm flipV="1">
              <a:off x="3145986" y="3435121"/>
              <a:ext cx="0" cy="196786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7" name="直線矢印コネクタ 3">
              <a:extLst>
                <a:ext uri="{FF2B5EF4-FFF2-40B4-BE49-F238E27FC236}">
                  <a16:creationId xmlns:a16="http://schemas.microsoft.com/office/drawing/2014/main" id="{92346640-EBDD-F97A-35AC-DACA247DAB4B}"/>
                </a:ext>
              </a:extLst>
            </p:cNvPr>
            <p:cNvCxnSpPr>
              <a:cxnSpLocks/>
              <a:stCxn id="93" idx="3"/>
              <a:endCxn id="98" idx="0"/>
            </p:cNvCxnSpPr>
            <p:nvPr/>
          </p:nvCxnSpPr>
          <p:spPr bwMode="auto">
            <a:xfrm>
              <a:off x="7798996" y="2963935"/>
              <a:ext cx="0" cy="17788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3" name="直線矢印コネクタ 3">
              <a:extLst>
                <a:ext uri="{FF2B5EF4-FFF2-40B4-BE49-F238E27FC236}">
                  <a16:creationId xmlns:a16="http://schemas.microsoft.com/office/drawing/2014/main" id="{4AB09BB6-B1E8-8CFE-F5D8-CEFF96FF4C96}"/>
                </a:ext>
              </a:extLst>
            </p:cNvPr>
            <p:cNvCxnSpPr>
              <a:cxnSpLocks/>
              <a:stCxn id="48" idx="3"/>
              <a:endCxn id="19" idx="2"/>
            </p:cNvCxnSpPr>
            <p:nvPr/>
          </p:nvCxnSpPr>
          <p:spPr bwMode="auto">
            <a:xfrm>
              <a:off x="2543596" y="2798598"/>
              <a:ext cx="341577" cy="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40" name="フローチャート: 磁気ディスク 39">
              <a:extLst>
                <a:ext uri="{FF2B5EF4-FFF2-40B4-BE49-F238E27FC236}">
                  <a16:creationId xmlns:a16="http://schemas.microsoft.com/office/drawing/2014/main" id="{E9A051F2-16DF-980E-E0AC-C2A968D9D2ED}"/>
                </a:ext>
              </a:extLst>
            </p:cNvPr>
            <p:cNvSpPr/>
            <p:nvPr/>
          </p:nvSpPr>
          <p:spPr bwMode="auto">
            <a:xfrm>
              <a:off x="4007551" y="339536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進捗管理</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FA94C8DB-B468-6DBD-1D74-C347D5D9D247}"/>
                </a:ext>
              </a:extLst>
            </p:cNvPr>
            <p:cNvSpPr/>
            <p:nvPr/>
          </p:nvSpPr>
          <p:spPr bwMode="auto">
            <a:xfrm>
              <a:off x="2885812"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取材対象</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a:t>
              </a:r>
            </a:p>
          </p:txBody>
        </p:sp>
        <p:cxnSp>
          <p:nvCxnSpPr>
            <p:cNvPr id="42" name="直線矢印コネクタ 10">
              <a:extLst>
                <a:ext uri="{FF2B5EF4-FFF2-40B4-BE49-F238E27FC236}">
                  <a16:creationId xmlns:a16="http://schemas.microsoft.com/office/drawing/2014/main" id="{BDB4D814-51A2-D8A5-F57C-61AC14DF24CE}"/>
                </a:ext>
              </a:extLst>
            </p:cNvPr>
            <p:cNvCxnSpPr>
              <a:cxnSpLocks/>
              <a:stCxn id="82" idx="3"/>
              <a:endCxn id="81" idx="1"/>
            </p:cNvCxnSpPr>
            <p:nvPr/>
          </p:nvCxnSpPr>
          <p:spPr bwMode="auto">
            <a:xfrm flipV="1">
              <a:off x="4527897" y="5549634"/>
              <a:ext cx="1914752" cy="1"/>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48" name="正方形/長方形 47">
              <a:extLst>
                <a:ext uri="{FF2B5EF4-FFF2-40B4-BE49-F238E27FC236}">
                  <a16:creationId xmlns:a16="http://schemas.microsoft.com/office/drawing/2014/main" id="{B1D6E262-D84D-48C2-27CF-1C926960483A}"/>
                </a:ext>
              </a:extLst>
            </p:cNvPr>
            <p:cNvSpPr/>
            <p:nvPr/>
          </p:nvSpPr>
          <p:spPr bwMode="auto">
            <a:xfrm>
              <a:off x="2023248" y="265194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リスト作成</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53" name="直線矢印コネクタ 3">
              <a:extLst>
                <a:ext uri="{FF2B5EF4-FFF2-40B4-BE49-F238E27FC236}">
                  <a16:creationId xmlns:a16="http://schemas.microsoft.com/office/drawing/2014/main" id="{7C6D8870-F06D-3AF9-C470-C9D7DF2DD16F}"/>
                </a:ext>
              </a:extLst>
            </p:cNvPr>
            <p:cNvCxnSpPr>
              <a:cxnSpLocks/>
              <a:stCxn id="28" idx="1"/>
              <a:endCxn id="48" idx="0"/>
            </p:cNvCxnSpPr>
            <p:nvPr/>
          </p:nvCxnSpPr>
          <p:spPr bwMode="auto">
            <a:xfrm rot="16200000" flipH="1" flipV="1">
              <a:off x="3950368" y="972998"/>
              <a:ext cx="12001" cy="3345892"/>
            </a:xfrm>
            <a:prstGeom prst="bentConnector3">
              <a:avLst>
                <a:gd name="adj1" fmla="val -1007388"/>
              </a:avLst>
            </a:prstGeom>
            <a:noFill/>
            <a:ln w="9525" cap="flat" cmpd="sng" algn="ctr">
              <a:solidFill>
                <a:schemeClr val="tx1">
                  <a:lumMod val="75000"/>
                  <a:lumOff val="25000"/>
                </a:schemeClr>
              </a:solidFill>
              <a:prstDash val="dash"/>
              <a:round/>
              <a:headEnd type="none" w="med" len="med"/>
              <a:tailEnd type="triangle"/>
            </a:ln>
            <a:effectLst/>
          </p:spPr>
        </p:cxnSp>
        <p:cxnSp>
          <p:nvCxnSpPr>
            <p:cNvPr id="56" name="直線矢印コネクタ 3">
              <a:extLst>
                <a:ext uri="{FF2B5EF4-FFF2-40B4-BE49-F238E27FC236}">
                  <a16:creationId xmlns:a16="http://schemas.microsoft.com/office/drawing/2014/main" id="{D4984CA5-7147-55C5-F75D-8ECA69D1F6AD}"/>
                </a:ext>
              </a:extLst>
            </p:cNvPr>
            <p:cNvCxnSpPr>
              <a:cxnSpLocks/>
              <a:stCxn id="30" idx="3"/>
              <a:endCxn id="48" idx="0"/>
            </p:cNvCxnSpPr>
            <p:nvPr/>
          </p:nvCxnSpPr>
          <p:spPr bwMode="auto">
            <a:xfrm rot="5400000">
              <a:off x="4949970" y="-197081"/>
              <a:ext cx="182480" cy="5515574"/>
            </a:xfrm>
            <a:prstGeom prst="bentConnector3">
              <a:avLst>
                <a:gd name="adj1" fmla="val 24997"/>
              </a:avLst>
            </a:prstGeom>
            <a:noFill/>
            <a:ln w="9525" cap="flat" cmpd="sng" algn="ctr">
              <a:solidFill>
                <a:schemeClr val="tx1">
                  <a:lumMod val="75000"/>
                  <a:lumOff val="25000"/>
                </a:schemeClr>
              </a:solidFill>
              <a:prstDash val="dash"/>
              <a:round/>
              <a:headEnd type="none" w="med" len="med"/>
              <a:tailEnd type="triangle"/>
            </a:ln>
            <a:effectLst/>
          </p:spPr>
        </p:cxnSp>
        <p:sp>
          <p:nvSpPr>
            <p:cNvPr id="61" name="正方形/長方形 60">
              <a:extLst>
                <a:ext uri="{FF2B5EF4-FFF2-40B4-BE49-F238E27FC236}">
                  <a16:creationId xmlns:a16="http://schemas.microsoft.com/office/drawing/2014/main" id="{DD67CC09-6696-897D-AE17-54216DBD12B6}"/>
                </a:ext>
              </a:extLst>
            </p:cNvPr>
            <p:cNvSpPr/>
            <p:nvPr/>
          </p:nvSpPr>
          <p:spPr bwMode="auto">
            <a:xfrm>
              <a:off x="2885812" y="3141816"/>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取材対象</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64" name="直線矢印コネクタ 3">
              <a:extLst>
                <a:ext uri="{FF2B5EF4-FFF2-40B4-BE49-F238E27FC236}">
                  <a16:creationId xmlns:a16="http://schemas.microsoft.com/office/drawing/2014/main" id="{5BF3FC84-A05F-BF94-CFCE-D49B069062AE}"/>
                </a:ext>
              </a:extLst>
            </p:cNvPr>
            <p:cNvCxnSpPr>
              <a:cxnSpLocks/>
              <a:stCxn id="28" idx="3"/>
              <a:endCxn id="61" idx="3"/>
            </p:cNvCxnSpPr>
            <p:nvPr/>
          </p:nvCxnSpPr>
          <p:spPr bwMode="auto">
            <a:xfrm rot="5400000">
              <a:off x="4355470" y="2014624"/>
              <a:ext cx="324535" cy="2223155"/>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67" name="フローチャート: 磁気ディスク 66">
              <a:extLst>
                <a:ext uri="{FF2B5EF4-FFF2-40B4-BE49-F238E27FC236}">
                  <a16:creationId xmlns:a16="http://schemas.microsoft.com/office/drawing/2014/main" id="{F8DFBC02-AEEA-1710-CBC9-8AA779EF657B}"/>
                </a:ext>
              </a:extLst>
            </p:cNvPr>
            <p:cNvSpPr/>
            <p:nvPr/>
          </p:nvSpPr>
          <p:spPr bwMode="auto">
            <a:xfrm>
              <a:off x="6131435" y="2143086"/>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68" name="直線矢印コネクタ 3">
              <a:extLst>
                <a:ext uri="{FF2B5EF4-FFF2-40B4-BE49-F238E27FC236}">
                  <a16:creationId xmlns:a16="http://schemas.microsoft.com/office/drawing/2014/main" id="{703B2A47-C810-9C32-F283-B4DB0BE5E51D}"/>
                </a:ext>
              </a:extLst>
            </p:cNvPr>
            <p:cNvCxnSpPr>
              <a:cxnSpLocks/>
              <a:stCxn id="67" idx="3"/>
              <a:endCxn id="48" idx="0"/>
            </p:cNvCxnSpPr>
            <p:nvPr/>
          </p:nvCxnSpPr>
          <p:spPr bwMode="auto">
            <a:xfrm rot="5400000">
              <a:off x="4245401" y="505099"/>
              <a:ext cx="184869" cy="4108825"/>
            </a:xfrm>
            <a:prstGeom prst="bentConnector3">
              <a:avLst>
                <a:gd name="adj1" fmla="val 25063"/>
              </a:avLst>
            </a:prstGeom>
            <a:noFill/>
            <a:ln w="9525" cap="flat" cmpd="sng" algn="ctr">
              <a:solidFill>
                <a:schemeClr val="tx1">
                  <a:lumMod val="75000"/>
                  <a:lumOff val="25000"/>
                </a:schemeClr>
              </a:solidFill>
              <a:prstDash val="dash"/>
              <a:round/>
              <a:headEnd type="none" w="med" len="med"/>
              <a:tailEnd type="triangle"/>
            </a:ln>
            <a:effectLst/>
          </p:spPr>
        </p:cxnSp>
        <p:cxnSp>
          <p:nvCxnSpPr>
            <p:cNvPr id="71" name="直線矢印コネクタ 3">
              <a:extLst>
                <a:ext uri="{FF2B5EF4-FFF2-40B4-BE49-F238E27FC236}">
                  <a16:creationId xmlns:a16="http://schemas.microsoft.com/office/drawing/2014/main" id="{AB0C6840-3046-6ACF-3A4B-6E3E85B898ED}"/>
                </a:ext>
              </a:extLst>
            </p:cNvPr>
            <p:cNvCxnSpPr>
              <a:cxnSpLocks/>
              <a:stCxn id="19" idx="3"/>
              <a:endCxn id="61" idx="0"/>
            </p:cNvCxnSpPr>
            <p:nvPr/>
          </p:nvCxnSpPr>
          <p:spPr bwMode="auto">
            <a:xfrm>
              <a:off x="3145986" y="2960593"/>
              <a:ext cx="0" cy="181223"/>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74" name="直線矢印コネクタ 3">
              <a:extLst>
                <a:ext uri="{FF2B5EF4-FFF2-40B4-BE49-F238E27FC236}">
                  <a16:creationId xmlns:a16="http://schemas.microsoft.com/office/drawing/2014/main" id="{CFD92416-2EB4-2386-AB85-93DBA84033A8}"/>
                </a:ext>
              </a:extLst>
            </p:cNvPr>
            <p:cNvCxnSpPr>
              <a:cxnSpLocks/>
              <a:stCxn id="40" idx="1"/>
              <a:endCxn id="61" idx="3"/>
            </p:cNvCxnSpPr>
            <p:nvPr/>
          </p:nvCxnSpPr>
          <p:spPr bwMode="auto">
            <a:xfrm rot="16200000" flipV="1">
              <a:off x="3783814" y="2910814"/>
              <a:ext cx="106895" cy="862204"/>
            </a:xfrm>
            <a:prstGeom prst="bentConnector2">
              <a:avLst/>
            </a:prstGeom>
            <a:noFill/>
            <a:ln w="9525" cap="flat" cmpd="sng" algn="ctr">
              <a:solidFill>
                <a:schemeClr val="tx1">
                  <a:lumMod val="75000"/>
                  <a:lumOff val="25000"/>
                </a:schemeClr>
              </a:solidFill>
              <a:prstDash val="dash"/>
              <a:round/>
              <a:headEnd type="triangle" w="med" len="med"/>
              <a:tailEnd type="triangle"/>
            </a:ln>
            <a:effectLst/>
          </p:spPr>
        </p:cxnSp>
        <p:sp>
          <p:nvSpPr>
            <p:cNvPr id="81" name="正方形/長方形 80">
              <a:extLst>
                <a:ext uri="{FF2B5EF4-FFF2-40B4-BE49-F238E27FC236}">
                  <a16:creationId xmlns:a16="http://schemas.microsoft.com/office/drawing/2014/main" id="{DBDB3DAB-61E5-67CF-F83E-0FA77AB267EA}"/>
                </a:ext>
              </a:extLst>
            </p:cNvPr>
            <p:cNvSpPr/>
            <p:nvPr/>
          </p:nvSpPr>
          <p:spPr bwMode="auto">
            <a:xfrm>
              <a:off x="6442650"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登記取得</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7B7563C7-D988-AEA5-9E64-3509903C6A0B}"/>
                </a:ext>
              </a:extLst>
            </p:cNvPr>
            <p:cNvSpPr/>
            <p:nvPr/>
          </p:nvSpPr>
          <p:spPr bwMode="auto">
            <a:xfrm>
              <a:off x="4007551"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登記取得</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依頼</a:t>
              </a:r>
            </a:p>
          </p:txBody>
        </p:sp>
        <p:sp>
          <p:nvSpPr>
            <p:cNvPr id="93" name="フローチャート: 磁気ディスク 92">
              <a:extLst>
                <a:ext uri="{FF2B5EF4-FFF2-40B4-BE49-F238E27FC236}">
                  <a16:creationId xmlns:a16="http://schemas.microsoft.com/office/drawing/2014/main" id="{B82ECFE3-C79C-9090-9B65-C9F06389A026}"/>
                </a:ext>
              </a:extLst>
            </p:cNvPr>
            <p:cNvSpPr/>
            <p:nvPr/>
          </p:nvSpPr>
          <p:spPr bwMode="auto">
            <a:xfrm>
              <a:off x="7538183" y="263994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商業登記</a:t>
              </a:r>
              <a:endParaRPr lang="en-US" altLang="ja-JP" sz="1000">
                <a:solidFill>
                  <a:schemeClr val="tx1">
                    <a:lumMod val="65000"/>
                    <a:lumOff val="35000"/>
                  </a:schemeClr>
                </a:solidFill>
                <a:latin typeface="Meiryo UI" panose="020B0604030504040204" pitchFamily="50" charset="-128"/>
                <a:ea typeface="Meiryo UI" panose="020B0604030504040204" pitchFamily="50" charset="-128"/>
              </a:endParaRPr>
            </a:p>
            <a:p>
              <a:pPr algn="ct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ホームズ</a:t>
              </a: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8" name="正方形/長方形 97">
              <a:extLst>
                <a:ext uri="{FF2B5EF4-FFF2-40B4-BE49-F238E27FC236}">
                  <a16:creationId xmlns:a16="http://schemas.microsoft.com/office/drawing/2014/main" id="{E91B40B7-9F9B-341B-4CA0-C33EFE8F6BA9}"/>
                </a:ext>
              </a:extLst>
            </p:cNvPr>
            <p:cNvSpPr/>
            <p:nvPr/>
          </p:nvSpPr>
          <p:spPr bwMode="auto">
            <a:xfrm>
              <a:off x="7538822" y="314181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取材対象</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1" name="直線矢印コネクタ 10">
              <a:extLst>
                <a:ext uri="{FF2B5EF4-FFF2-40B4-BE49-F238E27FC236}">
                  <a16:creationId xmlns:a16="http://schemas.microsoft.com/office/drawing/2014/main" id="{D1F64F79-BB57-D3E9-5EFC-C868C366B1A6}"/>
                </a:ext>
              </a:extLst>
            </p:cNvPr>
            <p:cNvCxnSpPr>
              <a:cxnSpLocks/>
              <a:stCxn id="81" idx="0"/>
              <a:endCxn id="98" idx="1"/>
            </p:cNvCxnSpPr>
            <p:nvPr/>
          </p:nvCxnSpPr>
          <p:spPr bwMode="auto">
            <a:xfrm rot="5400000" flipH="1" flipV="1">
              <a:off x="6063567" y="3927726"/>
              <a:ext cx="2114513" cy="835998"/>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05" name="正方形/長方形 104">
              <a:extLst>
                <a:ext uri="{FF2B5EF4-FFF2-40B4-BE49-F238E27FC236}">
                  <a16:creationId xmlns:a16="http://schemas.microsoft.com/office/drawing/2014/main" id="{76322AC3-3A30-D155-3971-8988E234ADC6}"/>
                </a:ext>
              </a:extLst>
            </p:cNvPr>
            <p:cNvSpPr/>
            <p:nvPr/>
          </p:nvSpPr>
          <p:spPr bwMode="auto">
            <a:xfrm>
              <a:off x="7483750" y="3557359"/>
              <a:ext cx="1259546" cy="1216679"/>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＜登記</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DB(AWS)</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a:t>
              </a:r>
              <a:endParaRPr kumimoji="1" lang="en-US" altLang="ja-JP" sz="11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06" name="フローチャート: 磁気ディスク 105">
              <a:extLst>
                <a:ext uri="{FF2B5EF4-FFF2-40B4-BE49-F238E27FC236}">
                  <a16:creationId xmlns:a16="http://schemas.microsoft.com/office/drawing/2014/main" id="{3F238F7B-5002-DF73-06F2-55A529DB5072}"/>
                </a:ext>
              </a:extLst>
            </p:cNvPr>
            <p:cNvSpPr/>
            <p:nvPr/>
          </p:nvSpPr>
          <p:spPr bwMode="auto">
            <a:xfrm>
              <a:off x="7538183" y="391774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登記</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07" name="直線矢印コネクタ 10">
              <a:extLst>
                <a:ext uri="{FF2B5EF4-FFF2-40B4-BE49-F238E27FC236}">
                  <a16:creationId xmlns:a16="http://schemas.microsoft.com/office/drawing/2014/main" id="{752EBB12-6E62-52A7-B959-5D0178D53B56}"/>
                </a:ext>
              </a:extLst>
            </p:cNvPr>
            <p:cNvCxnSpPr>
              <a:cxnSpLocks/>
              <a:stCxn id="98" idx="2"/>
              <a:endCxn id="106" idx="1"/>
            </p:cNvCxnSpPr>
            <p:nvPr/>
          </p:nvCxnSpPr>
          <p:spPr bwMode="auto">
            <a:xfrm>
              <a:off x="7798996" y="3435120"/>
              <a:ext cx="0" cy="48262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10" name="フローチャート: 磁気ディスク 109">
              <a:extLst>
                <a:ext uri="{FF2B5EF4-FFF2-40B4-BE49-F238E27FC236}">
                  <a16:creationId xmlns:a16="http://schemas.microsoft.com/office/drawing/2014/main" id="{74CC884C-B282-FEC4-8EBE-B0AC8B4247C5}"/>
                </a:ext>
              </a:extLst>
            </p:cNvPr>
            <p:cNvSpPr/>
            <p:nvPr/>
          </p:nvSpPr>
          <p:spPr bwMode="auto">
            <a:xfrm>
              <a:off x="7538183" y="424889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登記</a:t>
              </a: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FS</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12" name="正方形/長方形 111">
              <a:extLst>
                <a:ext uri="{FF2B5EF4-FFF2-40B4-BE49-F238E27FC236}">
                  <a16:creationId xmlns:a16="http://schemas.microsoft.com/office/drawing/2014/main" id="{7243957E-B14D-4790-AEF7-41BA7B5D230D}"/>
                </a:ext>
              </a:extLst>
            </p:cNvPr>
            <p:cNvSpPr/>
            <p:nvPr/>
          </p:nvSpPr>
          <p:spPr bwMode="auto">
            <a:xfrm>
              <a:off x="6132074" y="2655286"/>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登記反映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13" name="直線矢印コネクタ 10">
              <a:extLst>
                <a:ext uri="{FF2B5EF4-FFF2-40B4-BE49-F238E27FC236}">
                  <a16:creationId xmlns:a16="http://schemas.microsoft.com/office/drawing/2014/main" id="{9F1B2ABC-37F2-5635-6467-337A7EADFA5D}"/>
                </a:ext>
              </a:extLst>
            </p:cNvPr>
            <p:cNvCxnSpPr>
              <a:cxnSpLocks/>
              <a:stCxn id="110" idx="2"/>
              <a:endCxn id="112" idx="3"/>
            </p:cNvCxnSpPr>
            <p:nvPr/>
          </p:nvCxnSpPr>
          <p:spPr bwMode="auto">
            <a:xfrm rot="10800000">
              <a:off x="6652422" y="2801939"/>
              <a:ext cx="885762" cy="1608947"/>
            </a:xfrm>
            <a:prstGeom prst="bentConnector3">
              <a:avLst>
                <a:gd name="adj1" fmla="val 50000"/>
              </a:avLst>
            </a:prstGeom>
            <a:noFill/>
            <a:ln w="9525" cap="flat" cmpd="sng" algn="ctr">
              <a:solidFill>
                <a:schemeClr val="tx1">
                  <a:lumMod val="75000"/>
                  <a:lumOff val="25000"/>
                </a:schemeClr>
              </a:solidFill>
              <a:prstDash val="dash"/>
              <a:round/>
              <a:headEnd type="none" w="med" len="med"/>
              <a:tailEnd type="triangle"/>
            </a:ln>
            <a:effectLst/>
          </p:spPr>
        </p:cxnSp>
        <p:cxnSp>
          <p:nvCxnSpPr>
            <p:cNvPr id="116" name="直線矢印コネクタ 3">
              <a:extLst>
                <a:ext uri="{FF2B5EF4-FFF2-40B4-BE49-F238E27FC236}">
                  <a16:creationId xmlns:a16="http://schemas.microsoft.com/office/drawing/2014/main" id="{A85DA059-F323-8E29-289F-1018B1AC667E}"/>
                </a:ext>
              </a:extLst>
            </p:cNvPr>
            <p:cNvCxnSpPr>
              <a:cxnSpLocks/>
              <a:stCxn id="112" idx="1"/>
              <a:endCxn id="28" idx="4"/>
            </p:cNvCxnSpPr>
            <p:nvPr/>
          </p:nvCxnSpPr>
          <p:spPr bwMode="auto">
            <a:xfrm flipH="1">
              <a:off x="5890127" y="2801939"/>
              <a:ext cx="241947" cy="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19" name="直線矢印コネクタ 10">
              <a:extLst>
                <a:ext uri="{FF2B5EF4-FFF2-40B4-BE49-F238E27FC236}">
                  <a16:creationId xmlns:a16="http://schemas.microsoft.com/office/drawing/2014/main" id="{009650A8-BC83-556A-E578-78F00167E2E5}"/>
                </a:ext>
              </a:extLst>
            </p:cNvPr>
            <p:cNvCxnSpPr>
              <a:cxnSpLocks/>
              <a:stCxn id="112" idx="2"/>
              <a:endCxn id="40" idx="4"/>
            </p:cNvCxnSpPr>
            <p:nvPr/>
          </p:nvCxnSpPr>
          <p:spPr bwMode="auto">
            <a:xfrm rot="5400000">
              <a:off x="5156328" y="2321439"/>
              <a:ext cx="608768" cy="1863072"/>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22" name="フローチャート: 磁気ディスク 121">
              <a:extLst>
                <a:ext uri="{FF2B5EF4-FFF2-40B4-BE49-F238E27FC236}">
                  <a16:creationId xmlns:a16="http://schemas.microsoft.com/office/drawing/2014/main" id="{7F10B9E5-FD71-E591-AB49-1164278D55A5}"/>
                </a:ext>
              </a:extLst>
            </p:cNvPr>
            <p:cNvSpPr/>
            <p:nvPr/>
          </p:nvSpPr>
          <p:spPr bwMode="auto">
            <a:xfrm>
              <a:off x="4007552" y="391774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登記</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23" name="直線矢印コネクタ 10">
              <a:extLst>
                <a:ext uri="{FF2B5EF4-FFF2-40B4-BE49-F238E27FC236}">
                  <a16:creationId xmlns:a16="http://schemas.microsoft.com/office/drawing/2014/main" id="{7FA760D3-C430-5A24-9A5D-C6D43F4A796B}"/>
                </a:ext>
              </a:extLst>
            </p:cNvPr>
            <p:cNvCxnSpPr>
              <a:cxnSpLocks/>
              <a:stCxn id="112" idx="2"/>
              <a:endCxn id="122" idx="4"/>
            </p:cNvCxnSpPr>
            <p:nvPr/>
          </p:nvCxnSpPr>
          <p:spPr bwMode="auto">
            <a:xfrm rot="5400000">
              <a:off x="4895140" y="2582629"/>
              <a:ext cx="1131145" cy="1863071"/>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26" name="正方形/長方形 125">
              <a:extLst>
                <a:ext uri="{FF2B5EF4-FFF2-40B4-BE49-F238E27FC236}">
                  <a16:creationId xmlns:a16="http://schemas.microsoft.com/office/drawing/2014/main" id="{68FA1AE6-7674-7AE7-3770-D4D46769DFC2}"/>
                </a:ext>
              </a:extLst>
            </p:cNvPr>
            <p:cNvSpPr/>
            <p:nvPr/>
          </p:nvSpPr>
          <p:spPr bwMode="auto">
            <a:xfrm>
              <a:off x="3454818"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アポイント</a:t>
              </a:r>
            </a:p>
          </p:txBody>
        </p:sp>
        <p:cxnSp>
          <p:nvCxnSpPr>
            <p:cNvPr id="127" name="直線矢印コネクタ 3">
              <a:extLst>
                <a:ext uri="{FF2B5EF4-FFF2-40B4-BE49-F238E27FC236}">
                  <a16:creationId xmlns:a16="http://schemas.microsoft.com/office/drawing/2014/main" id="{97F122B4-FD6F-218D-90B2-5EDEDB891962}"/>
                </a:ext>
              </a:extLst>
            </p:cNvPr>
            <p:cNvCxnSpPr>
              <a:cxnSpLocks/>
              <a:stCxn id="126" idx="0"/>
              <a:endCxn id="130" idx="2"/>
            </p:cNvCxnSpPr>
            <p:nvPr/>
          </p:nvCxnSpPr>
          <p:spPr bwMode="auto">
            <a:xfrm flipV="1">
              <a:off x="3714991" y="3974031"/>
              <a:ext cx="0" cy="142895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30" name="正方形/長方形 129">
              <a:extLst>
                <a:ext uri="{FF2B5EF4-FFF2-40B4-BE49-F238E27FC236}">
                  <a16:creationId xmlns:a16="http://schemas.microsoft.com/office/drawing/2014/main" id="{D013DC85-3FEF-0689-D833-9987FA892A1F}"/>
                </a:ext>
              </a:extLst>
            </p:cNvPr>
            <p:cNvSpPr/>
            <p:nvPr/>
          </p:nvSpPr>
          <p:spPr bwMode="auto">
            <a:xfrm>
              <a:off x="3454818" y="368072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アポイント</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登録処理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32" name="直線矢印コネクタ 3">
              <a:extLst>
                <a:ext uri="{FF2B5EF4-FFF2-40B4-BE49-F238E27FC236}">
                  <a16:creationId xmlns:a16="http://schemas.microsoft.com/office/drawing/2014/main" id="{DF978F79-6281-D5B6-36B9-A3F4E475ACE3}"/>
                </a:ext>
              </a:extLst>
            </p:cNvPr>
            <p:cNvCxnSpPr>
              <a:cxnSpLocks/>
              <a:stCxn id="130" idx="3"/>
              <a:endCxn id="40" idx="3"/>
            </p:cNvCxnSpPr>
            <p:nvPr/>
          </p:nvCxnSpPr>
          <p:spPr bwMode="auto">
            <a:xfrm flipV="1">
              <a:off x="3975164" y="3719355"/>
              <a:ext cx="293198" cy="10802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135" name="直線矢印コネクタ 10">
              <a:extLst>
                <a:ext uri="{FF2B5EF4-FFF2-40B4-BE49-F238E27FC236}">
                  <a16:creationId xmlns:a16="http://schemas.microsoft.com/office/drawing/2014/main" id="{FE3D6091-4E58-D39E-8BDD-C46BB5677B94}"/>
                </a:ext>
              </a:extLst>
            </p:cNvPr>
            <p:cNvCxnSpPr>
              <a:cxnSpLocks/>
              <a:stCxn id="137" idx="3"/>
              <a:endCxn id="136" idx="1"/>
            </p:cNvCxnSpPr>
            <p:nvPr/>
          </p:nvCxnSpPr>
          <p:spPr bwMode="auto">
            <a:xfrm flipV="1">
              <a:off x="4527897" y="5220381"/>
              <a:ext cx="840604" cy="9"/>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136" name="正方形/長方形 135">
              <a:extLst>
                <a:ext uri="{FF2B5EF4-FFF2-40B4-BE49-F238E27FC236}">
                  <a16:creationId xmlns:a16="http://schemas.microsoft.com/office/drawing/2014/main" id="{11325C27-0A29-C7A6-998C-13D8770F06BC}"/>
                </a:ext>
              </a:extLst>
            </p:cNvPr>
            <p:cNvSpPr/>
            <p:nvPr/>
          </p:nvSpPr>
          <p:spPr bwMode="auto">
            <a:xfrm>
              <a:off x="5368501" y="5073729"/>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決算書</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7" name="正方形/長方形 136">
              <a:extLst>
                <a:ext uri="{FF2B5EF4-FFF2-40B4-BE49-F238E27FC236}">
                  <a16:creationId xmlns:a16="http://schemas.microsoft.com/office/drawing/2014/main" id="{EA50FE5C-C073-4D70-ACB7-D60F9B23DA7A}"/>
                </a:ext>
              </a:extLst>
            </p:cNvPr>
            <p:cNvSpPr/>
            <p:nvPr/>
          </p:nvSpPr>
          <p:spPr bwMode="auto">
            <a:xfrm>
              <a:off x="4007551" y="5073738"/>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決算書</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入力依頼</a:t>
              </a:r>
            </a:p>
          </p:txBody>
        </p:sp>
        <p:sp>
          <p:nvSpPr>
            <p:cNvPr id="138" name="フローチャート: 磁気ディスク 137">
              <a:extLst>
                <a:ext uri="{FF2B5EF4-FFF2-40B4-BE49-F238E27FC236}">
                  <a16:creationId xmlns:a16="http://schemas.microsoft.com/office/drawing/2014/main" id="{509708B5-E0ED-4CE0-C21B-5820F3EAE350}"/>
                </a:ext>
              </a:extLst>
            </p:cNvPr>
            <p:cNvSpPr/>
            <p:nvPr/>
          </p:nvSpPr>
          <p:spPr bwMode="auto">
            <a:xfrm>
              <a:off x="6131435" y="443959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決算書</a:t>
              </a:r>
            </a:p>
          </p:txBody>
        </p:sp>
        <p:sp>
          <p:nvSpPr>
            <p:cNvPr id="139" name="正方形/長方形 138">
              <a:extLst>
                <a:ext uri="{FF2B5EF4-FFF2-40B4-BE49-F238E27FC236}">
                  <a16:creationId xmlns:a16="http://schemas.microsoft.com/office/drawing/2014/main" id="{340C6650-0BF7-AB33-87B8-0AD2059658E0}"/>
                </a:ext>
              </a:extLst>
            </p:cNvPr>
            <p:cNvSpPr/>
            <p:nvPr/>
          </p:nvSpPr>
          <p:spPr bwMode="auto">
            <a:xfrm>
              <a:off x="5362959" y="4454940"/>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決算反映</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40" name="直線矢印コネクタ 3">
              <a:extLst>
                <a:ext uri="{FF2B5EF4-FFF2-40B4-BE49-F238E27FC236}">
                  <a16:creationId xmlns:a16="http://schemas.microsoft.com/office/drawing/2014/main" id="{2D37CA04-B299-C23D-8F51-D0EE9C2B644D}"/>
                </a:ext>
              </a:extLst>
            </p:cNvPr>
            <p:cNvCxnSpPr>
              <a:cxnSpLocks/>
              <a:stCxn id="138" idx="2"/>
              <a:endCxn id="139" idx="3"/>
            </p:cNvCxnSpPr>
            <p:nvPr/>
          </p:nvCxnSpPr>
          <p:spPr bwMode="auto">
            <a:xfrm flipH="1">
              <a:off x="5883307" y="4601592"/>
              <a:ext cx="248128" cy="0"/>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143" name="直線矢印コネクタ 3">
              <a:extLst>
                <a:ext uri="{FF2B5EF4-FFF2-40B4-BE49-F238E27FC236}">
                  <a16:creationId xmlns:a16="http://schemas.microsoft.com/office/drawing/2014/main" id="{0059D82A-EEB3-090B-C946-03E7AEDDFB35}"/>
                </a:ext>
              </a:extLst>
            </p:cNvPr>
            <p:cNvCxnSpPr>
              <a:cxnSpLocks/>
              <a:stCxn id="136" idx="0"/>
              <a:endCxn id="139" idx="2"/>
            </p:cNvCxnSpPr>
            <p:nvPr/>
          </p:nvCxnSpPr>
          <p:spPr bwMode="auto">
            <a:xfrm flipH="1" flipV="1">
              <a:off x="5623133" y="4748246"/>
              <a:ext cx="5542" cy="325483"/>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46" name="直線矢印コネクタ 10">
              <a:extLst>
                <a:ext uri="{FF2B5EF4-FFF2-40B4-BE49-F238E27FC236}">
                  <a16:creationId xmlns:a16="http://schemas.microsoft.com/office/drawing/2014/main" id="{5B31D7D5-5CC9-51A2-608B-67A6711F6753}"/>
                </a:ext>
              </a:extLst>
            </p:cNvPr>
            <p:cNvCxnSpPr>
              <a:cxnSpLocks/>
              <a:stCxn id="139" idx="0"/>
              <a:endCxn id="40" idx="4"/>
            </p:cNvCxnSpPr>
            <p:nvPr/>
          </p:nvCxnSpPr>
          <p:spPr bwMode="auto">
            <a:xfrm rot="16200000" flipV="1">
              <a:off x="4627364" y="3459172"/>
              <a:ext cx="897581" cy="1093957"/>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51" name="フローチャート: 磁気ディスク 150">
              <a:extLst>
                <a:ext uri="{FF2B5EF4-FFF2-40B4-BE49-F238E27FC236}">
                  <a16:creationId xmlns:a16="http://schemas.microsoft.com/office/drawing/2014/main" id="{036B5C37-951D-7A3D-95EE-10B4285ECCCD}"/>
                </a:ext>
              </a:extLst>
            </p:cNvPr>
            <p:cNvSpPr/>
            <p:nvPr/>
          </p:nvSpPr>
          <p:spPr bwMode="auto">
            <a:xfrm>
              <a:off x="4007551" y="4439598"/>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55" name="直線矢印コネクタ 3">
              <a:extLst>
                <a:ext uri="{FF2B5EF4-FFF2-40B4-BE49-F238E27FC236}">
                  <a16:creationId xmlns:a16="http://schemas.microsoft.com/office/drawing/2014/main" id="{4F37B943-C48B-BC98-7650-CEDDA8F2003C}"/>
                </a:ext>
              </a:extLst>
            </p:cNvPr>
            <p:cNvCxnSpPr>
              <a:cxnSpLocks/>
              <a:stCxn id="139" idx="1"/>
              <a:endCxn id="151" idx="4"/>
            </p:cNvCxnSpPr>
            <p:nvPr/>
          </p:nvCxnSpPr>
          <p:spPr bwMode="auto">
            <a:xfrm flipH="1">
              <a:off x="4529176" y="4601592"/>
              <a:ext cx="833784" cy="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0" name="フローチャート: 磁気ディスク 9">
              <a:extLst>
                <a:ext uri="{FF2B5EF4-FFF2-40B4-BE49-F238E27FC236}">
                  <a16:creationId xmlns:a16="http://schemas.microsoft.com/office/drawing/2014/main" id="{DAAEC1F9-F4C6-2BB1-3667-0D07AEC54D92}"/>
                </a:ext>
              </a:extLst>
            </p:cNvPr>
            <p:cNvSpPr/>
            <p:nvPr/>
          </p:nvSpPr>
          <p:spPr bwMode="auto">
            <a:xfrm>
              <a:off x="2333483" y="3126473"/>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企業</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32" name="直線矢印コネクタ 3">
              <a:extLst>
                <a:ext uri="{FF2B5EF4-FFF2-40B4-BE49-F238E27FC236}">
                  <a16:creationId xmlns:a16="http://schemas.microsoft.com/office/drawing/2014/main" id="{A53C5D83-14DD-AF91-64BC-DB80B992521E}"/>
                </a:ext>
              </a:extLst>
            </p:cNvPr>
            <p:cNvCxnSpPr>
              <a:cxnSpLocks/>
              <a:stCxn id="122" idx="3"/>
              <a:endCxn id="38" idx="3"/>
            </p:cNvCxnSpPr>
            <p:nvPr/>
          </p:nvCxnSpPr>
          <p:spPr bwMode="auto">
            <a:xfrm rot="5400000">
              <a:off x="3511697" y="3583868"/>
              <a:ext cx="98802" cy="141453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35" name="直線矢印コネクタ 3">
              <a:extLst>
                <a:ext uri="{FF2B5EF4-FFF2-40B4-BE49-F238E27FC236}">
                  <a16:creationId xmlns:a16="http://schemas.microsoft.com/office/drawing/2014/main" id="{E2D5C47B-BA43-87D2-6FC3-13E2B7EBF51C}"/>
                </a:ext>
              </a:extLst>
            </p:cNvPr>
            <p:cNvCxnSpPr>
              <a:cxnSpLocks/>
              <a:stCxn id="151" idx="1"/>
              <a:endCxn id="38" idx="3"/>
            </p:cNvCxnSpPr>
            <p:nvPr/>
          </p:nvCxnSpPr>
          <p:spPr bwMode="auto">
            <a:xfrm rot="16200000" flipV="1">
              <a:off x="3511566" y="3682801"/>
              <a:ext cx="99063" cy="1414532"/>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38" name="正方形/長方形 37">
              <a:extLst>
                <a:ext uri="{FF2B5EF4-FFF2-40B4-BE49-F238E27FC236}">
                  <a16:creationId xmlns:a16="http://schemas.microsoft.com/office/drawing/2014/main" id="{500FE1EE-3DF5-FCE6-87BA-C84DCE89392F}"/>
                </a:ext>
              </a:extLst>
            </p:cNvPr>
            <p:cNvSpPr/>
            <p:nvPr/>
          </p:nvSpPr>
          <p:spPr bwMode="auto">
            <a:xfrm>
              <a:off x="2333483" y="4193883"/>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取材状況</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27C4CD4B-CD84-8593-847D-1A6DBC7EE4CE}"/>
                </a:ext>
              </a:extLst>
            </p:cNvPr>
            <p:cNvSpPr/>
            <p:nvPr/>
          </p:nvSpPr>
          <p:spPr bwMode="auto">
            <a:xfrm>
              <a:off x="1754837" y="5732225"/>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取材状況</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入力</a:t>
              </a: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対処</a:t>
              </a:r>
            </a:p>
          </p:txBody>
        </p:sp>
        <p:cxnSp>
          <p:nvCxnSpPr>
            <p:cNvPr id="45" name="直線矢印コネクタ 44">
              <a:extLst>
                <a:ext uri="{FF2B5EF4-FFF2-40B4-BE49-F238E27FC236}">
                  <a16:creationId xmlns:a16="http://schemas.microsoft.com/office/drawing/2014/main" id="{2B9C74B8-A110-1A42-9277-021DE662D686}"/>
                </a:ext>
              </a:extLst>
            </p:cNvPr>
            <p:cNvCxnSpPr>
              <a:cxnSpLocks/>
              <a:stCxn id="44" idx="0"/>
              <a:endCxn id="38" idx="2"/>
            </p:cNvCxnSpPr>
            <p:nvPr/>
          </p:nvCxnSpPr>
          <p:spPr bwMode="auto">
            <a:xfrm rot="5400000" flipH="1" flipV="1">
              <a:off x="1681816" y="4820383"/>
              <a:ext cx="1245037" cy="578647"/>
            </a:xfrm>
            <a:prstGeom prst="bentConnector3">
              <a:avLst>
                <a:gd name="adj1" fmla="val 5716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49" name="直線矢印コネクタ 3">
              <a:extLst>
                <a:ext uri="{FF2B5EF4-FFF2-40B4-BE49-F238E27FC236}">
                  <a16:creationId xmlns:a16="http://schemas.microsoft.com/office/drawing/2014/main" id="{523662B7-8C9F-BF6F-F8AF-A8F8F522B4AE}"/>
                </a:ext>
              </a:extLst>
            </p:cNvPr>
            <p:cNvCxnSpPr>
              <a:cxnSpLocks/>
              <a:stCxn id="38" idx="0"/>
              <a:endCxn id="40" idx="2"/>
            </p:cNvCxnSpPr>
            <p:nvPr/>
          </p:nvCxnSpPr>
          <p:spPr bwMode="auto">
            <a:xfrm rot="5400000" flipH="1" flipV="1">
              <a:off x="2982342" y="3168675"/>
              <a:ext cx="636524" cy="141389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58" name="直線矢印コネクタ 3">
              <a:extLst>
                <a:ext uri="{FF2B5EF4-FFF2-40B4-BE49-F238E27FC236}">
                  <a16:creationId xmlns:a16="http://schemas.microsoft.com/office/drawing/2014/main" id="{41C7A417-E21D-061F-4684-6C7E57E2A731}"/>
                </a:ext>
              </a:extLst>
            </p:cNvPr>
            <p:cNvCxnSpPr>
              <a:cxnSpLocks/>
              <a:stCxn id="38" idx="0"/>
              <a:endCxn id="10" idx="3"/>
            </p:cNvCxnSpPr>
            <p:nvPr/>
          </p:nvCxnSpPr>
          <p:spPr bwMode="auto">
            <a:xfrm flipV="1">
              <a:off x="2593658" y="3450464"/>
              <a:ext cx="639" cy="743419"/>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37" name="正方形/長方形 36">
              <a:extLst>
                <a:ext uri="{FF2B5EF4-FFF2-40B4-BE49-F238E27FC236}">
                  <a16:creationId xmlns:a16="http://schemas.microsoft.com/office/drawing/2014/main" id="{375AE97D-64F4-86AC-0802-2E75A2BCA49D}"/>
                </a:ext>
              </a:extLst>
            </p:cNvPr>
            <p:cNvSpPr/>
            <p:nvPr/>
          </p:nvSpPr>
          <p:spPr bwMode="auto">
            <a:xfrm>
              <a:off x="1377473"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審査</a:t>
              </a: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エラー対応</a:t>
              </a:r>
              <a:endPar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491A25BB-39BF-BBDA-0D7B-2FE63864DEF7}"/>
                </a:ext>
              </a:extLst>
            </p:cNvPr>
            <p:cNvSpPr/>
            <p:nvPr/>
          </p:nvSpPr>
          <p:spPr bwMode="auto">
            <a:xfrm>
              <a:off x="1754837" y="3410707"/>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審査処理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43" name="直線矢印コネクタ 3">
              <a:extLst>
                <a:ext uri="{FF2B5EF4-FFF2-40B4-BE49-F238E27FC236}">
                  <a16:creationId xmlns:a16="http://schemas.microsoft.com/office/drawing/2014/main" id="{0F62D876-D29F-D472-990F-0578BBD63C37}"/>
                </a:ext>
              </a:extLst>
            </p:cNvPr>
            <p:cNvCxnSpPr>
              <a:cxnSpLocks/>
              <a:stCxn id="16" idx="3"/>
              <a:endCxn id="39" idx="1"/>
            </p:cNvCxnSpPr>
            <p:nvPr/>
          </p:nvCxnSpPr>
          <p:spPr bwMode="auto">
            <a:xfrm>
              <a:off x="1196428" y="2995899"/>
              <a:ext cx="558409" cy="561460"/>
            </a:xfrm>
            <a:prstGeom prst="bentConnector3">
              <a:avLst>
                <a:gd name="adj1" fmla="val 50000"/>
              </a:avLst>
            </a:prstGeom>
            <a:noFill/>
            <a:ln w="9525" cap="flat" cmpd="sng" algn="ctr">
              <a:solidFill>
                <a:schemeClr val="tx1">
                  <a:lumMod val="75000"/>
                  <a:lumOff val="25000"/>
                </a:schemeClr>
              </a:solidFill>
              <a:prstDash val="dash"/>
              <a:round/>
              <a:headEnd type="none" w="med" len="med"/>
              <a:tailEnd type="triangle"/>
            </a:ln>
            <a:effectLst/>
          </p:spPr>
        </p:cxnSp>
        <p:cxnSp>
          <p:nvCxnSpPr>
            <p:cNvPr id="50" name="直線矢印コネクタ 3">
              <a:extLst>
                <a:ext uri="{FF2B5EF4-FFF2-40B4-BE49-F238E27FC236}">
                  <a16:creationId xmlns:a16="http://schemas.microsoft.com/office/drawing/2014/main" id="{58FCA15A-0ABF-761C-732B-E891B016BC78}"/>
                </a:ext>
              </a:extLst>
            </p:cNvPr>
            <p:cNvCxnSpPr>
              <a:cxnSpLocks/>
              <a:stCxn id="37" idx="0"/>
              <a:endCxn id="39" idx="1"/>
            </p:cNvCxnSpPr>
            <p:nvPr/>
          </p:nvCxnSpPr>
          <p:spPr bwMode="auto">
            <a:xfrm rot="5400000" flipH="1" flipV="1">
              <a:off x="773431" y="4421576"/>
              <a:ext cx="1845622" cy="117190"/>
            </a:xfrm>
            <a:prstGeom prst="bentConnector2">
              <a:avLst/>
            </a:prstGeom>
            <a:noFill/>
            <a:ln w="9525" cap="flat" cmpd="sng" algn="ctr">
              <a:solidFill>
                <a:schemeClr val="tx1">
                  <a:lumMod val="75000"/>
                  <a:lumOff val="25000"/>
                </a:schemeClr>
              </a:solidFill>
              <a:prstDash val="dash"/>
              <a:round/>
              <a:headEnd type="triangle" w="med" len="med"/>
              <a:tailEnd type="triangle"/>
            </a:ln>
            <a:effectLst/>
          </p:spPr>
        </p:cxnSp>
        <p:sp>
          <p:nvSpPr>
            <p:cNvPr id="57" name="正方形/長方形 56">
              <a:extLst>
                <a:ext uri="{FF2B5EF4-FFF2-40B4-BE49-F238E27FC236}">
                  <a16:creationId xmlns:a16="http://schemas.microsoft.com/office/drawing/2014/main" id="{389A9D7F-18F2-C0DB-B185-A9CD8CB98685}"/>
                </a:ext>
              </a:extLst>
            </p:cNvPr>
            <p:cNvSpPr/>
            <p:nvPr/>
          </p:nvSpPr>
          <p:spPr bwMode="auto">
            <a:xfrm>
              <a:off x="1754837" y="3800177"/>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C2</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59" name="直線矢印コネクタ 3">
              <a:extLst>
                <a:ext uri="{FF2B5EF4-FFF2-40B4-BE49-F238E27FC236}">
                  <a16:creationId xmlns:a16="http://schemas.microsoft.com/office/drawing/2014/main" id="{D4F44028-4D19-5A10-C15A-5D272EC8F65A}"/>
                </a:ext>
              </a:extLst>
            </p:cNvPr>
            <p:cNvCxnSpPr>
              <a:cxnSpLocks/>
              <a:stCxn id="10" idx="2"/>
              <a:endCxn id="39" idx="0"/>
            </p:cNvCxnSpPr>
            <p:nvPr/>
          </p:nvCxnSpPr>
          <p:spPr bwMode="auto">
            <a:xfrm rot="10800000" flipV="1">
              <a:off x="2015011" y="3288469"/>
              <a:ext cx="318473" cy="122238"/>
            </a:xfrm>
            <a:prstGeom prst="bentConnector2">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63" name="直線矢印コネクタ 3">
              <a:extLst>
                <a:ext uri="{FF2B5EF4-FFF2-40B4-BE49-F238E27FC236}">
                  <a16:creationId xmlns:a16="http://schemas.microsoft.com/office/drawing/2014/main" id="{0CF034CD-4364-FC77-210F-D461D788191B}"/>
                </a:ext>
              </a:extLst>
            </p:cNvPr>
            <p:cNvCxnSpPr>
              <a:cxnSpLocks/>
              <a:stCxn id="40" idx="2"/>
              <a:endCxn id="39" idx="3"/>
            </p:cNvCxnSpPr>
            <p:nvPr/>
          </p:nvCxnSpPr>
          <p:spPr bwMode="auto">
            <a:xfrm flipH="1">
              <a:off x="2275184" y="3557359"/>
              <a:ext cx="1732366" cy="0"/>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70" name="直線矢印コネクタ 3">
              <a:extLst>
                <a:ext uri="{FF2B5EF4-FFF2-40B4-BE49-F238E27FC236}">
                  <a16:creationId xmlns:a16="http://schemas.microsoft.com/office/drawing/2014/main" id="{45BAA3A4-B34D-A603-C5B1-D54049EBD1E0}"/>
                </a:ext>
              </a:extLst>
            </p:cNvPr>
            <p:cNvCxnSpPr>
              <a:cxnSpLocks/>
              <a:stCxn id="39" idx="2"/>
              <a:endCxn id="57" idx="0"/>
            </p:cNvCxnSpPr>
            <p:nvPr/>
          </p:nvCxnSpPr>
          <p:spPr bwMode="auto">
            <a:xfrm>
              <a:off x="2015010" y="3704012"/>
              <a:ext cx="0" cy="96166"/>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75" name="正方形/長方形 74">
              <a:extLst>
                <a:ext uri="{FF2B5EF4-FFF2-40B4-BE49-F238E27FC236}">
                  <a16:creationId xmlns:a16="http://schemas.microsoft.com/office/drawing/2014/main" id="{D99C33E4-EB86-A34A-AC5F-1D1B7B3DF8D1}"/>
                </a:ext>
              </a:extLst>
            </p:cNvPr>
            <p:cNvSpPr/>
            <p:nvPr/>
          </p:nvSpPr>
          <p:spPr bwMode="auto">
            <a:xfrm>
              <a:off x="437633" y="540298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パンチ対応</a:t>
              </a:r>
              <a:r>
                <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エラー対応</a:t>
              </a:r>
              <a:endPar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75B8B7CA-29A4-D09C-73F6-55B20B2D684A}"/>
                </a:ext>
              </a:extLst>
            </p:cNvPr>
            <p:cNvSpPr/>
            <p:nvPr/>
          </p:nvSpPr>
          <p:spPr bwMode="auto">
            <a:xfrm>
              <a:off x="437633" y="4048154"/>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パンチデータ</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77" name="直線矢印コネクタ 3">
              <a:extLst>
                <a:ext uri="{FF2B5EF4-FFF2-40B4-BE49-F238E27FC236}">
                  <a16:creationId xmlns:a16="http://schemas.microsoft.com/office/drawing/2014/main" id="{22CD5272-79D0-28C4-6E89-CCC590A2AA7D}"/>
                </a:ext>
              </a:extLst>
            </p:cNvPr>
            <p:cNvCxnSpPr>
              <a:cxnSpLocks/>
              <a:stCxn id="57" idx="1"/>
              <a:endCxn id="76" idx="0"/>
            </p:cNvCxnSpPr>
            <p:nvPr/>
          </p:nvCxnSpPr>
          <p:spPr bwMode="auto">
            <a:xfrm rot="10800000" flipV="1">
              <a:off x="697808" y="3946830"/>
              <a:ext cx="1057029" cy="101324"/>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80" name="フローチャート: 磁気ディスク 79">
              <a:extLst>
                <a:ext uri="{FF2B5EF4-FFF2-40B4-BE49-F238E27FC236}">
                  <a16:creationId xmlns:a16="http://schemas.microsoft.com/office/drawing/2014/main" id="{0B46086D-D2FB-9BD3-AF10-9589626C22F3}"/>
                </a:ext>
              </a:extLst>
            </p:cNvPr>
            <p:cNvSpPr/>
            <p:nvPr/>
          </p:nvSpPr>
          <p:spPr bwMode="auto">
            <a:xfrm>
              <a:off x="1003006" y="4276725"/>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84" name="直線矢印コネクタ 3">
              <a:extLst>
                <a:ext uri="{FF2B5EF4-FFF2-40B4-BE49-F238E27FC236}">
                  <a16:creationId xmlns:a16="http://schemas.microsoft.com/office/drawing/2014/main" id="{5CE72D42-43AE-666B-818B-F927462AE6AB}"/>
                </a:ext>
              </a:extLst>
            </p:cNvPr>
            <p:cNvCxnSpPr>
              <a:cxnSpLocks/>
              <a:stCxn id="76" idx="3"/>
              <a:endCxn id="80" idx="1"/>
            </p:cNvCxnSpPr>
            <p:nvPr/>
          </p:nvCxnSpPr>
          <p:spPr bwMode="auto">
            <a:xfrm>
              <a:off x="957981" y="4194807"/>
              <a:ext cx="305838" cy="81918"/>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87" name="正方形/長方形 86">
              <a:extLst>
                <a:ext uri="{FF2B5EF4-FFF2-40B4-BE49-F238E27FC236}">
                  <a16:creationId xmlns:a16="http://schemas.microsoft.com/office/drawing/2014/main" id="{AD1098F8-8088-D496-47F1-E873178D8606}"/>
                </a:ext>
              </a:extLst>
            </p:cNvPr>
            <p:cNvSpPr/>
            <p:nvPr/>
          </p:nvSpPr>
          <p:spPr bwMode="auto">
            <a:xfrm>
              <a:off x="5369779" y="6268111"/>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対応</a:t>
              </a: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エラー対応</a:t>
              </a:r>
              <a:endPar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88" name="直線矢印コネクタ 3">
              <a:extLst>
                <a:ext uri="{FF2B5EF4-FFF2-40B4-BE49-F238E27FC236}">
                  <a16:creationId xmlns:a16="http://schemas.microsoft.com/office/drawing/2014/main" id="{60357054-BCCE-55D7-1F54-56D7A1492F54}"/>
                </a:ext>
              </a:extLst>
            </p:cNvPr>
            <p:cNvCxnSpPr>
              <a:cxnSpLocks/>
              <a:stCxn id="76" idx="2"/>
              <a:endCxn id="75" idx="0"/>
            </p:cNvCxnSpPr>
            <p:nvPr/>
          </p:nvCxnSpPr>
          <p:spPr bwMode="auto">
            <a:xfrm>
              <a:off x="697808" y="4341460"/>
              <a:ext cx="0" cy="1061522"/>
            </a:xfrm>
            <a:prstGeom prst="straightConnector1">
              <a:avLst/>
            </a:prstGeom>
            <a:noFill/>
            <a:ln w="9525" cap="flat" cmpd="sng" algn="ctr">
              <a:solidFill>
                <a:schemeClr val="tx1">
                  <a:lumMod val="75000"/>
                  <a:lumOff val="25000"/>
                </a:schemeClr>
              </a:solidFill>
              <a:prstDash val="dash"/>
              <a:round/>
              <a:headEnd type="triangle" w="med" len="med"/>
              <a:tailEnd type="triangle"/>
            </a:ln>
            <a:effectLst/>
          </p:spPr>
        </p:cxnSp>
        <p:cxnSp>
          <p:nvCxnSpPr>
            <p:cNvPr id="91" name="直線矢印コネクタ 3">
              <a:extLst>
                <a:ext uri="{FF2B5EF4-FFF2-40B4-BE49-F238E27FC236}">
                  <a16:creationId xmlns:a16="http://schemas.microsoft.com/office/drawing/2014/main" id="{A8628186-A137-7CE2-937B-E5F83DFF1DCF}"/>
                </a:ext>
              </a:extLst>
            </p:cNvPr>
            <p:cNvCxnSpPr>
              <a:cxnSpLocks/>
              <a:stCxn id="76" idx="1"/>
              <a:endCxn id="87" idx="1"/>
            </p:cNvCxnSpPr>
            <p:nvPr/>
          </p:nvCxnSpPr>
          <p:spPr bwMode="auto">
            <a:xfrm rot="10800000" flipH="1" flipV="1">
              <a:off x="437633" y="4194806"/>
              <a:ext cx="4932146" cy="2219956"/>
            </a:xfrm>
            <a:prstGeom prst="bentConnector3">
              <a:avLst>
                <a:gd name="adj1" fmla="val -2489"/>
              </a:avLst>
            </a:prstGeom>
            <a:noFill/>
            <a:ln w="9525" cap="flat" cmpd="sng" algn="ctr">
              <a:solidFill>
                <a:schemeClr val="tx1">
                  <a:lumMod val="75000"/>
                  <a:lumOff val="25000"/>
                </a:schemeClr>
              </a:solidFill>
              <a:prstDash val="dash"/>
              <a:round/>
              <a:headEnd type="triangle" w="med" len="med"/>
              <a:tailEnd type="triangle"/>
            </a:ln>
            <a:effectLst/>
          </p:spPr>
        </p:cxnSp>
        <p:sp>
          <p:nvSpPr>
            <p:cNvPr id="95" name="正方形/長方形 94">
              <a:extLst>
                <a:ext uri="{FF2B5EF4-FFF2-40B4-BE49-F238E27FC236}">
                  <a16:creationId xmlns:a16="http://schemas.microsoft.com/office/drawing/2014/main" id="{30970851-A562-4B9F-0F35-916FF1CE06C6}"/>
                </a:ext>
              </a:extLst>
            </p:cNvPr>
            <p:cNvSpPr/>
            <p:nvPr/>
          </p:nvSpPr>
          <p:spPr bwMode="auto">
            <a:xfrm>
              <a:off x="5369779" y="5948344"/>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メンテカード</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kumimoji="1" lang="ja-JP" altLang="en-US" sz="1000">
                  <a:solidFill>
                    <a:schemeClr val="tx1">
                      <a:lumMod val="75000"/>
                      <a:lumOff val="25000"/>
                    </a:schemeClr>
                  </a:solidFill>
                  <a:latin typeface="Meiryo UI" panose="020B0604030504040204" pitchFamily="50" charset="-128"/>
                  <a:ea typeface="Meiryo UI" panose="020B0604030504040204" pitchFamily="50" charset="-128"/>
                </a:rPr>
                <a:t>パンチ対応</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97" name="直線矢印コネクタ 96">
              <a:extLst>
                <a:ext uri="{FF2B5EF4-FFF2-40B4-BE49-F238E27FC236}">
                  <a16:creationId xmlns:a16="http://schemas.microsoft.com/office/drawing/2014/main" id="{574F8176-BF99-9C12-A8B0-56542E972AE1}"/>
                </a:ext>
              </a:extLst>
            </p:cNvPr>
            <p:cNvCxnSpPr>
              <a:cxnSpLocks/>
              <a:stCxn id="102" idx="2"/>
              <a:endCxn id="95" idx="1"/>
            </p:cNvCxnSpPr>
            <p:nvPr/>
          </p:nvCxnSpPr>
          <p:spPr bwMode="auto">
            <a:xfrm rot="16200000" flipH="1">
              <a:off x="2756616" y="3481833"/>
              <a:ext cx="1119727" cy="4106599"/>
            </a:xfrm>
            <a:prstGeom prst="bentConnector2">
              <a:avLst/>
            </a:prstGeom>
            <a:noFill/>
            <a:ln w="9525" cap="flat" cmpd="sng" algn="ctr">
              <a:solidFill>
                <a:schemeClr val="tx1">
                  <a:lumMod val="75000"/>
                  <a:lumOff val="25000"/>
                </a:schemeClr>
              </a:solidFill>
              <a:prstDash val="dash"/>
              <a:round/>
              <a:headEnd type="triangle" w="med" len="med"/>
              <a:tailEnd type="none"/>
            </a:ln>
            <a:effectLst/>
          </p:spPr>
        </p:cxnSp>
        <p:sp>
          <p:nvSpPr>
            <p:cNvPr id="102" name="正方形/長方形 101">
              <a:extLst>
                <a:ext uri="{FF2B5EF4-FFF2-40B4-BE49-F238E27FC236}">
                  <a16:creationId xmlns:a16="http://schemas.microsoft.com/office/drawing/2014/main" id="{98C5177C-9FF1-D74B-1550-94BE8BD13AAA}"/>
                </a:ext>
              </a:extLst>
            </p:cNvPr>
            <p:cNvSpPr/>
            <p:nvPr/>
          </p:nvSpPr>
          <p:spPr bwMode="auto">
            <a:xfrm>
              <a:off x="1003006" y="468196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マスタ反映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03" name="直線矢印コネクタ 3">
              <a:extLst>
                <a:ext uri="{FF2B5EF4-FFF2-40B4-BE49-F238E27FC236}">
                  <a16:creationId xmlns:a16="http://schemas.microsoft.com/office/drawing/2014/main" id="{4134D748-5050-B001-7630-51A90C72D494}"/>
                </a:ext>
              </a:extLst>
            </p:cNvPr>
            <p:cNvCxnSpPr>
              <a:cxnSpLocks/>
              <a:stCxn id="102" idx="0"/>
              <a:endCxn id="80" idx="3"/>
            </p:cNvCxnSpPr>
            <p:nvPr/>
          </p:nvCxnSpPr>
          <p:spPr bwMode="auto">
            <a:xfrm flipV="1">
              <a:off x="1263180" y="4600716"/>
              <a:ext cx="639" cy="81249"/>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cxnSp>
          <p:nvCxnSpPr>
            <p:cNvPr id="117" name="直線矢印コネクタ 3">
              <a:extLst>
                <a:ext uri="{FF2B5EF4-FFF2-40B4-BE49-F238E27FC236}">
                  <a16:creationId xmlns:a16="http://schemas.microsoft.com/office/drawing/2014/main" id="{7C3A38FA-4E27-52EE-9533-B4A8088CE12D}"/>
                </a:ext>
              </a:extLst>
            </p:cNvPr>
            <p:cNvCxnSpPr>
              <a:cxnSpLocks/>
              <a:stCxn id="80" idx="4"/>
              <a:endCxn id="121" idx="1"/>
            </p:cNvCxnSpPr>
            <p:nvPr/>
          </p:nvCxnSpPr>
          <p:spPr bwMode="auto">
            <a:xfrm>
              <a:off x="1524631" y="4438721"/>
              <a:ext cx="230206" cy="389897"/>
            </a:xfrm>
            <a:prstGeom prst="bentConnector3">
              <a:avLst>
                <a:gd name="adj1" fmla="val 16899"/>
              </a:avLst>
            </a:prstGeom>
            <a:noFill/>
            <a:ln w="9525" cap="flat" cmpd="sng" algn="ctr">
              <a:solidFill>
                <a:schemeClr val="tx1">
                  <a:lumMod val="75000"/>
                  <a:lumOff val="25000"/>
                </a:schemeClr>
              </a:solidFill>
              <a:prstDash val="dash"/>
              <a:round/>
              <a:headEnd type="none" w="med" len="med"/>
              <a:tailEnd type="triangle"/>
            </a:ln>
            <a:effectLst/>
          </p:spPr>
        </p:cxnSp>
        <p:sp>
          <p:nvSpPr>
            <p:cNvPr id="121" name="正方形/長方形 120">
              <a:extLst>
                <a:ext uri="{FF2B5EF4-FFF2-40B4-BE49-F238E27FC236}">
                  <a16:creationId xmlns:a16="http://schemas.microsoft.com/office/drawing/2014/main" id="{2E70031D-2F7F-88A4-2450-CB62BF83DABB}"/>
                </a:ext>
              </a:extLst>
            </p:cNvPr>
            <p:cNvSpPr/>
            <p:nvPr/>
          </p:nvSpPr>
          <p:spPr bwMode="auto">
            <a:xfrm>
              <a:off x="1754837" y="468196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AISS</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反映</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処理</a:t>
              </a:r>
              <a:endParaRPr kumimoji="1"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29" name="直線矢印コネクタ 3">
              <a:extLst>
                <a:ext uri="{FF2B5EF4-FFF2-40B4-BE49-F238E27FC236}">
                  <a16:creationId xmlns:a16="http://schemas.microsoft.com/office/drawing/2014/main" id="{F8FC8E4D-4E5A-E109-CB57-03AEAB60A192}"/>
                </a:ext>
              </a:extLst>
            </p:cNvPr>
            <p:cNvCxnSpPr>
              <a:cxnSpLocks/>
              <a:stCxn id="121" idx="0"/>
              <a:endCxn id="10" idx="3"/>
            </p:cNvCxnSpPr>
            <p:nvPr/>
          </p:nvCxnSpPr>
          <p:spPr bwMode="auto">
            <a:xfrm rot="5400000" flipH="1" flipV="1">
              <a:off x="1688903" y="3776572"/>
              <a:ext cx="1231501" cy="579285"/>
            </a:xfrm>
            <a:prstGeom prst="bentConnector3">
              <a:avLst>
                <a:gd name="adj1" fmla="val 43875"/>
              </a:avLst>
            </a:prstGeom>
            <a:noFill/>
            <a:ln w="9525" cap="flat" cmpd="sng" algn="ctr">
              <a:solidFill>
                <a:schemeClr val="tx1">
                  <a:lumMod val="75000"/>
                  <a:lumOff val="25000"/>
                </a:schemeClr>
              </a:solidFill>
              <a:prstDash val="dash"/>
              <a:round/>
              <a:headEnd type="none" w="med" len="med"/>
              <a:tailEnd type="triangle"/>
            </a:ln>
            <a:effectLst/>
          </p:spPr>
        </p:cxnSp>
        <p:cxnSp>
          <p:nvCxnSpPr>
            <p:cNvPr id="134" name="直線矢印コネクタ 3">
              <a:extLst>
                <a:ext uri="{FF2B5EF4-FFF2-40B4-BE49-F238E27FC236}">
                  <a16:creationId xmlns:a16="http://schemas.microsoft.com/office/drawing/2014/main" id="{6DA03651-DF18-48DF-7DCD-6FBFDF79E8FC}"/>
                </a:ext>
              </a:extLst>
            </p:cNvPr>
            <p:cNvCxnSpPr>
              <a:cxnSpLocks/>
              <a:stCxn id="121" idx="3"/>
              <a:endCxn id="40" idx="2"/>
            </p:cNvCxnSpPr>
            <p:nvPr/>
          </p:nvCxnSpPr>
          <p:spPr bwMode="auto">
            <a:xfrm flipV="1">
              <a:off x="2275184" y="3557359"/>
              <a:ext cx="1732366" cy="1271258"/>
            </a:xfrm>
            <a:prstGeom prst="bentConnector3">
              <a:avLst>
                <a:gd name="adj1" fmla="val 42083"/>
              </a:avLst>
            </a:prstGeom>
            <a:noFill/>
            <a:ln w="9525" cap="flat" cmpd="sng" algn="ctr">
              <a:solidFill>
                <a:schemeClr val="tx1">
                  <a:lumMod val="75000"/>
                  <a:lumOff val="25000"/>
                </a:schemeClr>
              </a:solidFill>
              <a:prstDash val="dash"/>
              <a:round/>
              <a:headEnd type="none" w="med" len="med"/>
              <a:tailEnd type="triangle"/>
            </a:ln>
            <a:effectLst/>
          </p:spPr>
        </p:cxnSp>
        <p:sp>
          <p:nvSpPr>
            <p:cNvPr id="152" name="正方形/長方形 151">
              <a:extLst>
                <a:ext uri="{FF2B5EF4-FFF2-40B4-BE49-F238E27FC236}">
                  <a16:creationId xmlns:a16="http://schemas.microsoft.com/office/drawing/2014/main" id="{82D488B7-FC34-3032-2122-6F1973468630}"/>
                </a:ext>
              </a:extLst>
            </p:cNvPr>
            <p:cNvSpPr/>
            <p:nvPr/>
          </p:nvSpPr>
          <p:spPr bwMode="auto">
            <a:xfrm>
              <a:off x="4007551" y="5732225"/>
              <a:ext cx="520348" cy="293305"/>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本調査</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割当</a:t>
              </a:r>
            </a:p>
          </p:txBody>
        </p:sp>
        <p:sp>
          <p:nvSpPr>
            <p:cNvPr id="153" name="正方形/長方形 152">
              <a:extLst>
                <a:ext uri="{FF2B5EF4-FFF2-40B4-BE49-F238E27FC236}">
                  <a16:creationId xmlns:a16="http://schemas.microsoft.com/office/drawing/2014/main" id="{E7E998FB-30BD-ED89-3203-690FE0D44B33}"/>
                </a:ext>
              </a:extLst>
            </p:cNvPr>
            <p:cNvSpPr/>
            <p:nvPr/>
          </p:nvSpPr>
          <p:spPr bwMode="auto">
            <a:xfrm>
              <a:off x="7538822" y="5732224"/>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本調査</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割当処理</a:t>
              </a:r>
            </a:p>
          </p:txBody>
        </p:sp>
        <p:cxnSp>
          <p:nvCxnSpPr>
            <p:cNvPr id="154" name="直線矢印コネクタ 3">
              <a:extLst>
                <a:ext uri="{FF2B5EF4-FFF2-40B4-BE49-F238E27FC236}">
                  <a16:creationId xmlns:a16="http://schemas.microsoft.com/office/drawing/2014/main" id="{8478FEBC-566B-A323-6609-82E5B411941E}"/>
                </a:ext>
              </a:extLst>
            </p:cNvPr>
            <p:cNvCxnSpPr>
              <a:cxnSpLocks/>
              <a:stCxn id="152" idx="3"/>
              <a:endCxn id="153" idx="1"/>
            </p:cNvCxnSpPr>
            <p:nvPr/>
          </p:nvCxnSpPr>
          <p:spPr bwMode="auto">
            <a:xfrm flipV="1">
              <a:off x="4527897" y="5878876"/>
              <a:ext cx="3010924" cy="1"/>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2" name="フローチャート: 磁気ディスク 11">
              <a:extLst>
                <a:ext uri="{FF2B5EF4-FFF2-40B4-BE49-F238E27FC236}">
                  <a16:creationId xmlns:a16="http://schemas.microsoft.com/office/drawing/2014/main" id="{8BEB1FE3-8D29-0F13-D782-6BE4F5157EC1}"/>
                </a:ext>
              </a:extLst>
            </p:cNvPr>
            <p:cNvSpPr/>
            <p:nvPr/>
          </p:nvSpPr>
          <p:spPr bwMode="auto">
            <a:xfrm>
              <a:off x="8160202" y="5073729"/>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進捗</a:t>
              </a: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WF</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4" name="フローチャート: 磁気ディスク 13">
              <a:extLst>
                <a:ext uri="{FF2B5EF4-FFF2-40B4-BE49-F238E27FC236}">
                  <a16:creationId xmlns:a16="http://schemas.microsoft.com/office/drawing/2014/main" id="{0D3E89A7-F4E3-DA91-87D6-3386F17BCF0B}"/>
                </a:ext>
              </a:extLst>
            </p:cNvPr>
            <p:cNvSpPr/>
            <p:nvPr/>
          </p:nvSpPr>
          <p:spPr bwMode="auto">
            <a:xfrm>
              <a:off x="6752450" y="443959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本調査</a:t>
              </a:r>
              <a:endParaRPr lang="en-US" altLang="ja-JP" sz="1000">
                <a:solidFill>
                  <a:schemeClr val="tx1">
                    <a:lumMod val="65000"/>
                    <a:lumOff val="3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管理</a:t>
              </a:r>
              <a:endParaRPr lang="en-US" altLang="ja-JP" sz="1000">
                <a:solidFill>
                  <a:schemeClr val="tx1">
                    <a:lumMod val="65000"/>
                    <a:lumOff val="35000"/>
                  </a:schemeClr>
                </a:solidFill>
                <a:latin typeface="Meiryo UI" panose="020B0604030504040204" pitchFamily="50" charset="-128"/>
                <a:ea typeface="Meiryo UI" panose="020B0604030504040204" pitchFamily="50" charset="-128"/>
              </a:endParaRPr>
            </a:p>
          </p:txBody>
        </p:sp>
        <p:cxnSp>
          <p:nvCxnSpPr>
            <p:cNvPr id="17" name="直線矢印コネクタ 10">
              <a:extLst>
                <a:ext uri="{FF2B5EF4-FFF2-40B4-BE49-F238E27FC236}">
                  <a16:creationId xmlns:a16="http://schemas.microsoft.com/office/drawing/2014/main" id="{3DAA2186-532B-38D1-AA20-A52D3C998F84}"/>
                </a:ext>
              </a:extLst>
            </p:cNvPr>
            <p:cNvCxnSpPr>
              <a:cxnSpLocks/>
              <a:stCxn id="153" idx="0"/>
              <a:endCxn id="12" idx="2"/>
            </p:cNvCxnSpPr>
            <p:nvPr/>
          </p:nvCxnSpPr>
          <p:spPr bwMode="auto">
            <a:xfrm rot="5400000" flipH="1" flipV="1">
              <a:off x="7731350" y="5303371"/>
              <a:ext cx="496500" cy="361206"/>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33" name="直線矢印コネクタ 10">
              <a:extLst>
                <a:ext uri="{FF2B5EF4-FFF2-40B4-BE49-F238E27FC236}">
                  <a16:creationId xmlns:a16="http://schemas.microsoft.com/office/drawing/2014/main" id="{65E11DA8-376B-5F38-CC28-BCCF4C6D8F62}"/>
                </a:ext>
              </a:extLst>
            </p:cNvPr>
            <p:cNvCxnSpPr>
              <a:cxnSpLocks/>
              <a:stCxn id="153" idx="0"/>
              <a:endCxn id="14" idx="4"/>
            </p:cNvCxnSpPr>
            <p:nvPr/>
          </p:nvCxnSpPr>
          <p:spPr bwMode="auto">
            <a:xfrm rot="16200000" flipV="1">
              <a:off x="6971221" y="4904448"/>
              <a:ext cx="1130631" cy="524920"/>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46" name="直線矢印コネクタ 10">
              <a:extLst>
                <a:ext uri="{FF2B5EF4-FFF2-40B4-BE49-F238E27FC236}">
                  <a16:creationId xmlns:a16="http://schemas.microsoft.com/office/drawing/2014/main" id="{F115DDE2-A795-6B1F-5D04-C257139CF022}"/>
                </a:ext>
              </a:extLst>
            </p:cNvPr>
            <p:cNvCxnSpPr>
              <a:cxnSpLocks/>
              <a:stCxn id="12" idx="1"/>
              <a:endCxn id="47" idx="3"/>
            </p:cNvCxnSpPr>
            <p:nvPr/>
          </p:nvCxnSpPr>
          <p:spPr bwMode="auto">
            <a:xfrm rot="16200000" flipV="1">
              <a:off x="6142456" y="2795169"/>
              <a:ext cx="1246351" cy="3310768"/>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47" name="正方形/長方形 46">
              <a:extLst>
                <a:ext uri="{FF2B5EF4-FFF2-40B4-BE49-F238E27FC236}">
                  <a16:creationId xmlns:a16="http://schemas.microsoft.com/office/drawing/2014/main" id="{023ACD69-3DF0-BF4C-8465-2D31CF1DA4A8}"/>
                </a:ext>
              </a:extLst>
            </p:cNvPr>
            <p:cNvSpPr/>
            <p:nvPr/>
          </p:nvSpPr>
          <p:spPr bwMode="auto">
            <a:xfrm>
              <a:off x="4589900" y="3680725"/>
              <a:ext cx="520348" cy="293305"/>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en-US" altLang="ja-JP" sz="1000">
                  <a:solidFill>
                    <a:schemeClr val="tx1">
                      <a:lumMod val="75000"/>
                      <a:lumOff val="25000"/>
                    </a:schemeClr>
                  </a:solidFill>
                  <a:latin typeface="Meiryo UI" panose="020B0604030504040204" pitchFamily="50" charset="-128"/>
                  <a:ea typeface="Meiryo UI" panose="020B0604030504040204" pitchFamily="50" charset="-128"/>
                </a:rPr>
                <a:t>DB</a:t>
              </a: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メンテ</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取消処理</a:t>
              </a:r>
            </a:p>
          </p:txBody>
        </p:sp>
        <p:cxnSp>
          <p:nvCxnSpPr>
            <p:cNvPr id="55" name="直線矢印コネクタ 3">
              <a:extLst>
                <a:ext uri="{FF2B5EF4-FFF2-40B4-BE49-F238E27FC236}">
                  <a16:creationId xmlns:a16="http://schemas.microsoft.com/office/drawing/2014/main" id="{06C3F646-5772-65C9-8A81-92F8ACC646BE}"/>
                </a:ext>
              </a:extLst>
            </p:cNvPr>
            <p:cNvCxnSpPr>
              <a:cxnSpLocks/>
              <a:stCxn id="47" idx="1"/>
              <a:endCxn id="40" idx="3"/>
            </p:cNvCxnSpPr>
            <p:nvPr/>
          </p:nvCxnSpPr>
          <p:spPr bwMode="auto">
            <a:xfrm rot="10800000">
              <a:off x="4268364" y="3719356"/>
              <a:ext cx="321537" cy="108023"/>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cxnSp>
          <p:nvCxnSpPr>
            <p:cNvPr id="65" name="直線矢印コネクタ 3">
              <a:extLst>
                <a:ext uri="{FF2B5EF4-FFF2-40B4-BE49-F238E27FC236}">
                  <a16:creationId xmlns:a16="http://schemas.microsoft.com/office/drawing/2014/main" id="{C5FAE02C-DBA8-8E72-C021-9A5AF188B412}"/>
                </a:ext>
              </a:extLst>
            </p:cNvPr>
            <p:cNvCxnSpPr>
              <a:cxnSpLocks/>
              <a:stCxn id="14" idx="1"/>
              <a:endCxn id="47" idx="3"/>
            </p:cNvCxnSpPr>
            <p:nvPr/>
          </p:nvCxnSpPr>
          <p:spPr bwMode="auto">
            <a:xfrm rot="16200000" flipV="1">
              <a:off x="5755646" y="3181980"/>
              <a:ext cx="612220" cy="1903016"/>
            </a:xfrm>
            <a:prstGeom prst="bentConnector2">
              <a:avLst/>
            </a:prstGeom>
            <a:noFill/>
            <a:ln w="9525" cap="flat" cmpd="sng" algn="ctr">
              <a:solidFill>
                <a:schemeClr val="tx1">
                  <a:lumMod val="75000"/>
                  <a:lumOff val="25000"/>
                </a:schemeClr>
              </a:solidFill>
              <a:prstDash val="dash"/>
              <a:round/>
              <a:headEnd type="none" w="med" len="med"/>
              <a:tailEnd type="triangle"/>
            </a:ln>
            <a:effectLst/>
          </p:spPr>
        </p:cxnSp>
        <p:sp>
          <p:nvSpPr>
            <p:cNvPr id="185" name="四角形: 角を丸くする 184">
              <a:extLst>
                <a:ext uri="{FF2B5EF4-FFF2-40B4-BE49-F238E27FC236}">
                  <a16:creationId xmlns:a16="http://schemas.microsoft.com/office/drawing/2014/main" id="{2155C0E8-AD19-DAA0-EEE5-E2ABF3FF61CF}"/>
                </a:ext>
              </a:extLst>
            </p:cNvPr>
            <p:cNvSpPr/>
            <p:nvPr/>
          </p:nvSpPr>
          <p:spPr bwMode="auto">
            <a:xfrm>
              <a:off x="280619" y="1587968"/>
              <a:ext cx="8467102" cy="271905"/>
            </a:xfrm>
            <a:prstGeom prst="roundRect">
              <a:avLst>
                <a:gd name="adj" fmla="val 0"/>
              </a:avLst>
            </a:prstGeom>
            <a:noFill/>
            <a:ln w="19050">
              <a:noFill/>
            </a:ln>
          </p:spPr>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インプットのデータフロー</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抜粋イメージ</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t>
              </a:r>
              <a:endParaRPr lang="ja-JP" altLang="en-US" sz="1200" b="1">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86" name="直線コネクタ 185">
              <a:extLst>
                <a:ext uri="{FF2B5EF4-FFF2-40B4-BE49-F238E27FC236}">
                  <a16:creationId xmlns:a16="http://schemas.microsoft.com/office/drawing/2014/main" id="{6AA35BD9-5EA5-3768-ED77-40C05EC4C4BC}"/>
                </a:ext>
              </a:extLst>
            </p:cNvPr>
            <p:cNvCxnSpPr>
              <a:cxnSpLocks/>
            </p:cNvCxnSpPr>
            <p:nvPr/>
          </p:nvCxnSpPr>
          <p:spPr bwMode="auto">
            <a:xfrm>
              <a:off x="280736" y="1859873"/>
              <a:ext cx="8466868" cy="0"/>
            </a:xfrm>
            <a:prstGeom prst="line">
              <a:avLst/>
            </a:prstGeom>
            <a:noFill/>
            <a:ln w="9525" cap="flat" cmpd="sng" algn="ctr">
              <a:solidFill>
                <a:schemeClr val="tx1"/>
              </a:solidFill>
              <a:prstDash val="solid"/>
              <a:round/>
              <a:headEnd type="none" w="med" len="med"/>
              <a:tailEnd type="none" w="med" len="med"/>
            </a:ln>
            <a:effectLst/>
          </p:spPr>
        </p:cxnSp>
        <p:sp>
          <p:nvSpPr>
            <p:cNvPr id="188" name="フローチャート: 磁気ディスク 187">
              <a:extLst>
                <a:ext uri="{FF2B5EF4-FFF2-40B4-BE49-F238E27FC236}">
                  <a16:creationId xmlns:a16="http://schemas.microsoft.com/office/drawing/2014/main" id="{4F9DB94C-CA04-A5F6-6227-2E078A4487A3}"/>
                </a:ext>
              </a:extLst>
            </p:cNvPr>
            <p:cNvSpPr/>
            <p:nvPr/>
          </p:nvSpPr>
          <p:spPr bwMode="auto">
            <a:xfrm>
              <a:off x="8160202" y="2143086"/>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クローリング</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90" name="四角形: 角を丸くする 189">
              <a:extLst>
                <a:ext uri="{FF2B5EF4-FFF2-40B4-BE49-F238E27FC236}">
                  <a16:creationId xmlns:a16="http://schemas.microsoft.com/office/drawing/2014/main" id="{FE237CA9-EB7B-A497-8E63-1B4D1F40D6A6}"/>
                </a:ext>
              </a:extLst>
            </p:cNvPr>
            <p:cNvSpPr/>
            <p:nvPr/>
          </p:nvSpPr>
          <p:spPr bwMode="auto">
            <a:xfrm>
              <a:off x="8943713" y="1587968"/>
              <a:ext cx="2967669" cy="271905"/>
            </a:xfrm>
            <a:prstGeom prst="roundRect">
              <a:avLst>
                <a:gd name="adj" fmla="val 0"/>
              </a:avLst>
            </a:prstGeom>
            <a:noFill/>
            <a:ln w="19050">
              <a:noFill/>
            </a:ln>
          </p:spPr>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アウトプットのデータソース</a:t>
              </a:r>
            </a:p>
          </p:txBody>
        </p:sp>
        <p:cxnSp>
          <p:nvCxnSpPr>
            <p:cNvPr id="191" name="直線コネクタ 190">
              <a:extLst>
                <a:ext uri="{FF2B5EF4-FFF2-40B4-BE49-F238E27FC236}">
                  <a16:creationId xmlns:a16="http://schemas.microsoft.com/office/drawing/2014/main" id="{9D50B8DE-03EF-D3E6-8F7B-3832BEBE1334}"/>
                </a:ext>
              </a:extLst>
            </p:cNvPr>
            <p:cNvCxnSpPr>
              <a:cxnSpLocks/>
            </p:cNvCxnSpPr>
            <p:nvPr/>
          </p:nvCxnSpPr>
          <p:spPr bwMode="auto">
            <a:xfrm>
              <a:off x="8943754" y="1859873"/>
              <a:ext cx="2967587" cy="0"/>
            </a:xfrm>
            <a:prstGeom prst="line">
              <a:avLst/>
            </a:prstGeom>
            <a:noFill/>
            <a:ln w="9525" cap="flat" cmpd="sng" algn="ctr">
              <a:solidFill>
                <a:schemeClr val="tx1"/>
              </a:solidFill>
              <a:prstDash val="solid"/>
              <a:round/>
              <a:headEnd type="none" w="med" len="med"/>
              <a:tailEnd type="none" w="med" len="med"/>
            </a:ln>
            <a:effectLst/>
          </p:spPr>
        </p:cxnSp>
        <p:sp>
          <p:nvSpPr>
            <p:cNvPr id="212" name="正方形/長方形 211">
              <a:extLst>
                <a:ext uri="{FF2B5EF4-FFF2-40B4-BE49-F238E27FC236}">
                  <a16:creationId xmlns:a16="http://schemas.microsoft.com/office/drawing/2014/main" id="{F0B19048-C8BD-E4B9-FD08-DA22060E3AC5}"/>
                </a:ext>
              </a:extLst>
            </p:cNvPr>
            <p:cNvSpPr/>
            <p:nvPr/>
          </p:nvSpPr>
          <p:spPr bwMode="auto">
            <a:xfrm>
              <a:off x="8946693" y="1905567"/>
              <a:ext cx="2961711" cy="1165506"/>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&lt;CCR</a:t>
              </a: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紙</a:t>
              </a:r>
              <a:r>
                <a:rPr lang="en-US" altLang="ja-JP" sz="1100">
                  <a:solidFill>
                    <a:schemeClr val="tx1">
                      <a:lumMod val="65000"/>
                      <a:lumOff val="35000"/>
                    </a:schemeClr>
                  </a:solidFill>
                  <a:latin typeface="Meiryo UI" panose="020B0604030504040204" pitchFamily="50" charset="-128"/>
                  <a:ea typeface="Meiryo UI" panose="020B0604030504040204" pitchFamily="50" charset="-128"/>
                </a:rPr>
                <a:t>&gt;</a:t>
              </a:r>
            </a:p>
            <a:p>
              <a:pPr algn="ctr"/>
              <a:r>
                <a:rPr lang="ja-JP" altLang="en-US" sz="1100">
                  <a:solidFill>
                    <a:schemeClr val="tx1">
                      <a:lumMod val="65000"/>
                      <a:lumOff val="35000"/>
                    </a:schemeClr>
                  </a:solidFill>
                  <a:latin typeface="Meiryo UI" panose="020B0604030504040204" pitchFamily="50" charset="-128"/>
                  <a:ea typeface="Meiryo UI" panose="020B0604030504040204" pitchFamily="50" charset="-128"/>
                </a:rPr>
                <a:t>ソース：</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統合</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DB</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C</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２、</a:t>
              </a:r>
              <a:r>
                <a:rPr lang="en-US" altLang="ja-JP" sz="1100" b="1">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100" b="1">
                  <a:solidFill>
                    <a:schemeClr val="tx1">
                      <a:lumMod val="65000"/>
                      <a:lumOff val="35000"/>
                    </a:schemeClr>
                  </a:solidFill>
                  <a:latin typeface="Meiryo UI" panose="020B0604030504040204" pitchFamily="50" charset="-128"/>
                  <a:ea typeface="Meiryo UI" panose="020B0604030504040204" pitchFamily="50" charset="-128"/>
                </a:rPr>
                <a:t>決算、他</a:t>
              </a:r>
              <a:endParaRPr lang="en-US" altLang="ja-JP" sz="1100" b="1">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6" name="フローチャート: 磁気ディスク 215">
              <a:extLst>
                <a:ext uri="{FF2B5EF4-FFF2-40B4-BE49-F238E27FC236}">
                  <a16:creationId xmlns:a16="http://schemas.microsoft.com/office/drawing/2014/main" id="{A5EA7B8C-1A12-4163-1F3C-8E065112368A}"/>
                </a:ext>
              </a:extLst>
            </p:cNvPr>
            <p:cNvSpPr/>
            <p:nvPr/>
          </p:nvSpPr>
          <p:spPr bwMode="auto">
            <a:xfrm>
              <a:off x="432533" y="360345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回収管理</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7" name="フローチャート: 磁気ディスク 216">
              <a:extLst>
                <a:ext uri="{FF2B5EF4-FFF2-40B4-BE49-F238E27FC236}">
                  <a16:creationId xmlns:a16="http://schemas.microsoft.com/office/drawing/2014/main" id="{8DA8FFA6-4311-012F-811C-3CA71F3D6A57}"/>
                </a:ext>
              </a:extLst>
            </p:cNvPr>
            <p:cNvSpPr/>
            <p:nvPr/>
          </p:nvSpPr>
          <p:spPr bwMode="auto">
            <a:xfrm>
              <a:off x="1003006" y="3603457"/>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項目</a:t>
              </a: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管理</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5" name="フローチャート: 磁気ディスク 214">
              <a:extLst>
                <a:ext uri="{FF2B5EF4-FFF2-40B4-BE49-F238E27FC236}">
                  <a16:creationId xmlns:a16="http://schemas.microsoft.com/office/drawing/2014/main" id="{BD9DD02C-66E4-EE9B-F29D-B04109B00872}"/>
                </a:ext>
              </a:extLst>
            </p:cNvPr>
            <p:cNvSpPr/>
            <p:nvPr/>
          </p:nvSpPr>
          <p:spPr bwMode="auto">
            <a:xfrm>
              <a:off x="9364804" y="2332249"/>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26" name="フローチャート: 磁気ディスク 225">
              <a:extLst>
                <a:ext uri="{FF2B5EF4-FFF2-40B4-BE49-F238E27FC236}">
                  <a16:creationId xmlns:a16="http://schemas.microsoft.com/office/drawing/2014/main" id="{4D4E89B1-FE18-EB4A-BEBE-59B36D8F81BE}"/>
                </a:ext>
              </a:extLst>
            </p:cNvPr>
            <p:cNvSpPr/>
            <p:nvPr/>
          </p:nvSpPr>
          <p:spPr bwMode="auto">
            <a:xfrm>
              <a:off x="10459426" y="2326325"/>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36" name="円弧 35">
              <a:extLst>
                <a:ext uri="{FF2B5EF4-FFF2-40B4-BE49-F238E27FC236}">
                  <a16:creationId xmlns:a16="http://schemas.microsoft.com/office/drawing/2014/main" id="{F7949B61-51FE-2987-9F96-B2D3B56B2887}"/>
                </a:ext>
              </a:extLst>
            </p:cNvPr>
            <p:cNvSpPr/>
            <p:nvPr/>
          </p:nvSpPr>
          <p:spPr bwMode="auto">
            <a:xfrm rot="16200000">
              <a:off x="1611700" y="3921805"/>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0" name="円弧 59">
              <a:extLst>
                <a:ext uri="{FF2B5EF4-FFF2-40B4-BE49-F238E27FC236}">
                  <a16:creationId xmlns:a16="http://schemas.microsoft.com/office/drawing/2014/main" id="{A150CC8A-28E6-41D1-40A0-787D8F609906}"/>
                </a:ext>
              </a:extLst>
            </p:cNvPr>
            <p:cNvSpPr/>
            <p:nvPr/>
          </p:nvSpPr>
          <p:spPr bwMode="auto">
            <a:xfrm rot="16200000">
              <a:off x="1608679" y="4804203"/>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2" name="円弧 61">
              <a:extLst>
                <a:ext uri="{FF2B5EF4-FFF2-40B4-BE49-F238E27FC236}">
                  <a16:creationId xmlns:a16="http://schemas.microsoft.com/office/drawing/2014/main" id="{82BB97C5-3D11-86DB-896A-D45D69440EE3}"/>
                </a:ext>
              </a:extLst>
            </p:cNvPr>
            <p:cNvSpPr/>
            <p:nvPr/>
          </p:nvSpPr>
          <p:spPr bwMode="auto">
            <a:xfrm rot="16200000">
              <a:off x="2562410" y="4805861"/>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6" name="円弧 65">
              <a:extLst>
                <a:ext uri="{FF2B5EF4-FFF2-40B4-BE49-F238E27FC236}">
                  <a16:creationId xmlns:a16="http://schemas.microsoft.com/office/drawing/2014/main" id="{56AFEF20-8423-3132-AB44-CF9A495ADC05}"/>
                </a:ext>
              </a:extLst>
            </p:cNvPr>
            <p:cNvSpPr/>
            <p:nvPr/>
          </p:nvSpPr>
          <p:spPr bwMode="auto">
            <a:xfrm rot="16200000">
              <a:off x="3684788" y="4319180"/>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69" name="円弧 68">
              <a:extLst>
                <a:ext uri="{FF2B5EF4-FFF2-40B4-BE49-F238E27FC236}">
                  <a16:creationId xmlns:a16="http://schemas.microsoft.com/office/drawing/2014/main" id="{A558EC9D-443A-E667-DD4E-9A14025D6D53}"/>
                </a:ext>
              </a:extLst>
            </p:cNvPr>
            <p:cNvSpPr/>
            <p:nvPr/>
          </p:nvSpPr>
          <p:spPr bwMode="auto">
            <a:xfrm rot="16200000">
              <a:off x="5592931" y="4055684"/>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2" name="円弧 71">
              <a:extLst>
                <a:ext uri="{FF2B5EF4-FFF2-40B4-BE49-F238E27FC236}">
                  <a16:creationId xmlns:a16="http://schemas.microsoft.com/office/drawing/2014/main" id="{C6F63C30-6464-55B4-9F08-628D6D921C36}"/>
                </a:ext>
              </a:extLst>
            </p:cNvPr>
            <p:cNvSpPr/>
            <p:nvPr/>
          </p:nvSpPr>
          <p:spPr bwMode="auto">
            <a:xfrm rot="16200000">
              <a:off x="7065980" y="3800829"/>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3" name="円弧 72">
              <a:extLst>
                <a:ext uri="{FF2B5EF4-FFF2-40B4-BE49-F238E27FC236}">
                  <a16:creationId xmlns:a16="http://schemas.microsoft.com/office/drawing/2014/main" id="{65DFCC8F-1104-949D-3462-E2CA0B812211}"/>
                </a:ext>
              </a:extLst>
            </p:cNvPr>
            <p:cNvSpPr/>
            <p:nvPr/>
          </p:nvSpPr>
          <p:spPr bwMode="auto">
            <a:xfrm rot="16200000">
              <a:off x="7768425" y="3803424"/>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8" name="円弧 77">
              <a:extLst>
                <a:ext uri="{FF2B5EF4-FFF2-40B4-BE49-F238E27FC236}">
                  <a16:creationId xmlns:a16="http://schemas.microsoft.com/office/drawing/2014/main" id="{A8E286DD-93E0-6C0D-E80C-377644CA8A2F}"/>
                </a:ext>
              </a:extLst>
            </p:cNvPr>
            <p:cNvSpPr/>
            <p:nvPr/>
          </p:nvSpPr>
          <p:spPr bwMode="auto">
            <a:xfrm rot="16200000">
              <a:off x="7065061" y="3264789"/>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79" name="円弧 78">
              <a:extLst>
                <a:ext uri="{FF2B5EF4-FFF2-40B4-BE49-F238E27FC236}">
                  <a16:creationId xmlns:a16="http://schemas.microsoft.com/office/drawing/2014/main" id="{963192DA-FA5F-6C8C-E51D-3A78550AC96F}"/>
                </a:ext>
              </a:extLst>
            </p:cNvPr>
            <p:cNvSpPr/>
            <p:nvPr/>
          </p:nvSpPr>
          <p:spPr bwMode="auto">
            <a:xfrm rot="16200000">
              <a:off x="6365034" y="3802555"/>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3" name="円弧 82">
              <a:extLst>
                <a:ext uri="{FF2B5EF4-FFF2-40B4-BE49-F238E27FC236}">
                  <a16:creationId xmlns:a16="http://schemas.microsoft.com/office/drawing/2014/main" id="{6B55890F-E4F9-1EE9-5365-78D61A5033D1}"/>
                </a:ext>
              </a:extLst>
            </p:cNvPr>
            <p:cNvSpPr/>
            <p:nvPr/>
          </p:nvSpPr>
          <p:spPr bwMode="auto">
            <a:xfrm rot="16200000">
              <a:off x="5595578" y="3800818"/>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5" name="円弧 84">
              <a:extLst>
                <a:ext uri="{FF2B5EF4-FFF2-40B4-BE49-F238E27FC236}">
                  <a16:creationId xmlns:a16="http://schemas.microsoft.com/office/drawing/2014/main" id="{172A003A-456B-7B01-E4C3-14EC12534DB5}"/>
                </a:ext>
              </a:extLst>
            </p:cNvPr>
            <p:cNvSpPr/>
            <p:nvPr/>
          </p:nvSpPr>
          <p:spPr bwMode="auto">
            <a:xfrm rot="16200000">
              <a:off x="3115782" y="4318163"/>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6" name="円弧 85">
              <a:extLst>
                <a:ext uri="{FF2B5EF4-FFF2-40B4-BE49-F238E27FC236}">
                  <a16:creationId xmlns:a16="http://schemas.microsoft.com/office/drawing/2014/main" id="{939661AA-957B-E744-D4D2-726B12E17496}"/>
                </a:ext>
              </a:extLst>
            </p:cNvPr>
            <p:cNvSpPr/>
            <p:nvPr/>
          </p:nvSpPr>
          <p:spPr bwMode="auto">
            <a:xfrm rot="16200000">
              <a:off x="2975935" y="4320651"/>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89" name="円弧 88">
              <a:extLst>
                <a:ext uri="{FF2B5EF4-FFF2-40B4-BE49-F238E27FC236}">
                  <a16:creationId xmlns:a16="http://schemas.microsoft.com/office/drawing/2014/main" id="{131F433E-7D83-D97A-4FFF-BC14050EC213}"/>
                </a:ext>
              </a:extLst>
            </p:cNvPr>
            <p:cNvSpPr/>
            <p:nvPr/>
          </p:nvSpPr>
          <p:spPr bwMode="auto">
            <a:xfrm rot="16200000">
              <a:off x="2563454" y="3533876"/>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92" name="円弧 91">
              <a:extLst>
                <a:ext uri="{FF2B5EF4-FFF2-40B4-BE49-F238E27FC236}">
                  <a16:creationId xmlns:a16="http://schemas.microsoft.com/office/drawing/2014/main" id="{14C171D1-9AC9-8B13-AC8B-8B6CCE6C335E}"/>
                </a:ext>
              </a:extLst>
            </p:cNvPr>
            <p:cNvSpPr/>
            <p:nvPr/>
          </p:nvSpPr>
          <p:spPr bwMode="auto">
            <a:xfrm rot="16200000">
              <a:off x="3115905" y="3533876"/>
              <a:ext cx="60407" cy="56546"/>
            </a:xfrm>
            <a:prstGeom prst="arc">
              <a:avLst>
                <a:gd name="adj1" fmla="val 16200000"/>
                <a:gd name="adj2" fmla="val 5411290"/>
              </a:avLst>
            </a:prstGeom>
            <a:solidFill>
              <a:schemeClr val="bg1"/>
            </a:solidFill>
            <a:ln w="9525">
              <a:solidFill>
                <a:schemeClr val="tx1">
                  <a:lumMod val="65000"/>
                  <a:lumOff val="35000"/>
                </a:schemeClr>
              </a:solidFill>
              <a:prstDash val="dash"/>
              <a:miter lim="800000"/>
              <a:headEnd/>
              <a:tailEnd/>
            </a:ln>
            <a:effectLst/>
          </p:spPr>
          <p:txBody>
            <a:bodyPr wrap="none" rtlCol="0" anchor="ctr" anchorCtr="0">
              <a:noAutofit/>
            </a:bodyPr>
            <a:lstStyle/>
            <a:p>
              <a:pPr algn="ctr"/>
              <a:endParaRPr kumimoji="1" lang="ja-JP" altLang="en-US" sz="1800">
                <a:solidFill>
                  <a:schemeClr val="tx1"/>
                </a:solidFill>
              </a:endParaRPr>
            </a:p>
          </p:txBody>
        </p:sp>
      </p:grpSp>
      <p:grpSp>
        <p:nvGrpSpPr>
          <p:cNvPr id="141" name="グループ化 140">
            <a:extLst>
              <a:ext uri="{FF2B5EF4-FFF2-40B4-BE49-F238E27FC236}">
                <a16:creationId xmlns:a16="http://schemas.microsoft.com/office/drawing/2014/main" id="{DC0F03D5-D591-E193-41EC-5EFE1BEDD3AF}"/>
              </a:ext>
            </a:extLst>
          </p:cNvPr>
          <p:cNvGrpSpPr/>
          <p:nvPr/>
        </p:nvGrpSpPr>
        <p:grpSpPr>
          <a:xfrm>
            <a:off x="6305550" y="1441009"/>
            <a:ext cx="2433947" cy="392508"/>
            <a:chOff x="6215063" y="1388621"/>
            <a:chExt cx="2433947" cy="392508"/>
          </a:xfrm>
        </p:grpSpPr>
        <p:grpSp>
          <p:nvGrpSpPr>
            <p:cNvPr id="133" name="グループ化 132">
              <a:extLst>
                <a:ext uri="{FF2B5EF4-FFF2-40B4-BE49-F238E27FC236}">
                  <a16:creationId xmlns:a16="http://schemas.microsoft.com/office/drawing/2014/main" id="{1D67A0D8-AB7A-8A94-0C04-FD527E2F4048}"/>
                </a:ext>
              </a:extLst>
            </p:cNvPr>
            <p:cNvGrpSpPr/>
            <p:nvPr/>
          </p:nvGrpSpPr>
          <p:grpSpPr>
            <a:xfrm>
              <a:off x="6709486" y="1388621"/>
              <a:ext cx="1939524" cy="392508"/>
              <a:chOff x="6709486" y="1388621"/>
              <a:chExt cx="1939524" cy="392508"/>
            </a:xfrm>
          </p:grpSpPr>
          <p:grpSp>
            <p:nvGrpSpPr>
              <p:cNvPr id="111" name="グループ化 110">
                <a:extLst>
                  <a:ext uri="{FF2B5EF4-FFF2-40B4-BE49-F238E27FC236}">
                    <a16:creationId xmlns:a16="http://schemas.microsoft.com/office/drawing/2014/main" id="{AB222C03-CCB7-2460-6554-C6E5B2E0387B}"/>
                  </a:ext>
                </a:extLst>
              </p:cNvPr>
              <p:cNvGrpSpPr/>
              <p:nvPr/>
            </p:nvGrpSpPr>
            <p:grpSpPr>
              <a:xfrm>
                <a:off x="6709486" y="1613186"/>
                <a:ext cx="776980" cy="167202"/>
                <a:chOff x="6165606" y="1608831"/>
                <a:chExt cx="776980" cy="167202"/>
              </a:xfrm>
            </p:grpSpPr>
            <p:cxnSp>
              <p:nvCxnSpPr>
                <p:cNvPr id="101" name="直線矢印コネクタ 3">
                  <a:extLst>
                    <a:ext uri="{FF2B5EF4-FFF2-40B4-BE49-F238E27FC236}">
                      <a16:creationId xmlns:a16="http://schemas.microsoft.com/office/drawing/2014/main" id="{B8C6D54B-3286-AA97-A519-007027D53B44}"/>
                    </a:ext>
                  </a:extLst>
                </p:cNvPr>
                <p:cNvCxnSpPr>
                  <a:cxnSpLocks/>
                  <a:endCxn id="104" idx="1"/>
                </p:cNvCxnSpPr>
                <p:nvPr/>
              </p:nvCxnSpPr>
              <p:spPr bwMode="auto">
                <a:xfrm>
                  <a:off x="6165606" y="1692432"/>
                  <a:ext cx="256632" cy="0"/>
                </a:xfrm>
                <a:prstGeom prst="straightConnector1">
                  <a:avLst/>
                </a:prstGeom>
                <a:noFill/>
                <a:ln w="9525" cap="flat" cmpd="sng" algn="ctr">
                  <a:solidFill>
                    <a:schemeClr val="tx1">
                      <a:lumMod val="75000"/>
                      <a:lumOff val="25000"/>
                    </a:schemeClr>
                  </a:solidFill>
                  <a:prstDash val="dash"/>
                  <a:round/>
                  <a:headEnd type="none" w="med" len="med"/>
                  <a:tailEnd type="triangle"/>
                </a:ln>
                <a:effectLst/>
              </p:spPr>
            </p:cxnSp>
            <p:sp>
              <p:nvSpPr>
                <p:cNvPr id="104" name="正方形/長方形 103">
                  <a:extLst>
                    <a:ext uri="{FF2B5EF4-FFF2-40B4-BE49-F238E27FC236}">
                      <a16:creationId xmlns:a16="http://schemas.microsoft.com/office/drawing/2014/main" id="{E80D2A9A-417A-A2B5-7BA9-2E930BE64ECA}"/>
                    </a:ext>
                  </a:extLst>
                </p:cNvPr>
                <p:cNvSpPr/>
                <p:nvPr/>
              </p:nvSpPr>
              <p:spPr bwMode="auto">
                <a:xfrm>
                  <a:off x="6422238" y="1608831"/>
                  <a:ext cx="520348" cy="167202"/>
                </a:xfrm>
                <a:prstGeom prst="rect">
                  <a:avLst/>
                </a:prstGeom>
                <a:noFill/>
                <a:ln w="9525">
                  <a:noFill/>
                  <a:miter lim="800000"/>
                  <a:headEnd/>
                  <a:tailEnd/>
                </a:ln>
                <a:effectLst/>
              </p:spPr>
              <p:txBody>
                <a:bodyPr wrap="none" rtlCol="0" anchor="ctr" anchorCtr="0">
                  <a:noAutofit/>
                </a:bodyPr>
                <a:lstStyle/>
                <a:p>
                  <a:pPr algn="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システム連携</a:t>
                  </a:r>
                  <a:endParaRPr kumimoji="1" lang="en-US" altLang="ja-JP" sz="600">
                    <a:solidFill>
                      <a:schemeClr val="tx1">
                        <a:lumMod val="75000"/>
                        <a:lumOff val="25000"/>
                      </a:schemeClr>
                    </a:solidFill>
                    <a:latin typeface="Meiryo UI" panose="020B0604030504040204" pitchFamily="50" charset="-128"/>
                    <a:ea typeface="Meiryo UI" panose="020B0604030504040204" pitchFamily="50" charset="-128"/>
                  </a:endParaRPr>
                </a:p>
              </p:txBody>
            </p:sp>
          </p:grpSp>
          <p:grpSp>
            <p:nvGrpSpPr>
              <p:cNvPr id="114" name="グループ化 113">
                <a:extLst>
                  <a:ext uri="{FF2B5EF4-FFF2-40B4-BE49-F238E27FC236}">
                    <a16:creationId xmlns:a16="http://schemas.microsoft.com/office/drawing/2014/main" id="{A5284A19-8C67-0A72-8D16-ACC10290E528}"/>
                  </a:ext>
                </a:extLst>
              </p:cNvPr>
              <p:cNvGrpSpPr/>
              <p:nvPr/>
            </p:nvGrpSpPr>
            <p:grpSpPr>
              <a:xfrm>
                <a:off x="6709486" y="1391354"/>
                <a:ext cx="776980" cy="167202"/>
                <a:chOff x="6165606" y="1608831"/>
                <a:chExt cx="776980" cy="167202"/>
              </a:xfrm>
            </p:grpSpPr>
            <p:cxnSp>
              <p:nvCxnSpPr>
                <p:cNvPr id="115" name="直線矢印コネクタ 3">
                  <a:extLst>
                    <a:ext uri="{FF2B5EF4-FFF2-40B4-BE49-F238E27FC236}">
                      <a16:creationId xmlns:a16="http://schemas.microsoft.com/office/drawing/2014/main" id="{EF7B4593-C0E0-18B0-209F-121460284625}"/>
                    </a:ext>
                  </a:extLst>
                </p:cNvPr>
                <p:cNvCxnSpPr>
                  <a:cxnSpLocks/>
                  <a:endCxn id="118" idx="1"/>
                </p:cNvCxnSpPr>
                <p:nvPr/>
              </p:nvCxnSpPr>
              <p:spPr bwMode="auto">
                <a:xfrm>
                  <a:off x="6165606" y="1692432"/>
                  <a:ext cx="256632" cy="0"/>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118" name="正方形/長方形 117">
                  <a:extLst>
                    <a:ext uri="{FF2B5EF4-FFF2-40B4-BE49-F238E27FC236}">
                      <a16:creationId xmlns:a16="http://schemas.microsoft.com/office/drawing/2014/main" id="{B9E6B088-B7D0-7ABE-C1E5-CF0EE413D63C}"/>
                    </a:ext>
                  </a:extLst>
                </p:cNvPr>
                <p:cNvSpPr/>
                <p:nvPr/>
              </p:nvSpPr>
              <p:spPr bwMode="auto">
                <a:xfrm>
                  <a:off x="6422238" y="1608831"/>
                  <a:ext cx="520348" cy="167202"/>
                </a:xfrm>
                <a:prstGeom prst="rect">
                  <a:avLst/>
                </a:prstGeom>
                <a:noFill/>
                <a:ln w="9525">
                  <a:noFill/>
                  <a:miter lim="800000"/>
                  <a:headEnd/>
                  <a:tailEnd/>
                </a:ln>
                <a:effectLst/>
              </p:spPr>
              <p:txBody>
                <a:bodyPr wrap="none" rtlCol="0" anchor="ctr" anchorCtr="0">
                  <a:noAutofit/>
                </a:bodyPr>
                <a:lstStyle/>
                <a:p>
                  <a:pPr algn="r"/>
                  <a:r>
                    <a:rPr kumimoji="1" lang="ja-JP" altLang="en-US" sz="600">
                      <a:solidFill>
                        <a:schemeClr val="tx1">
                          <a:lumMod val="75000"/>
                          <a:lumOff val="25000"/>
                        </a:schemeClr>
                      </a:solidFill>
                      <a:latin typeface="Meiryo UI" panose="020B0604030504040204" pitchFamily="50" charset="-128"/>
                      <a:ea typeface="Meiryo UI" panose="020B0604030504040204" pitchFamily="50" charset="-128"/>
                    </a:rPr>
                    <a:t>マニュアル連携</a:t>
                  </a:r>
                  <a:endParaRPr kumimoji="1" lang="en-US" altLang="ja-JP" sz="6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96" name="正方形/長方形 95">
                <a:extLst>
                  <a:ext uri="{FF2B5EF4-FFF2-40B4-BE49-F238E27FC236}">
                    <a16:creationId xmlns:a16="http://schemas.microsoft.com/office/drawing/2014/main" id="{D6819730-70CE-34A8-5A99-1E105893A35E}"/>
                  </a:ext>
                </a:extLst>
              </p:cNvPr>
              <p:cNvSpPr/>
              <p:nvPr/>
            </p:nvSpPr>
            <p:spPr bwMode="auto">
              <a:xfrm>
                <a:off x="8121038" y="1388621"/>
                <a:ext cx="527972" cy="167943"/>
              </a:xfrm>
              <a:prstGeom prst="rect">
                <a:avLst/>
              </a:prstGeom>
              <a:solidFill>
                <a:schemeClr val="bg1"/>
              </a:solidFill>
              <a:ln>
                <a:solidFill>
                  <a:schemeClr val="tx1">
                    <a:lumMod val="50000"/>
                    <a:lumOff val="5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ctr" anchorCtr="0">
                <a:noAutofit/>
              </a:bodyPr>
              <a:lstStyle/>
              <a:p>
                <a:pPr algn="ctr"/>
                <a:r>
                  <a:rPr lang="ja-JP" altLang="en-US" sz="800">
                    <a:solidFill>
                      <a:schemeClr val="tx1">
                        <a:lumMod val="65000"/>
                        <a:lumOff val="35000"/>
                      </a:schemeClr>
                    </a:solidFill>
                    <a:latin typeface="Meiryo UI" panose="020B0604030504040204" pitchFamily="50" charset="-128"/>
                    <a:ea typeface="Meiryo UI" panose="020B0604030504040204" pitchFamily="50" charset="-128"/>
                  </a:rPr>
                  <a:t>業務領域</a:t>
                </a:r>
                <a:endParaRPr kumimoji="1" lang="ja-JP" altLang="en-US" sz="5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9" name="正方形/長方形 98">
                <a:extLst>
                  <a:ext uri="{FF2B5EF4-FFF2-40B4-BE49-F238E27FC236}">
                    <a16:creationId xmlns:a16="http://schemas.microsoft.com/office/drawing/2014/main" id="{A071F88A-8323-8A09-59D2-1A1B744F5C0C}"/>
                  </a:ext>
                </a:extLst>
              </p:cNvPr>
              <p:cNvSpPr/>
              <p:nvPr/>
            </p:nvSpPr>
            <p:spPr bwMode="auto">
              <a:xfrm>
                <a:off x="8121038" y="1613186"/>
                <a:ext cx="527972" cy="167943"/>
              </a:xfrm>
              <a:prstGeom prst="rect">
                <a:avLst/>
              </a:prstGeom>
              <a:solidFill>
                <a:schemeClr val="bg1"/>
              </a:solidFill>
              <a:ln>
                <a:solidFill>
                  <a:schemeClr val="tx2">
                    <a:lumMod val="40000"/>
                    <a:lumOff val="60000"/>
                  </a:schemeClr>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pPr algn="ctr"/>
                <a:r>
                  <a:rPr lang="ja-JP" altLang="en-US" sz="800">
                    <a:solidFill>
                      <a:schemeClr val="tx1">
                        <a:lumMod val="65000"/>
                        <a:lumOff val="35000"/>
                      </a:schemeClr>
                    </a:solidFill>
                    <a:latin typeface="Meiryo UI" panose="020B0604030504040204" pitchFamily="50" charset="-128"/>
                    <a:ea typeface="Meiryo UI" panose="020B0604030504040204" pitchFamily="50" charset="-128"/>
                  </a:rPr>
                  <a:t>データ領域</a:t>
                </a:r>
              </a:p>
            </p:txBody>
          </p:sp>
          <p:sp>
            <p:nvSpPr>
              <p:cNvPr id="100" name="正方形/長方形 99">
                <a:extLst>
                  <a:ext uri="{FF2B5EF4-FFF2-40B4-BE49-F238E27FC236}">
                    <a16:creationId xmlns:a16="http://schemas.microsoft.com/office/drawing/2014/main" id="{5B2A8526-88B0-5C53-17B6-F6E8C917E2CB}"/>
                  </a:ext>
                </a:extLst>
              </p:cNvPr>
              <p:cNvSpPr/>
              <p:nvPr/>
            </p:nvSpPr>
            <p:spPr bwMode="auto">
              <a:xfrm>
                <a:off x="7486466" y="1613186"/>
                <a:ext cx="572383" cy="167202"/>
              </a:xfrm>
              <a:prstGeom prst="rect">
                <a:avLst/>
              </a:prstGeom>
              <a:solidFill>
                <a:schemeClr val="tx2">
                  <a:lumMod val="20000"/>
                  <a:lumOff val="80000"/>
                </a:schemeClr>
              </a:solidFill>
              <a:ln w="9525">
                <a:noFill/>
                <a:miter lim="800000"/>
                <a:headEnd/>
                <a:tailEnd/>
              </a:ln>
              <a:effectLst/>
            </p:spPr>
            <p:txBody>
              <a:bodyPr wrap="none" rtlCol="0" anchor="ctr" anchorCtr="0">
                <a:noAutofit/>
              </a:bodyPr>
              <a:lstStyle/>
              <a:p>
                <a:pPr algn="ctr"/>
                <a:r>
                  <a:rPr lang="ja-JP" altLang="en-US" sz="800">
                    <a:solidFill>
                      <a:schemeClr val="tx1">
                        <a:lumMod val="75000"/>
                        <a:lumOff val="25000"/>
                      </a:schemeClr>
                    </a:solidFill>
                    <a:latin typeface="Meiryo UI" panose="020B0604030504040204" pitchFamily="50" charset="-128"/>
                    <a:ea typeface="Meiryo UI" panose="020B0604030504040204" pitchFamily="50" charset="-128"/>
                  </a:rPr>
                  <a:t>システム処理</a:t>
                </a:r>
                <a:endParaRPr kumimoji="1" lang="en-US" altLang="ja-JP" sz="8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EA717F1E-D0EF-4184-C873-32BE670DDC8F}"/>
                  </a:ext>
                </a:extLst>
              </p:cNvPr>
              <p:cNvSpPr/>
              <p:nvPr/>
            </p:nvSpPr>
            <p:spPr bwMode="auto">
              <a:xfrm>
                <a:off x="7486466" y="1388621"/>
                <a:ext cx="572383" cy="167202"/>
              </a:xfrm>
              <a:prstGeom prst="rect">
                <a:avLst/>
              </a:prstGeom>
              <a:solidFill>
                <a:schemeClr val="bg1"/>
              </a:solidFill>
              <a:ln w="9525">
                <a:solidFill>
                  <a:schemeClr val="tx1">
                    <a:lumMod val="50000"/>
                    <a:lumOff val="50000"/>
                  </a:schemeClr>
                </a:solidFill>
                <a:miter lim="800000"/>
                <a:headEnd/>
                <a:tailEnd/>
              </a:ln>
              <a:effectLst/>
            </p:spPr>
            <p:txBody>
              <a:bodyPr wrap="none" rtlCol="0" anchor="ctr" anchorCtr="0">
                <a:noAutofit/>
              </a:bodyPr>
              <a:lstStyle/>
              <a:p>
                <a:pPr algn="ctr"/>
                <a:r>
                  <a:rPr lang="ja-JP" altLang="en-US" sz="800">
                    <a:solidFill>
                      <a:schemeClr val="tx1">
                        <a:lumMod val="75000"/>
                        <a:lumOff val="25000"/>
                      </a:schemeClr>
                    </a:solidFill>
                    <a:latin typeface="Meiryo UI" panose="020B0604030504040204" pitchFamily="50" charset="-128"/>
                    <a:ea typeface="Meiryo UI" panose="020B0604030504040204" pitchFamily="50" charset="-128"/>
                  </a:rPr>
                  <a:t>マニュアル処理</a:t>
                </a:r>
                <a:endParaRPr lang="en-US" altLang="ja-JP" sz="8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131" name="正方形/長方形 130">
              <a:extLst>
                <a:ext uri="{FF2B5EF4-FFF2-40B4-BE49-F238E27FC236}">
                  <a16:creationId xmlns:a16="http://schemas.microsoft.com/office/drawing/2014/main" id="{36EB5938-FFFD-F9F2-3E96-C7F96AD512FF}"/>
                </a:ext>
              </a:extLst>
            </p:cNvPr>
            <p:cNvSpPr/>
            <p:nvPr/>
          </p:nvSpPr>
          <p:spPr bwMode="auto">
            <a:xfrm>
              <a:off x="6215063" y="1504367"/>
              <a:ext cx="572383" cy="167202"/>
            </a:xfrm>
            <a:prstGeom prst="rect">
              <a:avLst/>
            </a:prstGeom>
            <a:noFill/>
            <a:ln w="9525">
              <a:noFill/>
              <a:miter lim="800000"/>
              <a:headEnd/>
              <a:tailEnd/>
            </a:ln>
            <a:effectLst/>
          </p:spPr>
          <p:txBody>
            <a:bodyPr wrap="none" rtlCol="0" anchor="ctr" anchorCtr="0">
              <a:noAutofit/>
            </a:bodyPr>
            <a:lstStyle/>
            <a:p>
              <a:pPr algn="ctr"/>
              <a:r>
                <a:rPr lang="ja-JP" altLang="en-US" sz="800">
                  <a:solidFill>
                    <a:schemeClr val="tx1">
                      <a:lumMod val="75000"/>
                      <a:lumOff val="25000"/>
                    </a:schemeClr>
                  </a:solidFill>
                  <a:latin typeface="Meiryo UI" panose="020B0604030504040204" pitchFamily="50" charset="-128"/>
                  <a:ea typeface="Meiryo UI" panose="020B0604030504040204" pitchFamily="50" charset="-128"/>
                </a:rPr>
                <a:t>凡例</a:t>
              </a:r>
              <a:endParaRPr lang="en-US" altLang="ja-JP" sz="8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20" name="タイトル 5">
            <a:extLst>
              <a:ext uri="{FF2B5EF4-FFF2-40B4-BE49-F238E27FC236}">
                <a16:creationId xmlns:a16="http://schemas.microsoft.com/office/drawing/2014/main" id="{69CD0947-F608-2EF2-BA75-429D88A9ED36}"/>
              </a:ext>
            </a:extLst>
          </p:cNvPr>
          <p:cNvSpPr txBox="1">
            <a:spLocks/>
          </p:cNvSpPr>
          <p:nvPr/>
        </p:nvSpPr>
        <p:spPr>
          <a:xfrm>
            <a:off x="0" y="162627"/>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a:t>
            </a:r>
            <a:r>
              <a:rPr lang="ja-JP" altLang="en-US" b="0" kern="0"/>
              <a:t>　</a:t>
            </a:r>
            <a:r>
              <a:rPr lang="zh-TW" altLang="en-US" b="0" kern="0"/>
              <a:t>提案</a:t>
            </a:r>
            <a:r>
              <a:rPr lang="ja-JP" altLang="en-US" b="0" kern="0"/>
              <a:t>②</a:t>
            </a:r>
            <a:r>
              <a:rPr lang="en-US" altLang="ja-JP" sz="2400" b="0">
                <a:solidFill>
                  <a:schemeClr val="tx1"/>
                </a:solidFill>
                <a:latin typeface="Meiryo UI" panose="020B0604030504040204" pitchFamily="50" charset="-128"/>
                <a:ea typeface="Meiryo UI" panose="020B0604030504040204" pitchFamily="50" charset="-128"/>
              </a:rPr>
              <a:t>TDB</a:t>
            </a:r>
            <a:r>
              <a:rPr lang="ja-JP" altLang="en-US" sz="2400" b="0">
                <a:solidFill>
                  <a:schemeClr val="tx1"/>
                </a:solidFill>
                <a:latin typeface="Meiryo UI" panose="020B0604030504040204" pitchFamily="50" charset="-128"/>
                <a:ea typeface="Meiryo UI" panose="020B0604030504040204" pitchFamily="50" charset="-128"/>
              </a:rPr>
              <a:t>様全体のデータ課題に対するご提案</a:t>
            </a:r>
            <a:endParaRPr lang="zh-TW" altLang="en-US" b="0" kern="0"/>
          </a:p>
        </p:txBody>
      </p:sp>
      <p:sp>
        <p:nvSpPr>
          <p:cNvPr id="31" name="テキスト ボックス 30">
            <a:extLst>
              <a:ext uri="{FF2B5EF4-FFF2-40B4-BE49-F238E27FC236}">
                <a16:creationId xmlns:a16="http://schemas.microsoft.com/office/drawing/2014/main" id="{8AAC54AA-C865-D467-EE97-AD7A9707D538}"/>
              </a:ext>
            </a:extLst>
          </p:cNvPr>
          <p:cNvSpPr txBox="1"/>
          <p:nvPr/>
        </p:nvSpPr>
        <p:spPr>
          <a:xfrm>
            <a:off x="238936" y="861988"/>
            <a:ext cx="11559364" cy="757130"/>
          </a:xfrm>
          <a:prstGeom prst="rect">
            <a:avLst/>
          </a:prstGeom>
          <a:noFill/>
        </p:spPr>
        <p:txBody>
          <a:bodyPr wrap="square" rtlCol="0">
            <a:spAutoFit/>
          </a:bodyPr>
          <a:lstStyle/>
          <a:p>
            <a:r>
              <a:rPr lang="ja-JP" altLang="en-US" sz="1600">
                <a:solidFill>
                  <a:schemeClr val="tx1"/>
                </a:solidFill>
                <a:latin typeface="Meiryo UI" panose="020B0604030504040204" pitchFamily="50" charset="-128"/>
                <a:ea typeface="Meiryo UI" panose="020B0604030504040204" pitchFamily="50" charset="-128"/>
              </a:rPr>
              <a:t>日立内でも</a:t>
            </a:r>
            <a:r>
              <a:rPr lang="en-US" altLang="ja-JP" sz="1600">
                <a:solidFill>
                  <a:schemeClr val="tx1"/>
                </a:solidFill>
                <a:latin typeface="Meiryo UI" panose="020B0604030504040204" pitchFamily="50" charset="-128"/>
                <a:ea typeface="Meiryo UI" panose="020B0604030504040204" pitchFamily="50" charset="-128"/>
              </a:rPr>
              <a:t>TDB</a:t>
            </a:r>
            <a:r>
              <a:rPr lang="ja-JP" altLang="en-US" sz="1600">
                <a:solidFill>
                  <a:schemeClr val="tx1"/>
                </a:solidFill>
                <a:latin typeface="Meiryo UI" panose="020B0604030504040204" pitchFamily="50" charset="-128"/>
                <a:ea typeface="Meiryo UI" panose="020B0604030504040204" pitchFamily="50" charset="-128"/>
              </a:rPr>
              <a:t>様データ保持の課題について検討いたしました。本内容をベースに改めて課題感や今後の進め方について確認させてください。</a:t>
            </a:r>
            <a:endParaRPr lang="en-US" altLang="ja-JP" sz="1600">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→インプットのデータフローの複雑化により、アウトプットのデータソースが煩雑化している様に見受けております。</a:t>
            </a:r>
          </a:p>
          <a:p>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5" name="フローチャート: 磁気ディスク 4">
            <a:extLst>
              <a:ext uri="{FF2B5EF4-FFF2-40B4-BE49-F238E27FC236}">
                <a16:creationId xmlns:a16="http://schemas.microsoft.com/office/drawing/2014/main" id="{16086714-C503-313E-4D9A-DD3C0D8FB049}"/>
              </a:ext>
            </a:extLst>
          </p:cNvPr>
          <p:cNvSpPr/>
          <p:nvPr/>
        </p:nvSpPr>
        <p:spPr bwMode="auto">
          <a:xfrm>
            <a:off x="11055505" y="2332250"/>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6" name="フローチャート: 磁気ディスク 5">
            <a:extLst>
              <a:ext uri="{FF2B5EF4-FFF2-40B4-BE49-F238E27FC236}">
                <a16:creationId xmlns:a16="http://schemas.microsoft.com/office/drawing/2014/main" id="{5F056B65-BAB6-70D9-141A-F43DC38AE275}"/>
              </a:ext>
            </a:extLst>
          </p:cNvPr>
          <p:cNvSpPr/>
          <p:nvPr/>
        </p:nvSpPr>
        <p:spPr bwMode="auto">
          <a:xfrm>
            <a:off x="9902758" y="2332250"/>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34" name="フローチャート: 磁気ディスク 33">
            <a:extLst>
              <a:ext uri="{FF2B5EF4-FFF2-40B4-BE49-F238E27FC236}">
                <a16:creationId xmlns:a16="http://schemas.microsoft.com/office/drawing/2014/main" id="{2E6F7070-F11F-D7D0-5827-BAF4ECA9AFE1}"/>
              </a:ext>
            </a:extLst>
          </p:cNvPr>
          <p:cNvSpPr/>
          <p:nvPr/>
        </p:nvSpPr>
        <p:spPr bwMode="auto">
          <a:xfrm>
            <a:off x="11063842" y="3638363"/>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51" name="フローチャート: 磁気ディスク 50">
            <a:extLst>
              <a:ext uri="{FF2B5EF4-FFF2-40B4-BE49-F238E27FC236}">
                <a16:creationId xmlns:a16="http://schemas.microsoft.com/office/drawing/2014/main" id="{0FFB5B27-2D75-4C11-94E0-749C889DDEB6}"/>
              </a:ext>
            </a:extLst>
          </p:cNvPr>
          <p:cNvSpPr/>
          <p:nvPr/>
        </p:nvSpPr>
        <p:spPr bwMode="auto">
          <a:xfrm>
            <a:off x="11112778" y="479532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52" name="フローチャート: 磁気ディスク 51">
            <a:extLst>
              <a:ext uri="{FF2B5EF4-FFF2-40B4-BE49-F238E27FC236}">
                <a16:creationId xmlns:a16="http://schemas.microsoft.com/office/drawing/2014/main" id="{A86B9E24-F031-E6B5-104B-220A2D5175CE}"/>
              </a:ext>
            </a:extLst>
          </p:cNvPr>
          <p:cNvSpPr/>
          <p:nvPr/>
        </p:nvSpPr>
        <p:spPr bwMode="auto">
          <a:xfrm>
            <a:off x="11088508" y="5994441"/>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AISS</a:t>
            </a: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決算</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54" name="フローチャート: 磁気ディスク 53">
            <a:extLst>
              <a:ext uri="{FF2B5EF4-FFF2-40B4-BE49-F238E27FC236}">
                <a16:creationId xmlns:a16="http://schemas.microsoft.com/office/drawing/2014/main" id="{8C3BF159-DE46-E664-5B09-2514C320D2C1}"/>
              </a:ext>
            </a:extLst>
          </p:cNvPr>
          <p:cNvSpPr/>
          <p:nvPr/>
        </p:nvSpPr>
        <p:spPr bwMode="auto">
          <a:xfrm>
            <a:off x="9965351" y="364478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0" name="フローチャート: 磁気ディスク 89">
            <a:extLst>
              <a:ext uri="{FF2B5EF4-FFF2-40B4-BE49-F238E27FC236}">
                <a16:creationId xmlns:a16="http://schemas.microsoft.com/office/drawing/2014/main" id="{858D2025-5E52-0CF8-156F-312C74B80741}"/>
              </a:ext>
            </a:extLst>
          </p:cNvPr>
          <p:cNvSpPr/>
          <p:nvPr/>
        </p:nvSpPr>
        <p:spPr bwMode="auto">
          <a:xfrm>
            <a:off x="10038829" y="4795322"/>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08" name="フローチャート: 磁気ディスク 107">
            <a:extLst>
              <a:ext uri="{FF2B5EF4-FFF2-40B4-BE49-F238E27FC236}">
                <a16:creationId xmlns:a16="http://schemas.microsoft.com/office/drawing/2014/main" id="{809107CA-B363-1E27-CE39-C562E0BF34FB}"/>
              </a:ext>
            </a:extLst>
          </p:cNvPr>
          <p:cNvSpPr/>
          <p:nvPr/>
        </p:nvSpPr>
        <p:spPr bwMode="auto">
          <a:xfrm>
            <a:off x="9995921" y="604175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rPr>
              <a:t>基本マスタ</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09" name="フローチャート: 磁気ディスク 108">
            <a:extLst>
              <a:ext uri="{FF2B5EF4-FFF2-40B4-BE49-F238E27FC236}">
                <a16:creationId xmlns:a16="http://schemas.microsoft.com/office/drawing/2014/main" id="{29E7B027-A7AF-2944-6C47-2CE7EF20F17E}"/>
              </a:ext>
            </a:extLst>
          </p:cNvPr>
          <p:cNvSpPr/>
          <p:nvPr/>
        </p:nvSpPr>
        <p:spPr bwMode="auto">
          <a:xfrm>
            <a:off x="10514596" y="364478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124" name="フローチャート: 磁気ディスク 123">
            <a:extLst>
              <a:ext uri="{FF2B5EF4-FFF2-40B4-BE49-F238E27FC236}">
                <a16:creationId xmlns:a16="http://schemas.microsoft.com/office/drawing/2014/main" id="{17BA33DA-E3F9-2481-969B-6E0930380D5A}"/>
              </a:ext>
            </a:extLst>
          </p:cNvPr>
          <p:cNvSpPr/>
          <p:nvPr/>
        </p:nvSpPr>
        <p:spPr bwMode="auto">
          <a:xfrm>
            <a:off x="10566883" y="4782480"/>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125" name="フローチャート: 磁気ディスク 124">
            <a:extLst>
              <a:ext uri="{FF2B5EF4-FFF2-40B4-BE49-F238E27FC236}">
                <a16:creationId xmlns:a16="http://schemas.microsoft.com/office/drawing/2014/main" id="{D049E9A6-5F38-C656-8BE4-584B8D9F0A05}"/>
              </a:ext>
            </a:extLst>
          </p:cNvPr>
          <p:cNvSpPr/>
          <p:nvPr/>
        </p:nvSpPr>
        <p:spPr bwMode="auto">
          <a:xfrm>
            <a:off x="10533064" y="604175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ja-JP" altLang="en-US" sz="1000">
                <a:solidFill>
                  <a:schemeClr val="tx1">
                    <a:lumMod val="65000"/>
                    <a:lumOff val="35000"/>
                  </a:schemeClr>
                </a:solidFill>
                <a:latin typeface="Meiryo UI" panose="020B0604030504040204" pitchFamily="50" charset="-128"/>
                <a:ea typeface="Meiryo UI" panose="020B0604030504040204" pitchFamily="50" charset="-128"/>
              </a:rPr>
              <a:t>索引</a:t>
            </a:r>
          </a:p>
        </p:txBody>
      </p:sp>
      <p:sp>
        <p:nvSpPr>
          <p:cNvPr id="128" name="フローチャート: 磁気ディスク 127">
            <a:extLst>
              <a:ext uri="{FF2B5EF4-FFF2-40B4-BE49-F238E27FC236}">
                <a16:creationId xmlns:a16="http://schemas.microsoft.com/office/drawing/2014/main" id="{FE895402-7DC9-D214-B3CA-D85A01BC095E}"/>
              </a:ext>
            </a:extLst>
          </p:cNvPr>
          <p:cNvSpPr/>
          <p:nvPr/>
        </p:nvSpPr>
        <p:spPr bwMode="auto">
          <a:xfrm>
            <a:off x="9386055" y="364478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42" name="フローチャート: 磁気ディスク 141">
            <a:extLst>
              <a:ext uri="{FF2B5EF4-FFF2-40B4-BE49-F238E27FC236}">
                <a16:creationId xmlns:a16="http://schemas.microsoft.com/office/drawing/2014/main" id="{588B6BC0-41A6-BB6A-5769-02EBD4A62C4A}"/>
              </a:ext>
            </a:extLst>
          </p:cNvPr>
          <p:cNvSpPr/>
          <p:nvPr/>
        </p:nvSpPr>
        <p:spPr bwMode="auto">
          <a:xfrm>
            <a:off x="9456813" y="4813209"/>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44" name="フローチャート: 磁気ディスク 143">
            <a:extLst>
              <a:ext uri="{FF2B5EF4-FFF2-40B4-BE49-F238E27FC236}">
                <a16:creationId xmlns:a16="http://schemas.microsoft.com/office/drawing/2014/main" id="{16968931-770B-1A61-3AF4-3C76D24A5590}"/>
              </a:ext>
            </a:extLst>
          </p:cNvPr>
          <p:cNvSpPr/>
          <p:nvPr/>
        </p:nvSpPr>
        <p:spPr bwMode="auto">
          <a:xfrm>
            <a:off x="9441929" y="6041754"/>
            <a:ext cx="521625" cy="323991"/>
          </a:xfrm>
          <a:prstGeom prst="flowChartMagneticDisk">
            <a:avLst/>
          </a:prstGeom>
          <a:solidFill>
            <a:schemeClr val="bg1"/>
          </a:solidFill>
          <a:ln w="9525">
            <a:solidFill>
              <a:schemeClr val="tx1">
                <a:lumMod val="65000"/>
                <a:lumOff val="35000"/>
              </a:schemeClr>
            </a:solidFill>
            <a:miter lim="800000"/>
            <a:headEnd/>
            <a:tailEnd/>
          </a:ln>
          <a:effectLst/>
        </p:spPr>
        <p:txBody>
          <a:bodyPr wrap="none" rtlCol="0" anchor="ctr" anchorCtr="0">
            <a:noAutofit/>
          </a:bodyPr>
          <a:lstStyle/>
          <a:p>
            <a:pPr algn="ctr"/>
            <a:r>
              <a:rPr lang="en-US" altLang="ja-JP" sz="1000">
                <a:solidFill>
                  <a:schemeClr val="tx1">
                    <a:lumMod val="65000"/>
                    <a:lumOff val="35000"/>
                  </a:schemeClr>
                </a:solidFill>
                <a:latin typeface="Meiryo UI" panose="020B0604030504040204" pitchFamily="50" charset="-128"/>
                <a:ea typeface="Meiryo UI" panose="020B0604030504040204" pitchFamily="50" charset="-128"/>
              </a:rPr>
              <a:t>CCR</a:t>
            </a:r>
            <a:endParaRPr kumimoji="1" lang="ja-JP" altLang="en-US" sz="180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45" name="正方形/長方形 144">
            <a:extLst>
              <a:ext uri="{FF2B5EF4-FFF2-40B4-BE49-F238E27FC236}">
                <a16:creationId xmlns:a16="http://schemas.microsoft.com/office/drawing/2014/main" id="{2CDEB77A-2CB6-6C41-198C-8BC0825D5974}"/>
              </a:ext>
            </a:extLst>
          </p:cNvPr>
          <p:cNvSpPr/>
          <p:nvPr/>
        </p:nvSpPr>
        <p:spPr bwMode="auto">
          <a:xfrm>
            <a:off x="3364302" y="2279184"/>
            <a:ext cx="4096605" cy="2016771"/>
          </a:xfrm>
          <a:prstGeom prst="rect">
            <a:avLst/>
          </a:prstGeom>
          <a:solidFill>
            <a:schemeClr val="bg1"/>
          </a:solidFill>
          <a:ln>
            <a:solidFill>
              <a:srgbClr val="FD0014"/>
            </a:solidFill>
            <a:headEnd/>
            <a:tailEnd/>
          </a:ln>
        </p:spPr>
        <p:style>
          <a:lnRef idx="2">
            <a:schemeClr val="accent5"/>
          </a:lnRef>
          <a:fillRef idx="1">
            <a:schemeClr val="lt1"/>
          </a:fillRef>
          <a:effectRef idx="0">
            <a:schemeClr val="accent5"/>
          </a:effectRef>
          <a:fontRef idx="minor">
            <a:schemeClr val="dk1"/>
          </a:fontRef>
        </p:style>
        <p:txBody>
          <a:bodyPr wrap="none" rtlCol="0" anchor="t" anchorCtr="0">
            <a:noAutofit/>
          </a:bodyPr>
          <a:lstStyle/>
          <a:p>
            <a:r>
              <a:rPr lang="ja-JP" altLang="en-US" sz="1400" b="1" u="sng">
                <a:solidFill>
                  <a:srgbClr val="FD0014"/>
                </a:solidFill>
                <a:latin typeface="Meiryo UI" panose="020B0604030504040204" pitchFamily="50" charset="-128"/>
                <a:ea typeface="Meiryo UI" panose="020B0604030504040204" pitchFamily="50" charset="-128"/>
              </a:rPr>
              <a:t>データ観点の課題</a:t>
            </a:r>
            <a:endParaRPr lang="en-US" altLang="ja-JP" sz="1400" b="1" u="sng">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データの一貫性の欠如</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データの品質のばらつき</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データフォーマットのばらつき</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データ整形に伴う高コスト構造体質</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データ整合性の欠如</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データ取得チャネルの統一性の欠如</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データ加工の柔軟性の欠如</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基盤の差異によるデータ取得のリアルタイム性の欠如</a:t>
            </a:r>
            <a:endParaRPr lang="en-US" altLang="ja-JP" sz="1400">
              <a:solidFill>
                <a:srgbClr val="FD0014"/>
              </a:solidFill>
              <a:latin typeface="Meiryo UI" panose="020B0604030504040204" pitchFamily="50" charset="-128"/>
              <a:ea typeface="Meiryo UI" panose="020B0604030504040204" pitchFamily="50" charset="-128"/>
            </a:endParaRPr>
          </a:p>
          <a:p>
            <a:pPr marL="180975" indent="-95250">
              <a:buFont typeface="Arial" panose="020B0604020202020204" pitchFamily="34" charset="0"/>
              <a:buChar char="•"/>
            </a:pPr>
            <a:r>
              <a:rPr lang="ja-JP" altLang="en-US" sz="1400">
                <a:solidFill>
                  <a:srgbClr val="FD0014"/>
                </a:solidFill>
                <a:latin typeface="Meiryo UI" panose="020B0604030504040204" pitchFamily="50" charset="-128"/>
                <a:ea typeface="Meiryo UI" panose="020B0604030504040204" pitchFamily="50" charset="-128"/>
              </a:rPr>
              <a:t>基盤の差異によるデータフロー変更の柔軟性の欠如</a:t>
            </a:r>
            <a:endParaRPr lang="en-US" altLang="ja-JP" sz="1400">
              <a:solidFill>
                <a:srgbClr val="FD0014"/>
              </a:solidFill>
              <a:latin typeface="Meiryo UI" panose="020B0604030504040204" pitchFamily="50" charset="-128"/>
              <a:ea typeface="Meiryo UI" panose="020B0604030504040204" pitchFamily="50" charset="-128"/>
            </a:endParaRPr>
          </a:p>
        </p:txBody>
      </p:sp>
      <p:sp>
        <p:nvSpPr>
          <p:cNvPr id="147" name="フリーフォーム: 図形 146">
            <a:extLst>
              <a:ext uri="{FF2B5EF4-FFF2-40B4-BE49-F238E27FC236}">
                <a16:creationId xmlns:a16="http://schemas.microsoft.com/office/drawing/2014/main" id="{AAE86EAB-9A4D-F4B1-5353-BDDF92DD343E}"/>
              </a:ext>
            </a:extLst>
          </p:cNvPr>
          <p:cNvSpPr/>
          <p:nvPr/>
        </p:nvSpPr>
        <p:spPr bwMode="auto">
          <a:xfrm>
            <a:off x="248304" y="3292227"/>
            <a:ext cx="2089455" cy="1736972"/>
          </a:xfrm>
          <a:custGeom>
            <a:avLst/>
            <a:gdLst>
              <a:gd name="connsiteX0" fmla="*/ 0 w 2089455"/>
              <a:gd name="connsiteY0" fmla="*/ 0 h 1736972"/>
              <a:gd name="connsiteX1" fmla="*/ 1390715 w 2089455"/>
              <a:gd name="connsiteY1" fmla="*/ 0 h 1736972"/>
              <a:gd name="connsiteX2" fmla="*/ 1390715 w 2089455"/>
              <a:gd name="connsiteY2" fmla="*/ 453653 h 1736972"/>
              <a:gd name="connsiteX3" fmla="*/ 2089455 w 2089455"/>
              <a:gd name="connsiteY3" fmla="*/ 453653 h 1736972"/>
              <a:gd name="connsiteX4" fmla="*/ 2089455 w 2089455"/>
              <a:gd name="connsiteY4" fmla="*/ 839154 h 1736972"/>
              <a:gd name="connsiteX5" fmla="*/ 1390715 w 2089455"/>
              <a:gd name="connsiteY5" fmla="*/ 839154 h 1736972"/>
              <a:gd name="connsiteX6" fmla="*/ 1390715 w 2089455"/>
              <a:gd name="connsiteY6" fmla="*/ 1351471 h 1736972"/>
              <a:gd name="connsiteX7" fmla="*/ 2089455 w 2089455"/>
              <a:gd name="connsiteY7" fmla="*/ 1351471 h 1736972"/>
              <a:gd name="connsiteX8" fmla="*/ 2089455 w 2089455"/>
              <a:gd name="connsiteY8" fmla="*/ 1736972 h 1736972"/>
              <a:gd name="connsiteX9" fmla="*/ 1390715 w 2089455"/>
              <a:gd name="connsiteY9" fmla="*/ 1736972 h 1736972"/>
              <a:gd name="connsiteX10" fmla="*/ 1265209 w 2089455"/>
              <a:gd name="connsiteY10" fmla="*/ 1736972 h 1736972"/>
              <a:gd name="connsiteX11" fmla="*/ 0 w 2089455"/>
              <a:gd name="connsiteY11" fmla="*/ 1736972 h 173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89455" h="1736972">
                <a:moveTo>
                  <a:pt x="0" y="0"/>
                </a:moveTo>
                <a:lnTo>
                  <a:pt x="1390715" y="0"/>
                </a:lnTo>
                <a:lnTo>
                  <a:pt x="1390715" y="453653"/>
                </a:lnTo>
                <a:lnTo>
                  <a:pt x="2089455" y="453653"/>
                </a:lnTo>
                <a:lnTo>
                  <a:pt x="2089455" y="839154"/>
                </a:lnTo>
                <a:lnTo>
                  <a:pt x="1390715" y="839154"/>
                </a:lnTo>
                <a:lnTo>
                  <a:pt x="1390715" y="1351471"/>
                </a:lnTo>
                <a:lnTo>
                  <a:pt x="2089455" y="1351471"/>
                </a:lnTo>
                <a:lnTo>
                  <a:pt x="2089455" y="1736972"/>
                </a:lnTo>
                <a:lnTo>
                  <a:pt x="1390715" y="1736972"/>
                </a:lnTo>
                <a:lnTo>
                  <a:pt x="1265209" y="1736972"/>
                </a:lnTo>
                <a:lnTo>
                  <a:pt x="0" y="1736972"/>
                </a:lnTo>
                <a:close/>
              </a:path>
            </a:pathLst>
          </a:custGeom>
          <a:noFill/>
          <a:ln>
            <a:solidFill>
              <a:srgbClr val="FD0014"/>
            </a:solidFill>
            <a:headEnd/>
            <a:tailEnd/>
          </a:ln>
        </p:spPr>
        <p:style>
          <a:lnRef idx="2">
            <a:schemeClr val="accent5"/>
          </a:lnRef>
          <a:fillRef idx="1">
            <a:schemeClr val="lt1"/>
          </a:fillRef>
          <a:effectRef idx="0">
            <a:schemeClr val="accent5"/>
          </a:effectRef>
          <a:fontRef idx="minor">
            <a:schemeClr val="dk1"/>
          </a:fontRef>
        </p:style>
        <p:txBody>
          <a:bodyPr wrap="square" rtlCol="0" anchor="t" anchorCtr="0">
            <a:noAutofit/>
          </a:bodyPr>
          <a:lstStyle/>
          <a:p>
            <a:pPr marL="85725"/>
            <a:endParaRPr lang="ja-JP" altLang="en-US" sz="1100">
              <a:solidFill>
                <a:srgbClr val="FD0014"/>
              </a:solidFill>
              <a:latin typeface="Meiryo UI" panose="020B0604030504040204" pitchFamily="50" charset="-128"/>
              <a:ea typeface="Meiryo UI" panose="020B0604030504040204" pitchFamily="50" charset="-128"/>
            </a:endParaRPr>
          </a:p>
        </p:txBody>
      </p:sp>
      <p:cxnSp>
        <p:nvCxnSpPr>
          <p:cNvPr id="148" name="直線矢印コネクタ 17">
            <a:extLst>
              <a:ext uri="{FF2B5EF4-FFF2-40B4-BE49-F238E27FC236}">
                <a16:creationId xmlns:a16="http://schemas.microsoft.com/office/drawing/2014/main" id="{8E373E61-5F11-93E8-7E7D-B334856C40DB}"/>
              </a:ext>
            </a:extLst>
          </p:cNvPr>
          <p:cNvCxnSpPr>
            <a:cxnSpLocks/>
            <a:stCxn id="145" idx="3"/>
            <a:endCxn id="215" idx="2"/>
          </p:cNvCxnSpPr>
          <p:nvPr/>
        </p:nvCxnSpPr>
        <p:spPr bwMode="auto">
          <a:xfrm flipV="1">
            <a:off x="7460907" y="2494245"/>
            <a:ext cx="1903897" cy="793325"/>
          </a:xfrm>
          <a:prstGeom prst="straightConnector1">
            <a:avLst/>
          </a:prstGeom>
          <a:noFill/>
          <a:ln w="28575" cap="flat" cmpd="sng" algn="ctr">
            <a:solidFill>
              <a:srgbClr val="FD0014"/>
            </a:solidFill>
            <a:prstDash val="solid"/>
            <a:round/>
            <a:headEnd type="none" w="med" len="med"/>
            <a:tailEnd type="oval"/>
          </a:ln>
          <a:effectLst/>
        </p:spPr>
      </p:cxnSp>
      <p:cxnSp>
        <p:nvCxnSpPr>
          <p:cNvPr id="149" name="直線矢印コネクタ 17">
            <a:extLst>
              <a:ext uri="{FF2B5EF4-FFF2-40B4-BE49-F238E27FC236}">
                <a16:creationId xmlns:a16="http://schemas.microsoft.com/office/drawing/2014/main" id="{6F0E6FA8-1B35-1333-D715-F596A2C1DB78}"/>
              </a:ext>
            </a:extLst>
          </p:cNvPr>
          <p:cNvCxnSpPr>
            <a:cxnSpLocks/>
            <a:stCxn id="145" idx="3"/>
          </p:cNvCxnSpPr>
          <p:nvPr/>
        </p:nvCxnSpPr>
        <p:spPr bwMode="auto">
          <a:xfrm>
            <a:off x="7460907" y="3287570"/>
            <a:ext cx="1464557" cy="427680"/>
          </a:xfrm>
          <a:prstGeom prst="straightConnector1">
            <a:avLst/>
          </a:prstGeom>
          <a:noFill/>
          <a:ln w="28575" cap="flat" cmpd="sng" algn="ctr">
            <a:solidFill>
              <a:srgbClr val="FD0014"/>
            </a:solidFill>
            <a:prstDash val="solid"/>
            <a:round/>
            <a:headEnd type="none" w="med" len="med"/>
            <a:tailEnd type="oval"/>
          </a:ln>
          <a:effectLst/>
        </p:spPr>
      </p:cxnSp>
      <p:cxnSp>
        <p:nvCxnSpPr>
          <p:cNvPr id="150" name="直線矢印コネクタ 17">
            <a:extLst>
              <a:ext uri="{FF2B5EF4-FFF2-40B4-BE49-F238E27FC236}">
                <a16:creationId xmlns:a16="http://schemas.microsoft.com/office/drawing/2014/main" id="{68911FD8-258C-A998-38F6-6F7B350B2FB6}"/>
              </a:ext>
            </a:extLst>
          </p:cNvPr>
          <p:cNvCxnSpPr>
            <a:cxnSpLocks/>
            <a:stCxn id="145" idx="3"/>
          </p:cNvCxnSpPr>
          <p:nvPr/>
        </p:nvCxnSpPr>
        <p:spPr bwMode="auto">
          <a:xfrm>
            <a:off x="7460907" y="3287570"/>
            <a:ext cx="1742040" cy="1640364"/>
          </a:xfrm>
          <a:prstGeom prst="straightConnector1">
            <a:avLst/>
          </a:prstGeom>
          <a:noFill/>
          <a:ln w="28575" cap="flat" cmpd="sng" algn="ctr">
            <a:solidFill>
              <a:srgbClr val="FD0014"/>
            </a:solidFill>
            <a:prstDash val="solid"/>
            <a:round/>
            <a:headEnd type="none" w="med" len="med"/>
            <a:tailEnd type="oval"/>
          </a:ln>
          <a:effectLst/>
        </p:spPr>
      </p:cxnSp>
      <p:cxnSp>
        <p:nvCxnSpPr>
          <p:cNvPr id="156" name="直線矢印コネクタ 17">
            <a:extLst>
              <a:ext uri="{FF2B5EF4-FFF2-40B4-BE49-F238E27FC236}">
                <a16:creationId xmlns:a16="http://schemas.microsoft.com/office/drawing/2014/main" id="{56062047-830A-9696-4476-50B1BC71C184}"/>
              </a:ext>
            </a:extLst>
          </p:cNvPr>
          <p:cNvCxnSpPr>
            <a:cxnSpLocks/>
            <a:stCxn id="145" idx="3"/>
          </p:cNvCxnSpPr>
          <p:nvPr/>
        </p:nvCxnSpPr>
        <p:spPr bwMode="auto">
          <a:xfrm>
            <a:off x="7460907" y="3287570"/>
            <a:ext cx="1962087" cy="3078175"/>
          </a:xfrm>
          <a:prstGeom prst="straightConnector1">
            <a:avLst/>
          </a:prstGeom>
          <a:noFill/>
          <a:ln w="28575" cap="flat" cmpd="sng" algn="ctr">
            <a:solidFill>
              <a:srgbClr val="FD0014"/>
            </a:solidFill>
            <a:prstDash val="solid"/>
            <a:round/>
            <a:headEnd type="none" w="med" len="med"/>
            <a:tailEnd type="oval"/>
          </a:ln>
          <a:effectLst/>
        </p:spPr>
      </p:cxnSp>
      <p:sp>
        <p:nvSpPr>
          <p:cNvPr id="158" name="正方形/長方形 157">
            <a:extLst>
              <a:ext uri="{FF2B5EF4-FFF2-40B4-BE49-F238E27FC236}">
                <a16:creationId xmlns:a16="http://schemas.microsoft.com/office/drawing/2014/main" id="{E500BF68-559E-F9B5-5F35-06D6321A1400}"/>
              </a:ext>
            </a:extLst>
          </p:cNvPr>
          <p:cNvSpPr/>
          <p:nvPr/>
        </p:nvSpPr>
        <p:spPr bwMode="auto">
          <a:xfrm>
            <a:off x="9386055" y="2298606"/>
            <a:ext cx="2224078" cy="446762"/>
          </a:xfrm>
          <a:prstGeom prst="rect">
            <a:avLst/>
          </a:prstGeom>
          <a:noFill/>
          <a:ln>
            <a:solidFill>
              <a:srgbClr val="FD0014"/>
            </a:solidFill>
            <a:headEnd/>
            <a:tailEnd/>
          </a:ln>
        </p:spPr>
        <p:style>
          <a:lnRef idx="2">
            <a:schemeClr val="accent5"/>
          </a:lnRef>
          <a:fillRef idx="1">
            <a:schemeClr val="lt1"/>
          </a:fillRef>
          <a:effectRef idx="0">
            <a:schemeClr val="accent5"/>
          </a:effectRef>
          <a:fontRef idx="minor">
            <a:schemeClr val="dk1"/>
          </a:fontRef>
        </p:style>
        <p:txBody>
          <a:bodyPr wrap="square" rtlCol="0" anchor="t" anchorCtr="0">
            <a:noAutofit/>
          </a:bodyPr>
          <a:lstStyle/>
          <a:p>
            <a:pPr marL="85725"/>
            <a:endParaRPr lang="ja-JP" altLang="en-US" sz="1100">
              <a:solidFill>
                <a:srgbClr val="FD0014"/>
              </a:solidFill>
              <a:latin typeface="Meiryo UI" panose="020B0604030504040204" pitchFamily="50" charset="-128"/>
              <a:ea typeface="Meiryo UI" panose="020B0604030504040204" pitchFamily="50" charset="-128"/>
            </a:endParaRPr>
          </a:p>
        </p:txBody>
      </p:sp>
      <p:sp>
        <p:nvSpPr>
          <p:cNvPr id="159" name="正方形/長方形 158">
            <a:extLst>
              <a:ext uri="{FF2B5EF4-FFF2-40B4-BE49-F238E27FC236}">
                <a16:creationId xmlns:a16="http://schemas.microsoft.com/office/drawing/2014/main" id="{FC3CEA40-B576-DE0B-94FF-0F515775E079}"/>
              </a:ext>
            </a:extLst>
          </p:cNvPr>
          <p:cNvSpPr/>
          <p:nvPr/>
        </p:nvSpPr>
        <p:spPr bwMode="auto">
          <a:xfrm>
            <a:off x="9366317" y="3571362"/>
            <a:ext cx="2224078" cy="446762"/>
          </a:xfrm>
          <a:prstGeom prst="rect">
            <a:avLst/>
          </a:prstGeom>
          <a:noFill/>
          <a:ln>
            <a:solidFill>
              <a:srgbClr val="FD0014"/>
            </a:solidFill>
            <a:headEnd/>
            <a:tailEnd/>
          </a:ln>
        </p:spPr>
        <p:style>
          <a:lnRef idx="2">
            <a:schemeClr val="accent5"/>
          </a:lnRef>
          <a:fillRef idx="1">
            <a:schemeClr val="lt1"/>
          </a:fillRef>
          <a:effectRef idx="0">
            <a:schemeClr val="accent5"/>
          </a:effectRef>
          <a:fontRef idx="minor">
            <a:schemeClr val="dk1"/>
          </a:fontRef>
        </p:style>
        <p:txBody>
          <a:bodyPr wrap="square" rtlCol="0" anchor="t" anchorCtr="0">
            <a:noAutofit/>
          </a:bodyPr>
          <a:lstStyle/>
          <a:p>
            <a:pPr marL="85725"/>
            <a:endParaRPr lang="ja-JP" altLang="en-US" sz="1100">
              <a:solidFill>
                <a:srgbClr val="FD0014"/>
              </a:solidFill>
              <a:latin typeface="Meiryo UI" panose="020B0604030504040204" pitchFamily="50" charset="-128"/>
              <a:ea typeface="Meiryo UI" panose="020B0604030504040204" pitchFamily="50" charset="-128"/>
            </a:endParaRPr>
          </a:p>
        </p:txBody>
      </p:sp>
      <p:sp>
        <p:nvSpPr>
          <p:cNvPr id="160" name="正方形/長方形 159">
            <a:extLst>
              <a:ext uri="{FF2B5EF4-FFF2-40B4-BE49-F238E27FC236}">
                <a16:creationId xmlns:a16="http://schemas.microsoft.com/office/drawing/2014/main" id="{994CC8E4-82B6-4682-CB59-BD50B03284E9}"/>
              </a:ext>
            </a:extLst>
          </p:cNvPr>
          <p:cNvSpPr/>
          <p:nvPr/>
        </p:nvSpPr>
        <p:spPr bwMode="auto">
          <a:xfrm>
            <a:off x="9402557" y="4768998"/>
            <a:ext cx="2224078" cy="446762"/>
          </a:xfrm>
          <a:prstGeom prst="rect">
            <a:avLst/>
          </a:prstGeom>
          <a:noFill/>
          <a:ln>
            <a:solidFill>
              <a:srgbClr val="FD0014"/>
            </a:solidFill>
            <a:headEnd/>
            <a:tailEnd/>
          </a:ln>
        </p:spPr>
        <p:style>
          <a:lnRef idx="2">
            <a:schemeClr val="accent5"/>
          </a:lnRef>
          <a:fillRef idx="1">
            <a:schemeClr val="lt1"/>
          </a:fillRef>
          <a:effectRef idx="0">
            <a:schemeClr val="accent5"/>
          </a:effectRef>
          <a:fontRef idx="minor">
            <a:schemeClr val="dk1"/>
          </a:fontRef>
        </p:style>
        <p:txBody>
          <a:bodyPr wrap="square" rtlCol="0" anchor="t" anchorCtr="0">
            <a:noAutofit/>
          </a:bodyPr>
          <a:lstStyle/>
          <a:p>
            <a:pPr marL="85725"/>
            <a:endParaRPr lang="ja-JP" altLang="en-US" sz="1100">
              <a:solidFill>
                <a:srgbClr val="FD0014"/>
              </a:solidFill>
              <a:latin typeface="Meiryo UI" panose="020B0604030504040204" pitchFamily="50" charset="-128"/>
              <a:ea typeface="Meiryo UI" panose="020B0604030504040204" pitchFamily="50" charset="-128"/>
            </a:endParaRPr>
          </a:p>
        </p:txBody>
      </p:sp>
      <p:sp>
        <p:nvSpPr>
          <p:cNvPr id="161" name="正方形/長方形 160">
            <a:extLst>
              <a:ext uri="{FF2B5EF4-FFF2-40B4-BE49-F238E27FC236}">
                <a16:creationId xmlns:a16="http://schemas.microsoft.com/office/drawing/2014/main" id="{49C25B14-55CA-2494-CCC2-3444E886F5BD}"/>
              </a:ext>
            </a:extLst>
          </p:cNvPr>
          <p:cNvSpPr/>
          <p:nvPr/>
        </p:nvSpPr>
        <p:spPr bwMode="auto">
          <a:xfrm>
            <a:off x="9410325" y="5981767"/>
            <a:ext cx="2224078" cy="446762"/>
          </a:xfrm>
          <a:prstGeom prst="rect">
            <a:avLst/>
          </a:prstGeom>
          <a:noFill/>
          <a:ln>
            <a:solidFill>
              <a:srgbClr val="FD0014"/>
            </a:solidFill>
            <a:headEnd/>
            <a:tailEnd/>
          </a:ln>
        </p:spPr>
        <p:style>
          <a:lnRef idx="2">
            <a:schemeClr val="accent5"/>
          </a:lnRef>
          <a:fillRef idx="1">
            <a:schemeClr val="lt1"/>
          </a:fillRef>
          <a:effectRef idx="0">
            <a:schemeClr val="accent5"/>
          </a:effectRef>
          <a:fontRef idx="minor">
            <a:schemeClr val="dk1"/>
          </a:fontRef>
        </p:style>
        <p:txBody>
          <a:bodyPr wrap="square" rtlCol="0" anchor="t" anchorCtr="0">
            <a:noAutofit/>
          </a:bodyPr>
          <a:lstStyle/>
          <a:p>
            <a:pPr marL="85725"/>
            <a:endParaRPr lang="ja-JP" altLang="en-US" sz="1100">
              <a:solidFill>
                <a:srgbClr val="FD0014"/>
              </a:solidFill>
              <a:latin typeface="Meiryo UI" panose="020B0604030504040204" pitchFamily="50" charset="-128"/>
              <a:ea typeface="Meiryo UI" panose="020B0604030504040204" pitchFamily="50" charset="-128"/>
            </a:endParaRPr>
          </a:p>
        </p:txBody>
      </p:sp>
      <p:cxnSp>
        <p:nvCxnSpPr>
          <p:cNvPr id="163" name="直線矢印コネクタ 17">
            <a:extLst>
              <a:ext uri="{FF2B5EF4-FFF2-40B4-BE49-F238E27FC236}">
                <a16:creationId xmlns:a16="http://schemas.microsoft.com/office/drawing/2014/main" id="{FEEB287C-7066-F408-607E-F34A15F4B1EA}"/>
              </a:ext>
            </a:extLst>
          </p:cNvPr>
          <p:cNvCxnSpPr>
            <a:cxnSpLocks/>
          </p:cNvCxnSpPr>
          <p:nvPr/>
        </p:nvCxnSpPr>
        <p:spPr bwMode="auto">
          <a:xfrm flipH="1">
            <a:off x="2337759" y="3287570"/>
            <a:ext cx="1026543" cy="651061"/>
          </a:xfrm>
          <a:prstGeom prst="straightConnector1">
            <a:avLst/>
          </a:prstGeom>
          <a:noFill/>
          <a:ln w="28575" cap="flat" cmpd="sng" algn="ctr">
            <a:solidFill>
              <a:srgbClr val="FD0014"/>
            </a:solidFill>
            <a:prstDash val="solid"/>
            <a:round/>
            <a:headEnd type="none" w="med" len="med"/>
            <a:tailEnd type="oval"/>
          </a:ln>
          <a:effectLst/>
        </p:spPr>
      </p:cxnSp>
    </p:spTree>
    <p:extLst>
      <p:ext uri="{BB962C8B-B14F-4D97-AF65-F5344CB8AC3E}">
        <p14:creationId xmlns:p14="http://schemas.microsoft.com/office/powerpoint/2010/main" val="451350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4A53D-8A8C-2E5B-7899-794B652788C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25B1811-8893-F357-ECF8-A6C0222460E8}"/>
              </a:ext>
            </a:extLst>
          </p:cNvPr>
          <p:cNvSpPr>
            <a:spLocks noGrp="1"/>
          </p:cNvSpPr>
          <p:nvPr>
            <p:ph type="sldNum" sz="quarter" idx="10"/>
          </p:nvPr>
        </p:nvSpPr>
        <p:spPr/>
        <p:txBody>
          <a:bodyPr/>
          <a:lstStyle/>
          <a:p>
            <a:pPr>
              <a:defRPr/>
            </a:pPr>
            <a:fld id="{B69A64E9-DEE1-40B5-88E8-A6C3DD001D0B}" type="slidenum">
              <a:rPr lang="en-US" altLang="ja-JP" smtClean="0"/>
              <a:pPr>
                <a:defRPr/>
              </a:pPr>
              <a:t>16</a:t>
            </a:fld>
            <a:endParaRPr lang="en-US" altLang="ja-JP"/>
          </a:p>
        </p:txBody>
      </p:sp>
      <p:sp>
        <p:nvSpPr>
          <p:cNvPr id="5" name="コンテンツ プレースホルダー 4">
            <a:extLst>
              <a:ext uri="{FF2B5EF4-FFF2-40B4-BE49-F238E27FC236}">
                <a16:creationId xmlns:a16="http://schemas.microsoft.com/office/drawing/2014/main" id="{6C605FC5-0450-C480-A49A-EEEFAFDCCE8C}"/>
              </a:ext>
            </a:extLst>
          </p:cNvPr>
          <p:cNvSpPr>
            <a:spLocks noGrp="1"/>
          </p:cNvSpPr>
          <p:nvPr>
            <p:ph sz="half" idx="1"/>
          </p:nvPr>
        </p:nvSpPr>
        <p:spPr>
          <a:xfrm>
            <a:off x="334189" y="1005093"/>
            <a:ext cx="11232000" cy="360000"/>
          </a:xfrm>
        </p:spPr>
        <p:txBody>
          <a:bodyPr lIns="91440" tIns="0" rIns="91440" bIns="0" anchor="ctr" anchorCtr="0">
            <a:noAutofit/>
          </a:bodyPr>
          <a:lstStyle/>
          <a:p>
            <a:r>
              <a:rPr kumimoji="1" lang="ja-JP" altLang="en-US" sz="1600">
                <a:latin typeface="Meiryo UI"/>
                <a:ea typeface="Meiryo UI"/>
              </a:rPr>
              <a:t>現状の業務</a:t>
            </a:r>
            <a:r>
              <a:rPr kumimoji="1" lang="en-US" altLang="ja-JP" sz="1600">
                <a:latin typeface="Meiryo UI"/>
                <a:ea typeface="Meiryo UI"/>
              </a:rPr>
              <a:t>/</a:t>
            </a:r>
            <a:r>
              <a:rPr kumimoji="1" lang="ja-JP" altLang="en-US" sz="1600">
                <a:latin typeface="Meiryo UI"/>
                <a:ea typeface="Meiryo UI"/>
              </a:rPr>
              <a:t>システムのプロセス含め、課題と解決策の方向性を整理し、</a:t>
            </a:r>
            <a:r>
              <a:rPr kumimoji="1" lang="en-US" altLang="ja-JP" sz="1600" err="1">
                <a:latin typeface="Meiryo UI"/>
                <a:ea typeface="Meiryo UI"/>
              </a:rPr>
              <a:t>tobe</a:t>
            </a:r>
            <a:r>
              <a:rPr kumimoji="1" lang="ja-JP" altLang="en-US" sz="1600">
                <a:latin typeface="Meiryo UI"/>
                <a:ea typeface="Meiryo UI"/>
              </a:rPr>
              <a:t>のアーキテクチャを検討</a:t>
            </a:r>
            <a:r>
              <a:rPr lang="ja-JP" altLang="en-US" sz="1600">
                <a:latin typeface="Meiryo UI"/>
                <a:ea typeface="Meiryo UI"/>
              </a:rPr>
              <a:t>することが</a:t>
            </a:r>
            <a:endParaRPr lang="en-US" altLang="ja-JP" sz="1600">
              <a:latin typeface="Meiryo UI"/>
              <a:ea typeface="Meiryo UI"/>
            </a:endParaRPr>
          </a:p>
          <a:p>
            <a:r>
              <a:rPr kumimoji="1" lang="ja-JP" altLang="en-US" sz="1600">
                <a:latin typeface="Meiryo UI"/>
                <a:ea typeface="Meiryo UI"/>
              </a:rPr>
              <a:t>可能と考えております。</a:t>
            </a:r>
          </a:p>
        </p:txBody>
      </p:sp>
      <p:sp>
        <p:nvSpPr>
          <p:cNvPr id="210" name="四角形: 角を丸くする 209">
            <a:extLst>
              <a:ext uri="{FF2B5EF4-FFF2-40B4-BE49-F238E27FC236}">
                <a16:creationId xmlns:a16="http://schemas.microsoft.com/office/drawing/2014/main" id="{5C8C1CA2-E6B0-D95E-B533-203BDA87677B}"/>
              </a:ext>
            </a:extLst>
          </p:cNvPr>
          <p:cNvSpPr/>
          <p:nvPr/>
        </p:nvSpPr>
        <p:spPr bwMode="auto">
          <a:xfrm>
            <a:off x="718280" y="6108896"/>
            <a:ext cx="10755441" cy="462919"/>
          </a:xfrm>
          <a:prstGeom prst="roundRect">
            <a:avLst>
              <a:gd name="adj" fmla="val 0"/>
            </a:avLst>
          </a:prstGeom>
          <a:solidFill>
            <a:srgbClr val="737373"/>
          </a:solidFill>
          <a:ln>
            <a:noFill/>
          </a:ln>
        </p:spPr>
        <p:style>
          <a:lnRef idx="2">
            <a:schemeClr val="accent2"/>
          </a:lnRef>
          <a:fillRef idx="1">
            <a:schemeClr val="lt1"/>
          </a:fillRef>
          <a:effectRef idx="0">
            <a:schemeClr val="accent2"/>
          </a:effectRef>
          <a:fontRef idx="minor">
            <a:schemeClr val="dk1"/>
          </a:fontRef>
        </p:style>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bg1"/>
                </a:solidFill>
                <a:latin typeface="Meiryo UI" panose="020B0604030504040204" pitchFamily="50" charset="-128"/>
                <a:ea typeface="Meiryo UI" panose="020B0604030504040204" pitchFamily="50" charset="-128"/>
              </a:rPr>
              <a:t>インプットデータの生成基盤の統一化と集約基盤（データレイク）</a:t>
            </a:r>
            <a:r>
              <a:rPr lang="en-US" altLang="ja-JP" b="1">
                <a:solidFill>
                  <a:schemeClr val="bg1"/>
                </a:solidFill>
                <a:latin typeface="Meiryo UI" panose="020B0604030504040204" pitchFamily="50" charset="-128"/>
                <a:ea typeface="Meiryo UI" panose="020B0604030504040204" pitchFamily="50" charset="-128"/>
              </a:rPr>
              <a:t>/</a:t>
            </a:r>
            <a:r>
              <a:rPr lang="ja-JP" altLang="en-US" b="1">
                <a:solidFill>
                  <a:schemeClr val="bg1"/>
                </a:solidFill>
                <a:latin typeface="Meiryo UI" panose="020B0604030504040204" pitchFamily="50" charset="-128"/>
                <a:ea typeface="Meiryo UI" panose="020B0604030504040204" pitchFamily="50" charset="-128"/>
              </a:rPr>
              <a:t>加工処理ができる基盤（データウェアハウス）を構築することを目指す</a:t>
            </a:r>
          </a:p>
        </p:txBody>
      </p:sp>
      <p:sp>
        <p:nvSpPr>
          <p:cNvPr id="211" name="二等辺三角形 210">
            <a:extLst>
              <a:ext uri="{FF2B5EF4-FFF2-40B4-BE49-F238E27FC236}">
                <a16:creationId xmlns:a16="http://schemas.microsoft.com/office/drawing/2014/main" id="{6F42F043-C8D5-60AD-F2EB-87FF61E5000D}"/>
              </a:ext>
            </a:extLst>
          </p:cNvPr>
          <p:cNvSpPr/>
          <p:nvPr/>
        </p:nvSpPr>
        <p:spPr bwMode="auto">
          <a:xfrm flipV="1">
            <a:off x="4708032" y="5667865"/>
            <a:ext cx="2775936" cy="307978"/>
          </a:xfrm>
          <a:prstGeom prst="triangle">
            <a:avLst/>
          </a:prstGeom>
          <a:solidFill>
            <a:srgbClr val="B3B3B3"/>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1" name="四角形: 角を丸くする 50">
            <a:extLst>
              <a:ext uri="{FF2B5EF4-FFF2-40B4-BE49-F238E27FC236}">
                <a16:creationId xmlns:a16="http://schemas.microsoft.com/office/drawing/2014/main" id="{062F741E-58A2-3A80-A904-E59913F7237A}"/>
              </a:ext>
            </a:extLst>
          </p:cNvPr>
          <p:cNvSpPr/>
          <p:nvPr/>
        </p:nvSpPr>
        <p:spPr bwMode="auto">
          <a:xfrm>
            <a:off x="1612285" y="1494202"/>
            <a:ext cx="4338323" cy="289706"/>
          </a:xfrm>
          <a:prstGeom prst="roundRect">
            <a:avLst>
              <a:gd name="adj" fmla="val 0"/>
            </a:avLst>
          </a:prstGeom>
          <a:noFill/>
          <a:ln w="19050">
            <a:noFill/>
          </a:ln>
        </p:spPr>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a:solidFill>
                  <a:schemeClr val="tx1">
                    <a:lumMod val="75000"/>
                    <a:lumOff val="25000"/>
                  </a:schemeClr>
                </a:solidFill>
                <a:latin typeface="Meiryo UI" panose="020B0604030504040204" pitchFamily="50" charset="-128"/>
                <a:ea typeface="Meiryo UI" panose="020B0604030504040204" pitchFamily="50" charset="-128"/>
              </a:rPr>
              <a:t>課題</a:t>
            </a:r>
          </a:p>
        </p:txBody>
      </p:sp>
      <p:cxnSp>
        <p:nvCxnSpPr>
          <p:cNvPr id="69" name="直線コネクタ 68">
            <a:extLst>
              <a:ext uri="{FF2B5EF4-FFF2-40B4-BE49-F238E27FC236}">
                <a16:creationId xmlns:a16="http://schemas.microsoft.com/office/drawing/2014/main" id="{9249F03F-50DB-E771-FD75-A539CE6FA939}"/>
              </a:ext>
            </a:extLst>
          </p:cNvPr>
          <p:cNvCxnSpPr>
            <a:cxnSpLocks/>
          </p:cNvCxnSpPr>
          <p:nvPr/>
        </p:nvCxnSpPr>
        <p:spPr bwMode="auto">
          <a:xfrm>
            <a:off x="1612345" y="1783908"/>
            <a:ext cx="4338203" cy="0"/>
          </a:xfrm>
          <a:prstGeom prst="line">
            <a:avLst/>
          </a:prstGeom>
          <a:noFill/>
          <a:ln w="9525" cap="flat" cmpd="sng" algn="ctr">
            <a:solidFill>
              <a:schemeClr val="tx1"/>
            </a:solidFill>
            <a:prstDash val="solid"/>
            <a:round/>
            <a:headEnd type="none" w="med" len="med"/>
            <a:tailEnd type="none" w="med" len="med"/>
          </a:ln>
          <a:effectLst/>
        </p:spPr>
      </p:cxnSp>
      <p:sp>
        <p:nvSpPr>
          <p:cNvPr id="120" name="四角形: 角を丸くする 119">
            <a:extLst>
              <a:ext uri="{FF2B5EF4-FFF2-40B4-BE49-F238E27FC236}">
                <a16:creationId xmlns:a16="http://schemas.microsoft.com/office/drawing/2014/main" id="{34A6D284-C0FA-0927-B7DB-AC6FF27AB348}"/>
              </a:ext>
            </a:extLst>
          </p:cNvPr>
          <p:cNvSpPr/>
          <p:nvPr/>
        </p:nvSpPr>
        <p:spPr bwMode="auto">
          <a:xfrm>
            <a:off x="716968" y="1494202"/>
            <a:ext cx="773801" cy="289706"/>
          </a:xfrm>
          <a:prstGeom prst="roundRect">
            <a:avLst>
              <a:gd name="adj" fmla="val 0"/>
            </a:avLst>
          </a:prstGeom>
          <a:noFill/>
          <a:ln w="19050">
            <a:noFill/>
          </a:ln>
        </p:spPr>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No.</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25" name="直線コネクタ 124">
            <a:extLst>
              <a:ext uri="{FF2B5EF4-FFF2-40B4-BE49-F238E27FC236}">
                <a16:creationId xmlns:a16="http://schemas.microsoft.com/office/drawing/2014/main" id="{A97F2A23-1357-A5CD-2AD3-FDF34F92A2EB}"/>
              </a:ext>
            </a:extLst>
          </p:cNvPr>
          <p:cNvCxnSpPr>
            <a:cxnSpLocks/>
          </p:cNvCxnSpPr>
          <p:nvPr/>
        </p:nvCxnSpPr>
        <p:spPr bwMode="auto">
          <a:xfrm>
            <a:off x="716978" y="1783908"/>
            <a:ext cx="773780" cy="0"/>
          </a:xfrm>
          <a:prstGeom prst="line">
            <a:avLst/>
          </a:prstGeom>
          <a:noFill/>
          <a:ln w="9525" cap="flat" cmpd="sng" algn="ctr">
            <a:solidFill>
              <a:schemeClr val="tx1"/>
            </a:solidFill>
            <a:prstDash val="solid"/>
            <a:round/>
            <a:headEnd type="none" w="med" len="med"/>
            <a:tailEnd type="none" w="med" len="med"/>
          </a:ln>
          <a:effectLst/>
        </p:spPr>
      </p:cxnSp>
      <p:sp>
        <p:nvSpPr>
          <p:cNvPr id="164" name="四角形: 角を丸くする 163">
            <a:extLst>
              <a:ext uri="{FF2B5EF4-FFF2-40B4-BE49-F238E27FC236}">
                <a16:creationId xmlns:a16="http://schemas.microsoft.com/office/drawing/2014/main" id="{26A670F3-32C2-3341-F45D-2493C3FC77C0}"/>
              </a:ext>
            </a:extLst>
          </p:cNvPr>
          <p:cNvSpPr/>
          <p:nvPr/>
        </p:nvSpPr>
        <p:spPr bwMode="auto">
          <a:xfrm>
            <a:off x="7314568" y="1494202"/>
            <a:ext cx="4160540" cy="289706"/>
          </a:xfrm>
          <a:prstGeom prst="roundRect">
            <a:avLst>
              <a:gd name="adj" fmla="val 0"/>
            </a:avLst>
          </a:prstGeom>
          <a:noFill/>
          <a:ln w="19050">
            <a:noFill/>
          </a:ln>
        </p:spPr>
        <p:txBody>
          <a:bodyPr rot="0" spcFirstLastPara="0" vert="horz" wrap="non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a:solidFill>
                  <a:schemeClr val="tx1">
                    <a:lumMod val="75000"/>
                    <a:lumOff val="25000"/>
                  </a:schemeClr>
                </a:solidFill>
                <a:latin typeface="Meiryo UI" panose="020B0604030504040204" pitchFamily="50" charset="-128"/>
                <a:ea typeface="Meiryo UI" panose="020B0604030504040204" pitchFamily="50" charset="-128"/>
              </a:rPr>
              <a:t>解決の方向性</a:t>
            </a:r>
          </a:p>
        </p:txBody>
      </p:sp>
      <p:cxnSp>
        <p:nvCxnSpPr>
          <p:cNvPr id="166" name="直線コネクタ 165">
            <a:extLst>
              <a:ext uri="{FF2B5EF4-FFF2-40B4-BE49-F238E27FC236}">
                <a16:creationId xmlns:a16="http://schemas.microsoft.com/office/drawing/2014/main" id="{2B3212CB-077A-9881-3972-811A13E393B7}"/>
              </a:ext>
            </a:extLst>
          </p:cNvPr>
          <p:cNvCxnSpPr>
            <a:cxnSpLocks/>
          </p:cNvCxnSpPr>
          <p:nvPr/>
        </p:nvCxnSpPr>
        <p:spPr bwMode="auto">
          <a:xfrm>
            <a:off x="7314625" y="1783908"/>
            <a:ext cx="4160425" cy="0"/>
          </a:xfrm>
          <a:prstGeom prst="line">
            <a:avLst/>
          </a:prstGeom>
          <a:noFill/>
          <a:ln w="9525" cap="flat" cmpd="sng" algn="ctr">
            <a:solidFill>
              <a:schemeClr val="tx1"/>
            </a:solidFill>
            <a:prstDash val="solid"/>
            <a:round/>
            <a:headEnd type="none" w="med" len="med"/>
            <a:tailEnd type="none" w="med" len="med"/>
          </a:ln>
          <a:effectLst/>
        </p:spPr>
      </p:cxnSp>
      <p:sp>
        <p:nvSpPr>
          <p:cNvPr id="165" name="四角形: 角を丸くする 164">
            <a:extLst>
              <a:ext uri="{FF2B5EF4-FFF2-40B4-BE49-F238E27FC236}">
                <a16:creationId xmlns:a16="http://schemas.microsoft.com/office/drawing/2014/main" id="{0D1B3F57-BDDB-43EA-0837-B1AF6DB53BB3}"/>
              </a:ext>
            </a:extLst>
          </p:cNvPr>
          <p:cNvSpPr/>
          <p:nvPr/>
        </p:nvSpPr>
        <p:spPr bwMode="auto">
          <a:xfrm>
            <a:off x="7314568" y="1854829"/>
            <a:ext cx="4160540" cy="1232587"/>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アウトプットのデータソース（取得チャネル）は統一する</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7" name="四角形: 角を丸くする 166">
            <a:extLst>
              <a:ext uri="{FF2B5EF4-FFF2-40B4-BE49-F238E27FC236}">
                <a16:creationId xmlns:a16="http://schemas.microsoft.com/office/drawing/2014/main" id="{91C8B047-B5A6-F800-FF6E-85A8C1405ACC}"/>
              </a:ext>
            </a:extLst>
          </p:cNvPr>
          <p:cNvSpPr/>
          <p:nvPr/>
        </p:nvSpPr>
        <p:spPr bwMode="auto">
          <a:xfrm>
            <a:off x="7314510" y="3078523"/>
            <a:ext cx="4160540" cy="1232587"/>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アウトプットのデータバリエーションを</a:t>
            </a:r>
            <a:br>
              <a:rPr lang="en-US" altLang="ja-JP" b="1">
                <a:solidFill>
                  <a:schemeClr val="tx1">
                    <a:lumMod val="75000"/>
                    <a:lumOff val="25000"/>
                  </a:schemeClr>
                </a:solidFill>
                <a:latin typeface="Meiryo UI" panose="020B0604030504040204" pitchFamily="50" charset="-128"/>
                <a:ea typeface="Meiryo UI" panose="020B0604030504040204" pitchFamily="50" charset="-128"/>
              </a:rPr>
            </a:br>
            <a:r>
              <a:rPr lang="ja-JP" altLang="en-US" b="1">
                <a:solidFill>
                  <a:schemeClr val="tx1">
                    <a:lumMod val="75000"/>
                    <a:lumOff val="25000"/>
                  </a:schemeClr>
                </a:solidFill>
                <a:latin typeface="Meiryo UI" panose="020B0604030504040204" pitchFamily="50" charset="-128"/>
                <a:ea typeface="Meiryo UI" panose="020B0604030504040204" pitchFamily="50" charset="-128"/>
              </a:rPr>
              <a:t>柔軟に増やせる基盤にする</a:t>
            </a:r>
          </a:p>
        </p:txBody>
      </p:sp>
      <p:sp>
        <p:nvSpPr>
          <p:cNvPr id="168" name="四角形: 角を丸くする 167">
            <a:extLst>
              <a:ext uri="{FF2B5EF4-FFF2-40B4-BE49-F238E27FC236}">
                <a16:creationId xmlns:a16="http://schemas.microsoft.com/office/drawing/2014/main" id="{19A8AA0D-5D71-B014-D233-128D787DD4D3}"/>
              </a:ext>
            </a:extLst>
          </p:cNvPr>
          <p:cNvSpPr/>
          <p:nvPr/>
        </p:nvSpPr>
        <p:spPr bwMode="auto">
          <a:xfrm>
            <a:off x="7314453" y="4302217"/>
            <a:ext cx="4160540" cy="1232587"/>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インプットデータが生成される基盤は統一させ、</a:t>
            </a:r>
            <a:endParaRPr lang="en-US" altLang="ja-JP" b="1">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リアルタイム性とデータフロー変更の柔軟性を高める</a:t>
            </a:r>
            <a:endParaRPr lang="en-US" altLang="ja-JP" b="1">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85" name="直線矢印コネクタ 17">
            <a:extLst>
              <a:ext uri="{FF2B5EF4-FFF2-40B4-BE49-F238E27FC236}">
                <a16:creationId xmlns:a16="http://schemas.microsoft.com/office/drawing/2014/main" id="{53F97A8B-2AA9-ED09-0313-BFF2CC7367BE}"/>
              </a:ext>
            </a:extLst>
          </p:cNvPr>
          <p:cNvCxnSpPr>
            <a:cxnSpLocks/>
            <a:stCxn id="52" idx="3"/>
            <a:endCxn id="165" idx="1"/>
          </p:cNvCxnSpPr>
          <p:nvPr/>
        </p:nvCxnSpPr>
        <p:spPr bwMode="auto">
          <a:xfrm>
            <a:off x="5950608" y="2058157"/>
            <a:ext cx="1363960" cy="412966"/>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cxnSp>
        <p:nvCxnSpPr>
          <p:cNvPr id="189" name="直線矢印コネクタ 17">
            <a:extLst>
              <a:ext uri="{FF2B5EF4-FFF2-40B4-BE49-F238E27FC236}">
                <a16:creationId xmlns:a16="http://schemas.microsoft.com/office/drawing/2014/main" id="{682B8719-715F-8240-6F65-FE18DA57D816}"/>
              </a:ext>
            </a:extLst>
          </p:cNvPr>
          <p:cNvCxnSpPr>
            <a:cxnSpLocks/>
            <a:stCxn id="99" idx="3"/>
            <a:endCxn id="165" idx="1"/>
          </p:cNvCxnSpPr>
          <p:nvPr/>
        </p:nvCxnSpPr>
        <p:spPr bwMode="auto">
          <a:xfrm>
            <a:off x="5950548" y="2462088"/>
            <a:ext cx="1364020" cy="9035"/>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cxnSp>
        <p:nvCxnSpPr>
          <p:cNvPr id="192" name="直線矢印コネクタ 17">
            <a:extLst>
              <a:ext uri="{FF2B5EF4-FFF2-40B4-BE49-F238E27FC236}">
                <a16:creationId xmlns:a16="http://schemas.microsoft.com/office/drawing/2014/main" id="{8AAC20F1-74D3-A7AE-6B44-EE7C770EEF3E}"/>
              </a:ext>
            </a:extLst>
          </p:cNvPr>
          <p:cNvCxnSpPr>
            <a:cxnSpLocks/>
            <a:stCxn id="100" idx="3"/>
            <a:endCxn id="167" idx="1"/>
          </p:cNvCxnSpPr>
          <p:nvPr/>
        </p:nvCxnSpPr>
        <p:spPr bwMode="auto">
          <a:xfrm>
            <a:off x="5950488" y="2866018"/>
            <a:ext cx="1364022" cy="828799"/>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cxnSp>
        <p:nvCxnSpPr>
          <p:cNvPr id="195" name="直線矢印コネクタ 17">
            <a:extLst>
              <a:ext uri="{FF2B5EF4-FFF2-40B4-BE49-F238E27FC236}">
                <a16:creationId xmlns:a16="http://schemas.microsoft.com/office/drawing/2014/main" id="{D7BA293F-E2EE-1F8C-00F3-747EB3B648A5}"/>
              </a:ext>
            </a:extLst>
          </p:cNvPr>
          <p:cNvCxnSpPr>
            <a:cxnSpLocks/>
            <a:stCxn id="109" idx="3"/>
            <a:endCxn id="167" idx="1"/>
          </p:cNvCxnSpPr>
          <p:nvPr/>
        </p:nvCxnSpPr>
        <p:spPr bwMode="auto">
          <a:xfrm flipV="1">
            <a:off x="5950249" y="3694817"/>
            <a:ext cx="1364261" cy="786923"/>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cxnSp>
        <p:nvCxnSpPr>
          <p:cNvPr id="199" name="直線矢印コネクタ 17">
            <a:extLst>
              <a:ext uri="{FF2B5EF4-FFF2-40B4-BE49-F238E27FC236}">
                <a16:creationId xmlns:a16="http://schemas.microsoft.com/office/drawing/2014/main" id="{ACCFD540-A715-8DCB-7CAA-151FC6E4676A}"/>
              </a:ext>
            </a:extLst>
          </p:cNvPr>
          <p:cNvCxnSpPr>
            <a:cxnSpLocks/>
            <a:stCxn id="101" idx="3"/>
            <a:endCxn id="167" idx="1"/>
          </p:cNvCxnSpPr>
          <p:nvPr/>
        </p:nvCxnSpPr>
        <p:spPr bwMode="auto">
          <a:xfrm>
            <a:off x="5950429" y="3269949"/>
            <a:ext cx="1364081" cy="424868"/>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cxnSp>
        <p:nvCxnSpPr>
          <p:cNvPr id="203" name="直線矢印コネクタ 17">
            <a:extLst>
              <a:ext uri="{FF2B5EF4-FFF2-40B4-BE49-F238E27FC236}">
                <a16:creationId xmlns:a16="http://schemas.microsoft.com/office/drawing/2014/main" id="{005BB1C2-46B7-95F0-23E4-938696CAD8BB}"/>
              </a:ext>
            </a:extLst>
          </p:cNvPr>
          <p:cNvCxnSpPr>
            <a:cxnSpLocks/>
            <a:stCxn id="104" idx="3"/>
            <a:endCxn id="165" idx="1"/>
          </p:cNvCxnSpPr>
          <p:nvPr/>
        </p:nvCxnSpPr>
        <p:spPr bwMode="auto">
          <a:xfrm flipV="1">
            <a:off x="5950369" y="2471123"/>
            <a:ext cx="1364199" cy="1202756"/>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cxnSp>
        <p:nvCxnSpPr>
          <p:cNvPr id="206" name="直線矢印コネクタ 17">
            <a:extLst>
              <a:ext uri="{FF2B5EF4-FFF2-40B4-BE49-F238E27FC236}">
                <a16:creationId xmlns:a16="http://schemas.microsoft.com/office/drawing/2014/main" id="{2849F098-BA30-400F-6860-F66A63F16C0A}"/>
              </a:ext>
            </a:extLst>
          </p:cNvPr>
          <p:cNvCxnSpPr>
            <a:cxnSpLocks/>
            <a:stCxn id="111" idx="3"/>
            <a:endCxn id="168" idx="1"/>
          </p:cNvCxnSpPr>
          <p:nvPr/>
        </p:nvCxnSpPr>
        <p:spPr bwMode="auto">
          <a:xfrm>
            <a:off x="5950189" y="4885671"/>
            <a:ext cx="1364264" cy="32840"/>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cxnSp>
        <p:nvCxnSpPr>
          <p:cNvPr id="212" name="直線矢印コネクタ 17">
            <a:extLst>
              <a:ext uri="{FF2B5EF4-FFF2-40B4-BE49-F238E27FC236}">
                <a16:creationId xmlns:a16="http://schemas.microsoft.com/office/drawing/2014/main" id="{320E300A-8A2D-6D83-F0B1-5F4049A7561A}"/>
              </a:ext>
            </a:extLst>
          </p:cNvPr>
          <p:cNvCxnSpPr>
            <a:cxnSpLocks/>
            <a:stCxn id="108" idx="3"/>
            <a:endCxn id="165" idx="1"/>
          </p:cNvCxnSpPr>
          <p:nvPr/>
        </p:nvCxnSpPr>
        <p:spPr bwMode="auto">
          <a:xfrm flipV="1">
            <a:off x="5950309" y="2471123"/>
            <a:ext cx="1364259" cy="1606687"/>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grpSp>
        <p:nvGrpSpPr>
          <p:cNvPr id="7" name="グループ化 6">
            <a:extLst>
              <a:ext uri="{FF2B5EF4-FFF2-40B4-BE49-F238E27FC236}">
                <a16:creationId xmlns:a16="http://schemas.microsoft.com/office/drawing/2014/main" id="{AB18E057-05C3-F03A-07AC-78E2DD5C20B1}"/>
              </a:ext>
            </a:extLst>
          </p:cNvPr>
          <p:cNvGrpSpPr/>
          <p:nvPr/>
        </p:nvGrpSpPr>
        <p:grpSpPr>
          <a:xfrm>
            <a:off x="716833" y="1854830"/>
            <a:ext cx="5233775" cy="3638097"/>
            <a:chOff x="716833" y="1854830"/>
            <a:chExt cx="5233775" cy="4141488"/>
          </a:xfrm>
        </p:grpSpPr>
        <p:sp>
          <p:nvSpPr>
            <p:cNvPr id="52" name="四角形: 角を丸くする 51">
              <a:extLst>
                <a:ext uri="{FF2B5EF4-FFF2-40B4-BE49-F238E27FC236}">
                  <a16:creationId xmlns:a16="http://schemas.microsoft.com/office/drawing/2014/main" id="{39F01FDE-E979-E3D3-923F-0A67F35F3489}"/>
                </a:ext>
              </a:extLst>
            </p:cNvPr>
            <p:cNvSpPr/>
            <p:nvPr/>
          </p:nvSpPr>
          <p:spPr bwMode="auto">
            <a:xfrm>
              <a:off x="1612285" y="1854830"/>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データの一貫性の欠如</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9" name="四角形: 角を丸くする 98">
              <a:extLst>
                <a:ext uri="{FF2B5EF4-FFF2-40B4-BE49-F238E27FC236}">
                  <a16:creationId xmlns:a16="http://schemas.microsoft.com/office/drawing/2014/main" id="{A9CEC7F1-8530-00C0-7167-E2B33BE78033}"/>
                </a:ext>
              </a:extLst>
            </p:cNvPr>
            <p:cNvSpPr/>
            <p:nvPr/>
          </p:nvSpPr>
          <p:spPr bwMode="auto">
            <a:xfrm>
              <a:off x="1612225" y="2314651"/>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データの品質のばらつき</a:t>
              </a:r>
            </a:p>
          </p:txBody>
        </p:sp>
        <p:sp>
          <p:nvSpPr>
            <p:cNvPr id="100" name="四角形: 角を丸くする 99">
              <a:extLst>
                <a:ext uri="{FF2B5EF4-FFF2-40B4-BE49-F238E27FC236}">
                  <a16:creationId xmlns:a16="http://schemas.microsoft.com/office/drawing/2014/main" id="{CBA6FDF1-E3EF-5BEF-EF17-AC1C35402922}"/>
                </a:ext>
              </a:extLst>
            </p:cNvPr>
            <p:cNvSpPr/>
            <p:nvPr/>
          </p:nvSpPr>
          <p:spPr bwMode="auto">
            <a:xfrm>
              <a:off x="1612165" y="2774472"/>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データフォーマットのばらつき</a:t>
              </a:r>
            </a:p>
          </p:txBody>
        </p:sp>
        <p:sp>
          <p:nvSpPr>
            <p:cNvPr id="101" name="四角形: 角を丸くする 100">
              <a:extLst>
                <a:ext uri="{FF2B5EF4-FFF2-40B4-BE49-F238E27FC236}">
                  <a16:creationId xmlns:a16="http://schemas.microsoft.com/office/drawing/2014/main" id="{F2F5E99A-EEB8-17E6-FD99-A70FA021481B}"/>
                </a:ext>
              </a:extLst>
            </p:cNvPr>
            <p:cNvSpPr/>
            <p:nvPr/>
          </p:nvSpPr>
          <p:spPr bwMode="auto">
            <a:xfrm>
              <a:off x="1612106" y="3234293"/>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データ整形に伴う高コスト構造体質</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四角形: 角を丸くする 103">
              <a:extLst>
                <a:ext uri="{FF2B5EF4-FFF2-40B4-BE49-F238E27FC236}">
                  <a16:creationId xmlns:a16="http://schemas.microsoft.com/office/drawing/2014/main" id="{29A16134-95A1-9E42-0F0C-150D9B655CC9}"/>
                </a:ext>
              </a:extLst>
            </p:cNvPr>
            <p:cNvSpPr/>
            <p:nvPr/>
          </p:nvSpPr>
          <p:spPr bwMode="auto">
            <a:xfrm>
              <a:off x="1612046" y="3694114"/>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データの整合性の欠如</a:t>
              </a:r>
            </a:p>
          </p:txBody>
        </p:sp>
        <p:sp>
          <p:nvSpPr>
            <p:cNvPr id="108" name="四角形: 角を丸くする 107">
              <a:extLst>
                <a:ext uri="{FF2B5EF4-FFF2-40B4-BE49-F238E27FC236}">
                  <a16:creationId xmlns:a16="http://schemas.microsoft.com/office/drawing/2014/main" id="{37595A6C-1163-C804-4337-F11A6E4FBBCF}"/>
                </a:ext>
              </a:extLst>
            </p:cNvPr>
            <p:cNvSpPr/>
            <p:nvPr/>
          </p:nvSpPr>
          <p:spPr bwMode="auto">
            <a:xfrm>
              <a:off x="1611986" y="4153935"/>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データ取得チャネルの統一性の欠如</a:t>
              </a:r>
            </a:p>
          </p:txBody>
        </p:sp>
        <p:sp>
          <p:nvSpPr>
            <p:cNvPr id="109" name="四角形: 角を丸くする 108">
              <a:extLst>
                <a:ext uri="{FF2B5EF4-FFF2-40B4-BE49-F238E27FC236}">
                  <a16:creationId xmlns:a16="http://schemas.microsoft.com/office/drawing/2014/main" id="{3E8561CD-ADD8-3F83-8246-510B52EB8A76}"/>
                </a:ext>
              </a:extLst>
            </p:cNvPr>
            <p:cNvSpPr/>
            <p:nvPr/>
          </p:nvSpPr>
          <p:spPr bwMode="auto">
            <a:xfrm>
              <a:off x="1611926" y="4613756"/>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データ加工の柔軟性の欠如</a:t>
              </a:r>
            </a:p>
          </p:txBody>
        </p:sp>
        <p:sp>
          <p:nvSpPr>
            <p:cNvPr id="111" name="四角形: 角を丸くする 110">
              <a:extLst>
                <a:ext uri="{FF2B5EF4-FFF2-40B4-BE49-F238E27FC236}">
                  <a16:creationId xmlns:a16="http://schemas.microsoft.com/office/drawing/2014/main" id="{BCF141E0-1650-54CB-2DE3-F40416C7C059}"/>
                </a:ext>
              </a:extLst>
            </p:cNvPr>
            <p:cNvSpPr/>
            <p:nvPr/>
          </p:nvSpPr>
          <p:spPr bwMode="auto">
            <a:xfrm>
              <a:off x="1611866" y="5073577"/>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基盤の差異によるデータ取得のリアルタイム性の欠如</a:t>
              </a:r>
            </a:p>
          </p:txBody>
        </p:sp>
        <p:sp>
          <p:nvSpPr>
            <p:cNvPr id="124" name="四角形: 角を丸くする 123">
              <a:extLst>
                <a:ext uri="{FF2B5EF4-FFF2-40B4-BE49-F238E27FC236}">
                  <a16:creationId xmlns:a16="http://schemas.microsoft.com/office/drawing/2014/main" id="{9DEF58E0-F213-4A60-DB5B-A4D93D23A4CD}"/>
                </a:ext>
              </a:extLst>
            </p:cNvPr>
            <p:cNvSpPr/>
            <p:nvPr/>
          </p:nvSpPr>
          <p:spPr bwMode="auto">
            <a:xfrm>
              <a:off x="716968" y="1854830"/>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1</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8" name="四角形: 角を丸くする 127">
              <a:extLst>
                <a:ext uri="{FF2B5EF4-FFF2-40B4-BE49-F238E27FC236}">
                  <a16:creationId xmlns:a16="http://schemas.microsoft.com/office/drawing/2014/main" id="{C883C0A5-2E96-6CB9-36A9-6A2A6AD06D3E}"/>
                </a:ext>
              </a:extLst>
            </p:cNvPr>
            <p:cNvSpPr/>
            <p:nvPr/>
          </p:nvSpPr>
          <p:spPr bwMode="auto">
            <a:xfrm>
              <a:off x="716957" y="2314651"/>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2</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1" name="四角形: 角を丸くする 130">
              <a:extLst>
                <a:ext uri="{FF2B5EF4-FFF2-40B4-BE49-F238E27FC236}">
                  <a16:creationId xmlns:a16="http://schemas.microsoft.com/office/drawing/2014/main" id="{97B28ADA-B437-4189-6E61-09A438354F29}"/>
                </a:ext>
              </a:extLst>
            </p:cNvPr>
            <p:cNvSpPr/>
            <p:nvPr/>
          </p:nvSpPr>
          <p:spPr bwMode="auto">
            <a:xfrm>
              <a:off x="716946" y="2774472"/>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3</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3" name="四角形: 角を丸くする 132">
              <a:extLst>
                <a:ext uri="{FF2B5EF4-FFF2-40B4-BE49-F238E27FC236}">
                  <a16:creationId xmlns:a16="http://schemas.microsoft.com/office/drawing/2014/main" id="{31CF1CD8-4A1A-3ED1-F51A-63D168BC6B60}"/>
                </a:ext>
              </a:extLst>
            </p:cNvPr>
            <p:cNvSpPr/>
            <p:nvPr/>
          </p:nvSpPr>
          <p:spPr bwMode="auto">
            <a:xfrm>
              <a:off x="716936" y="3234293"/>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4</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1" name="四角形: 角を丸くする 140">
              <a:extLst>
                <a:ext uri="{FF2B5EF4-FFF2-40B4-BE49-F238E27FC236}">
                  <a16:creationId xmlns:a16="http://schemas.microsoft.com/office/drawing/2014/main" id="{A6277E6C-FE12-0120-C6CC-E66A789C70A6}"/>
                </a:ext>
              </a:extLst>
            </p:cNvPr>
            <p:cNvSpPr/>
            <p:nvPr/>
          </p:nvSpPr>
          <p:spPr bwMode="auto">
            <a:xfrm>
              <a:off x="716925" y="3694114"/>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5</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2" name="四角形: 角を丸くする 141">
              <a:extLst>
                <a:ext uri="{FF2B5EF4-FFF2-40B4-BE49-F238E27FC236}">
                  <a16:creationId xmlns:a16="http://schemas.microsoft.com/office/drawing/2014/main" id="{DA76CAE8-EAE6-9D09-175B-267D51F0CFCA}"/>
                </a:ext>
              </a:extLst>
            </p:cNvPr>
            <p:cNvSpPr/>
            <p:nvPr/>
          </p:nvSpPr>
          <p:spPr bwMode="auto">
            <a:xfrm>
              <a:off x="716914" y="4153935"/>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6</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4" name="四角形: 角を丸くする 143">
              <a:extLst>
                <a:ext uri="{FF2B5EF4-FFF2-40B4-BE49-F238E27FC236}">
                  <a16:creationId xmlns:a16="http://schemas.microsoft.com/office/drawing/2014/main" id="{BC670114-A4D9-DAC2-E88C-A035E3C18DBF}"/>
                </a:ext>
              </a:extLst>
            </p:cNvPr>
            <p:cNvSpPr/>
            <p:nvPr/>
          </p:nvSpPr>
          <p:spPr bwMode="auto">
            <a:xfrm>
              <a:off x="716904" y="4613756"/>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7</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5" name="四角形: 角を丸くする 144">
              <a:extLst>
                <a:ext uri="{FF2B5EF4-FFF2-40B4-BE49-F238E27FC236}">
                  <a16:creationId xmlns:a16="http://schemas.microsoft.com/office/drawing/2014/main" id="{4F533403-E26A-819C-A0E9-56566191F439}"/>
                </a:ext>
              </a:extLst>
            </p:cNvPr>
            <p:cNvSpPr/>
            <p:nvPr/>
          </p:nvSpPr>
          <p:spPr bwMode="auto">
            <a:xfrm>
              <a:off x="716893" y="5073577"/>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8</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 name="四角形: 角を丸くする 2">
              <a:extLst>
                <a:ext uri="{FF2B5EF4-FFF2-40B4-BE49-F238E27FC236}">
                  <a16:creationId xmlns:a16="http://schemas.microsoft.com/office/drawing/2014/main" id="{E32E5DAD-E704-9FD1-E5C1-44FE90869E65}"/>
                </a:ext>
              </a:extLst>
            </p:cNvPr>
            <p:cNvSpPr/>
            <p:nvPr/>
          </p:nvSpPr>
          <p:spPr bwMode="auto">
            <a:xfrm>
              <a:off x="1611866" y="5533398"/>
              <a:ext cx="4338323"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基盤の差異によるデータフロー変更の柔軟性の欠如</a:t>
              </a:r>
            </a:p>
          </p:txBody>
        </p:sp>
        <p:sp>
          <p:nvSpPr>
            <p:cNvPr id="4" name="四角形: 角を丸くする 3">
              <a:extLst>
                <a:ext uri="{FF2B5EF4-FFF2-40B4-BE49-F238E27FC236}">
                  <a16:creationId xmlns:a16="http://schemas.microsoft.com/office/drawing/2014/main" id="{0E33C6EE-4FA9-6CC9-DB50-F35590E8AAE2}"/>
                </a:ext>
              </a:extLst>
            </p:cNvPr>
            <p:cNvSpPr/>
            <p:nvPr/>
          </p:nvSpPr>
          <p:spPr bwMode="auto">
            <a:xfrm>
              <a:off x="716833" y="5533398"/>
              <a:ext cx="773801" cy="462920"/>
            </a:xfrm>
            <a:prstGeom prst="roundRect">
              <a:avLst>
                <a:gd name="adj" fmla="val 0"/>
              </a:avLst>
            </a:prstGeom>
            <a:noFill/>
            <a:ln w="19050">
              <a:noFill/>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1pPr>
              <a:lvl2pPr marL="4572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2pPr>
              <a:lvl3pPr marL="9144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3pPr>
              <a:lvl4pPr marL="13716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4pPr>
              <a:lvl5pPr marL="1828800" algn="ctr" rtl="0" fontAlgn="base">
                <a:spcBef>
                  <a:spcPct val="0"/>
                </a:spcBef>
                <a:spcAft>
                  <a:spcPct val="0"/>
                </a:spcAft>
                <a:defRPr kumimoji="1" sz="14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1400" kern="1200">
                  <a:solidFill>
                    <a:schemeClr val="tx2"/>
                  </a:solidFill>
                  <a:latin typeface="HGPｺﾞｼｯｸE" pitchFamily="50" charset="-128"/>
                  <a:ea typeface="HGPｺﾞｼｯｸE" pitchFamily="50" charset="-128"/>
                  <a:cs typeface="+mn-cs"/>
                </a:defRPr>
              </a:lvl9pPr>
            </a:lstStyle>
            <a:p>
              <a:r>
                <a:rPr lang="en-US" altLang="ja-JP">
                  <a:solidFill>
                    <a:schemeClr val="tx1">
                      <a:lumMod val="75000"/>
                      <a:lumOff val="25000"/>
                    </a:schemeClr>
                  </a:solidFill>
                  <a:latin typeface="Meiryo UI" panose="020B0604030504040204" pitchFamily="50" charset="-128"/>
                  <a:ea typeface="Meiryo UI" panose="020B0604030504040204" pitchFamily="50" charset="-128"/>
                </a:rPr>
                <a:t>9</a:t>
              </a:r>
              <a:endParaRPr lang="ja-JP" altLang="en-US">
                <a:solidFill>
                  <a:schemeClr val="tx1">
                    <a:lumMod val="75000"/>
                    <a:lumOff val="25000"/>
                  </a:schemeClr>
                </a:solidFill>
                <a:latin typeface="Meiryo UI" panose="020B0604030504040204" pitchFamily="50" charset="-128"/>
                <a:ea typeface="Meiryo UI" panose="020B0604030504040204" pitchFamily="50" charset="-128"/>
              </a:endParaRPr>
            </a:p>
          </p:txBody>
        </p:sp>
      </p:grpSp>
      <p:cxnSp>
        <p:nvCxnSpPr>
          <p:cNvPr id="9" name="直線矢印コネクタ 17">
            <a:extLst>
              <a:ext uri="{FF2B5EF4-FFF2-40B4-BE49-F238E27FC236}">
                <a16:creationId xmlns:a16="http://schemas.microsoft.com/office/drawing/2014/main" id="{2A568307-3EFF-A84E-B682-5F689CCC6572}"/>
              </a:ext>
            </a:extLst>
          </p:cNvPr>
          <p:cNvCxnSpPr>
            <a:cxnSpLocks/>
            <a:stCxn id="3" idx="3"/>
            <a:endCxn id="168" idx="1"/>
          </p:cNvCxnSpPr>
          <p:nvPr/>
        </p:nvCxnSpPr>
        <p:spPr bwMode="auto">
          <a:xfrm flipV="1">
            <a:off x="5950189" y="4918511"/>
            <a:ext cx="1364264" cy="371090"/>
          </a:xfrm>
          <a:prstGeom prst="straightConnector1">
            <a:avLst/>
          </a:prstGeom>
          <a:noFill/>
          <a:ln w="9525" cap="flat" cmpd="sng" algn="ctr">
            <a:solidFill>
              <a:schemeClr val="tx1">
                <a:lumMod val="75000"/>
                <a:lumOff val="25000"/>
              </a:schemeClr>
            </a:solidFill>
            <a:prstDash val="dash"/>
            <a:round/>
            <a:headEnd type="oval" w="med" len="med"/>
            <a:tailEnd type="oval"/>
          </a:ln>
          <a:effectLst/>
        </p:spPr>
      </p:cxnSp>
      <p:sp>
        <p:nvSpPr>
          <p:cNvPr id="10" name="タイトル 5">
            <a:extLst>
              <a:ext uri="{FF2B5EF4-FFF2-40B4-BE49-F238E27FC236}">
                <a16:creationId xmlns:a16="http://schemas.microsoft.com/office/drawing/2014/main" id="{4FA8B49E-7C02-B15C-E7FB-75B6F5D68EB3}"/>
              </a:ext>
            </a:extLst>
          </p:cNvPr>
          <p:cNvSpPr txBox="1">
            <a:spLocks/>
          </p:cNvSpPr>
          <p:nvPr/>
        </p:nvSpPr>
        <p:spPr>
          <a:xfrm>
            <a:off x="160564" y="175927"/>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a:t>
            </a:r>
            <a:r>
              <a:rPr lang="ja-JP" altLang="en-US" b="0" kern="0"/>
              <a:t>　</a:t>
            </a:r>
            <a:r>
              <a:rPr lang="zh-TW" altLang="en-US" b="0" kern="0"/>
              <a:t>提案</a:t>
            </a:r>
            <a:r>
              <a:rPr lang="ja-JP" altLang="en-US" b="0" kern="0"/>
              <a:t>②</a:t>
            </a:r>
            <a:r>
              <a:rPr lang="en-US" altLang="ja-JP" sz="2400" b="0">
                <a:solidFill>
                  <a:schemeClr val="tx1"/>
                </a:solidFill>
                <a:latin typeface="Meiryo UI" panose="020B0604030504040204" pitchFamily="50" charset="-128"/>
                <a:ea typeface="Meiryo UI" panose="020B0604030504040204" pitchFamily="50" charset="-128"/>
              </a:rPr>
              <a:t>TDB</a:t>
            </a:r>
            <a:r>
              <a:rPr lang="ja-JP" altLang="en-US" sz="2400" b="0">
                <a:solidFill>
                  <a:schemeClr val="tx1"/>
                </a:solidFill>
                <a:latin typeface="Meiryo UI" panose="020B0604030504040204" pitchFamily="50" charset="-128"/>
                <a:ea typeface="Meiryo UI" panose="020B0604030504040204" pitchFamily="50" charset="-128"/>
              </a:rPr>
              <a:t>様全体のデータ課題に対するご提案</a:t>
            </a:r>
            <a:endParaRPr lang="zh-TW" altLang="en-US" b="0" kern="0"/>
          </a:p>
        </p:txBody>
      </p:sp>
    </p:spTree>
    <p:extLst>
      <p:ext uri="{BB962C8B-B14F-4D97-AF65-F5344CB8AC3E}">
        <p14:creationId xmlns:p14="http://schemas.microsoft.com/office/powerpoint/2010/main" val="2931866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834AF-F95C-CDBE-04E8-16EE9484CDA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7B6F333-9FF2-01A6-553A-D04701E347B2}"/>
              </a:ext>
            </a:extLst>
          </p:cNvPr>
          <p:cNvSpPr>
            <a:spLocks noGrp="1"/>
          </p:cNvSpPr>
          <p:nvPr>
            <p:ph type="sldNum" sz="quarter" idx="10"/>
          </p:nvPr>
        </p:nvSpPr>
        <p:spPr/>
        <p:txBody>
          <a:bodyPr/>
          <a:lstStyle/>
          <a:p>
            <a:pPr>
              <a:defRPr/>
            </a:pPr>
            <a:fld id="{B69A64E9-DEE1-40B5-88E8-A6C3DD001D0B}" type="slidenum">
              <a:rPr lang="en-US" altLang="ja-JP" smtClean="0"/>
              <a:pPr>
                <a:defRPr/>
              </a:pPr>
              <a:t>17</a:t>
            </a:fld>
            <a:endParaRPr lang="en-US" altLang="ja-JP"/>
          </a:p>
        </p:txBody>
      </p:sp>
      <p:cxnSp>
        <p:nvCxnSpPr>
          <p:cNvPr id="3" name="直線コネクタ 2">
            <a:extLst>
              <a:ext uri="{FF2B5EF4-FFF2-40B4-BE49-F238E27FC236}">
                <a16:creationId xmlns:a16="http://schemas.microsoft.com/office/drawing/2014/main" id="{42D7486C-561B-D8BC-DDA0-212DE8D57D86}"/>
              </a:ext>
            </a:extLst>
          </p:cNvPr>
          <p:cNvCxnSpPr>
            <a:cxnSpLocks/>
          </p:cNvCxnSpPr>
          <p:nvPr/>
        </p:nvCxnSpPr>
        <p:spPr bwMode="auto">
          <a:xfrm>
            <a:off x="459819" y="2074101"/>
            <a:ext cx="11252181" cy="0"/>
          </a:xfrm>
          <a:prstGeom prst="line">
            <a:avLst/>
          </a:prstGeom>
          <a:noFill/>
          <a:ln w="9525" cap="flat" cmpd="sng" algn="ctr">
            <a:solidFill>
              <a:schemeClr val="tx1"/>
            </a:solidFill>
            <a:prstDash val="solid"/>
            <a:round/>
            <a:headEnd type="none" w="med" len="med"/>
            <a:tailEnd type="none" w="med" len="med"/>
          </a:ln>
          <a:effectLst/>
        </p:spPr>
      </p:cxnSp>
      <p:grpSp>
        <p:nvGrpSpPr>
          <p:cNvPr id="13" name="グループ化 12">
            <a:extLst>
              <a:ext uri="{FF2B5EF4-FFF2-40B4-BE49-F238E27FC236}">
                <a16:creationId xmlns:a16="http://schemas.microsoft.com/office/drawing/2014/main" id="{8A8B801E-35E7-F294-52B3-08776734FB74}"/>
              </a:ext>
            </a:extLst>
          </p:cNvPr>
          <p:cNvGrpSpPr/>
          <p:nvPr/>
        </p:nvGrpSpPr>
        <p:grpSpPr>
          <a:xfrm>
            <a:off x="1823305" y="1666721"/>
            <a:ext cx="9290275" cy="360001"/>
            <a:chOff x="1358791" y="1666721"/>
            <a:chExt cx="10219302" cy="360001"/>
          </a:xfrm>
        </p:grpSpPr>
        <p:sp>
          <p:nvSpPr>
            <p:cNvPr id="4" name="矢印: 五方向 3">
              <a:extLst>
                <a:ext uri="{FF2B5EF4-FFF2-40B4-BE49-F238E27FC236}">
                  <a16:creationId xmlns:a16="http://schemas.microsoft.com/office/drawing/2014/main" id="{B63C4291-5DEF-71BF-7397-89FB3CBE58EC}"/>
                </a:ext>
              </a:extLst>
            </p:cNvPr>
            <p:cNvSpPr/>
            <p:nvPr/>
          </p:nvSpPr>
          <p:spPr bwMode="auto">
            <a:xfrm>
              <a:off x="135879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データ収集</a:t>
              </a:r>
            </a:p>
          </p:txBody>
        </p:sp>
        <p:sp>
          <p:nvSpPr>
            <p:cNvPr id="7" name="矢印: 五方向 6">
              <a:extLst>
                <a:ext uri="{FF2B5EF4-FFF2-40B4-BE49-F238E27FC236}">
                  <a16:creationId xmlns:a16="http://schemas.microsoft.com/office/drawing/2014/main" id="{A1437380-796C-ED49-6A38-6DE1F9E24F8D}"/>
                </a:ext>
              </a:extLst>
            </p:cNvPr>
            <p:cNvSpPr/>
            <p:nvPr/>
          </p:nvSpPr>
          <p:spPr bwMode="auto">
            <a:xfrm>
              <a:off x="392748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データ蓄積</a:t>
              </a:r>
            </a:p>
          </p:txBody>
        </p:sp>
        <p:sp>
          <p:nvSpPr>
            <p:cNvPr id="8" name="矢印: 五方向 7">
              <a:extLst>
                <a:ext uri="{FF2B5EF4-FFF2-40B4-BE49-F238E27FC236}">
                  <a16:creationId xmlns:a16="http://schemas.microsoft.com/office/drawing/2014/main" id="{4749294B-4808-579E-16AD-AB5820F85AEB}"/>
                </a:ext>
              </a:extLst>
            </p:cNvPr>
            <p:cNvSpPr/>
            <p:nvPr/>
          </p:nvSpPr>
          <p:spPr bwMode="auto">
            <a:xfrm>
              <a:off x="649617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データ加工</a:t>
              </a:r>
            </a:p>
          </p:txBody>
        </p:sp>
        <p:sp>
          <p:nvSpPr>
            <p:cNvPr id="9" name="矢印: 五方向 8">
              <a:extLst>
                <a:ext uri="{FF2B5EF4-FFF2-40B4-BE49-F238E27FC236}">
                  <a16:creationId xmlns:a16="http://schemas.microsoft.com/office/drawing/2014/main" id="{6B26B68A-CF92-055A-2C98-DD540EF94081}"/>
                </a:ext>
              </a:extLst>
            </p:cNvPr>
            <p:cNvSpPr/>
            <p:nvPr/>
          </p:nvSpPr>
          <p:spPr bwMode="auto">
            <a:xfrm>
              <a:off x="906486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データ提供</a:t>
              </a:r>
            </a:p>
          </p:txBody>
        </p:sp>
      </p:grpSp>
      <p:cxnSp>
        <p:nvCxnSpPr>
          <p:cNvPr id="26" name="直線コネクタ 25">
            <a:extLst>
              <a:ext uri="{FF2B5EF4-FFF2-40B4-BE49-F238E27FC236}">
                <a16:creationId xmlns:a16="http://schemas.microsoft.com/office/drawing/2014/main" id="{5DD8C73B-7D35-3BBB-093E-0F53FC13BE81}"/>
              </a:ext>
            </a:extLst>
          </p:cNvPr>
          <p:cNvCxnSpPr>
            <a:cxnSpLocks/>
          </p:cNvCxnSpPr>
          <p:nvPr/>
        </p:nvCxnSpPr>
        <p:spPr bwMode="auto">
          <a:xfrm>
            <a:off x="459819" y="3731451"/>
            <a:ext cx="11252181" cy="0"/>
          </a:xfrm>
          <a:prstGeom prst="line">
            <a:avLst/>
          </a:prstGeom>
          <a:noFill/>
          <a:ln w="9525" cap="flat" cmpd="sng" algn="ctr">
            <a:solidFill>
              <a:schemeClr val="tx1"/>
            </a:solidFill>
            <a:prstDash val="solid"/>
            <a:round/>
            <a:headEnd type="none" w="med" len="med"/>
            <a:tailEnd type="none" w="med" len="med"/>
          </a:ln>
          <a:effectLst/>
        </p:spPr>
      </p:cxnSp>
      <p:sp>
        <p:nvSpPr>
          <p:cNvPr id="10" name="矢印: 五方向 9">
            <a:extLst>
              <a:ext uri="{FF2B5EF4-FFF2-40B4-BE49-F238E27FC236}">
                <a16:creationId xmlns:a16="http://schemas.microsoft.com/office/drawing/2014/main" id="{0CCFA39C-7387-B6FF-CCD3-E88A7BBED482}"/>
              </a:ext>
            </a:extLst>
          </p:cNvPr>
          <p:cNvSpPr/>
          <p:nvPr/>
        </p:nvSpPr>
        <p:spPr bwMode="auto">
          <a:xfrm>
            <a:off x="1823304" y="2121480"/>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統合</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DB</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矢印: 五方向 13">
            <a:extLst>
              <a:ext uri="{FF2B5EF4-FFF2-40B4-BE49-F238E27FC236}">
                <a16:creationId xmlns:a16="http://schemas.microsoft.com/office/drawing/2014/main" id="{93FF0019-E57B-D535-A5AF-E2B597BD0DA5}"/>
              </a:ext>
            </a:extLst>
          </p:cNvPr>
          <p:cNvSpPr/>
          <p:nvPr/>
        </p:nvSpPr>
        <p:spPr bwMode="auto">
          <a:xfrm>
            <a:off x="767559" y="2121480"/>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CCR</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紙</a:t>
            </a:r>
          </a:p>
        </p:txBody>
      </p:sp>
      <p:sp>
        <p:nvSpPr>
          <p:cNvPr id="15" name="矢印: 五方向 14">
            <a:extLst>
              <a:ext uri="{FF2B5EF4-FFF2-40B4-BE49-F238E27FC236}">
                <a16:creationId xmlns:a16="http://schemas.microsoft.com/office/drawing/2014/main" id="{2F3DEC03-0343-8BEC-02D1-4E638D6CE413}"/>
              </a:ext>
            </a:extLst>
          </p:cNvPr>
          <p:cNvSpPr/>
          <p:nvPr/>
        </p:nvSpPr>
        <p:spPr bwMode="auto">
          <a:xfrm>
            <a:off x="767559" y="2521173"/>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C-NET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矢印: 五方向 15">
            <a:extLst>
              <a:ext uri="{FF2B5EF4-FFF2-40B4-BE49-F238E27FC236}">
                <a16:creationId xmlns:a16="http://schemas.microsoft.com/office/drawing/2014/main" id="{0EFAAAAB-68CC-ACF4-3E00-6A24AD945362}"/>
              </a:ext>
            </a:extLst>
          </p:cNvPr>
          <p:cNvSpPr/>
          <p:nvPr/>
        </p:nvSpPr>
        <p:spPr bwMode="auto">
          <a:xfrm>
            <a:off x="767559" y="2920866"/>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CUSTOM</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矢印: 五方向 16">
            <a:extLst>
              <a:ext uri="{FF2B5EF4-FFF2-40B4-BE49-F238E27FC236}">
                <a16:creationId xmlns:a16="http://schemas.microsoft.com/office/drawing/2014/main" id="{EBCD2A2F-FF01-5D81-BF4C-32B110140117}"/>
              </a:ext>
            </a:extLst>
          </p:cNvPr>
          <p:cNvSpPr/>
          <p:nvPr/>
        </p:nvSpPr>
        <p:spPr bwMode="auto">
          <a:xfrm>
            <a:off x="767559" y="3320558"/>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SAS</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矢印: 五方向 17">
            <a:extLst>
              <a:ext uri="{FF2B5EF4-FFF2-40B4-BE49-F238E27FC236}">
                <a16:creationId xmlns:a16="http://schemas.microsoft.com/office/drawing/2014/main" id="{B119963A-1531-A9F8-29A5-243B78D21DB1}"/>
              </a:ext>
            </a:extLst>
          </p:cNvPr>
          <p:cNvSpPr/>
          <p:nvPr/>
        </p:nvSpPr>
        <p:spPr bwMode="auto">
          <a:xfrm>
            <a:off x="6493652" y="2121480"/>
            <a:ext cx="2284756" cy="360001"/>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矢印: 五方向 18">
            <a:extLst>
              <a:ext uri="{FF2B5EF4-FFF2-40B4-BE49-F238E27FC236}">
                <a16:creationId xmlns:a16="http://schemas.microsoft.com/office/drawing/2014/main" id="{CA60AD5C-182C-890C-C27E-E8ECC2AE097B}"/>
              </a:ext>
            </a:extLst>
          </p:cNvPr>
          <p:cNvSpPr/>
          <p:nvPr/>
        </p:nvSpPr>
        <p:spPr bwMode="auto">
          <a:xfrm>
            <a:off x="8828824" y="2121480"/>
            <a:ext cx="2284756" cy="360001"/>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紙出力</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矢印: 五方向 19">
            <a:extLst>
              <a:ext uri="{FF2B5EF4-FFF2-40B4-BE49-F238E27FC236}">
                <a16:creationId xmlns:a16="http://schemas.microsoft.com/office/drawing/2014/main" id="{AB2CEF85-4B66-B81E-8BC2-F95842E36A14}"/>
              </a:ext>
            </a:extLst>
          </p:cNvPr>
          <p:cNvSpPr/>
          <p:nvPr/>
        </p:nvSpPr>
        <p:spPr bwMode="auto">
          <a:xfrm>
            <a:off x="1823303" y="2521173"/>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統合</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DB </a:t>
            </a: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C-NET DB </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矢印: 五方向 20">
            <a:extLst>
              <a:ext uri="{FF2B5EF4-FFF2-40B4-BE49-F238E27FC236}">
                <a16:creationId xmlns:a16="http://schemas.microsoft.com/office/drawing/2014/main" id="{D6F87AAB-FB8F-8794-7673-C8EBEEC4D824}"/>
              </a:ext>
            </a:extLst>
          </p:cNvPr>
          <p:cNvSpPr/>
          <p:nvPr/>
        </p:nvSpPr>
        <p:spPr bwMode="auto">
          <a:xfrm>
            <a:off x="6493651" y="2521173"/>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C-NET</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22" name="矢印: 五方向 21">
            <a:extLst>
              <a:ext uri="{FF2B5EF4-FFF2-40B4-BE49-F238E27FC236}">
                <a16:creationId xmlns:a16="http://schemas.microsoft.com/office/drawing/2014/main" id="{5DD3ECC6-DCAD-EB90-DAB3-7E062C916A08}"/>
              </a:ext>
            </a:extLst>
          </p:cNvPr>
          <p:cNvSpPr/>
          <p:nvPr/>
        </p:nvSpPr>
        <p:spPr bwMode="auto">
          <a:xfrm>
            <a:off x="1823303" y="2920866"/>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統合</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DB</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CUSTOM</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矢印: 五方向 22">
            <a:extLst>
              <a:ext uri="{FF2B5EF4-FFF2-40B4-BE49-F238E27FC236}">
                <a16:creationId xmlns:a16="http://schemas.microsoft.com/office/drawing/2014/main" id="{8A5CC876-C859-7AAF-3E33-55F931D0D908}"/>
              </a:ext>
            </a:extLst>
          </p:cNvPr>
          <p:cNvSpPr/>
          <p:nvPr/>
        </p:nvSpPr>
        <p:spPr bwMode="auto">
          <a:xfrm>
            <a:off x="6493650" y="2920865"/>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CUSTOM</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24" name="矢印: 五方向 23">
            <a:extLst>
              <a:ext uri="{FF2B5EF4-FFF2-40B4-BE49-F238E27FC236}">
                <a16:creationId xmlns:a16="http://schemas.microsoft.com/office/drawing/2014/main" id="{128E4828-4169-D525-3C31-B2C8B130DD2F}"/>
              </a:ext>
            </a:extLst>
          </p:cNvPr>
          <p:cNvSpPr/>
          <p:nvPr/>
        </p:nvSpPr>
        <p:spPr bwMode="auto">
          <a:xfrm>
            <a:off x="1823303" y="3320558"/>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SAS</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矢印: 五方向 24">
            <a:extLst>
              <a:ext uri="{FF2B5EF4-FFF2-40B4-BE49-F238E27FC236}">
                <a16:creationId xmlns:a16="http://schemas.microsoft.com/office/drawing/2014/main" id="{5782D351-7B53-8D79-0098-95B7522E18C2}"/>
              </a:ext>
            </a:extLst>
          </p:cNvPr>
          <p:cNvSpPr/>
          <p:nvPr/>
        </p:nvSpPr>
        <p:spPr bwMode="auto">
          <a:xfrm>
            <a:off x="6493650" y="3320558"/>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SAS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27" name="矢印: 五方向 26">
            <a:extLst>
              <a:ext uri="{FF2B5EF4-FFF2-40B4-BE49-F238E27FC236}">
                <a16:creationId xmlns:a16="http://schemas.microsoft.com/office/drawing/2014/main" id="{E2B10F85-35E8-8635-8083-05594967FA8D}"/>
              </a:ext>
            </a:extLst>
          </p:cNvPr>
          <p:cNvSpPr/>
          <p:nvPr/>
        </p:nvSpPr>
        <p:spPr bwMode="auto">
          <a:xfrm>
            <a:off x="152400" y="2121480"/>
            <a:ext cx="789842" cy="1559079"/>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b="1" err="1">
                <a:solidFill>
                  <a:schemeClr val="tx1">
                    <a:lumMod val="75000"/>
                    <a:lumOff val="25000"/>
                  </a:schemeClr>
                </a:solidFill>
                <a:latin typeface="Meiryo UI" panose="020B0604030504040204" pitchFamily="50" charset="-128"/>
                <a:ea typeface="Meiryo UI" panose="020B0604030504040204" pitchFamily="50" charset="-128"/>
              </a:rPr>
              <a:t>asis</a:t>
            </a:r>
            <a:endParaRPr kumimoji="1" lang="ja-JP" altLang="en-US"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矢印: 五方向 29">
            <a:extLst>
              <a:ext uri="{FF2B5EF4-FFF2-40B4-BE49-F238E27FC236}">
                <a16:creationId xmlns:a16="http://schemas.microsoft.com/office/drawing/2014/main" id="{FCA75CA2-3E3B-968E-9CB2-6A994335F029}"/>
              </a:ext>
            </a:extLst>
          </p:cNvPr>
          <p:cNvSpPr/>
          <p:nvPr/>
        </p:nvSpPr>
        <p:spPr bwMode="auto">
          <a:xfrm>
            <a:off x="1823305" y="4207831"/>
            <a:ext cx="2284754" cy="1559077"/>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 </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矢印: 五方向 30">
            <a:extLst>
              <a:ext uri="{FF2B5EF4-FFF2-40B4-BE49-F238E27FC236}">
                <a16:creationId xmlns:a16="http://schemas.microsoft.com/office/drawing/2014/main" id="{1ED55971-AAB6-1B6F-7AE8-21EB2CD43D27}"/>
              </a:ext>
            </a:extLst>
          </p:cNvPr>
          <p:cNvSpPr/>
          <p:nvPr/>
        </p:nvSpPr>
        <p:spPr bwMode="auto">
          <a:xfrm>
            <a:off x="767559" y="4207831"/>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CCR</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紙</a:t>
            </a:r>
          </a:p>
        </p:txBody>
      </p:sp>
      <p:sp>
        <p:nvSpPr>
          <p:cNvPr id="32" name="矢印: 五方向 31">
            <a:extLst>
              <a:ext uri="{FF2B5EF4-FFF2-40B4-BE49-F238E27FC236}">
                <a16:creationId xmlns:a16="http://schemas.microsoft.com/office/drawing/2014/main" id="{B72820AA-1EDF-58C2-1D05-8BCEB6D20E4C}"/>
              </a:ext>
            </a:extLst>
          </p:cNvPr>
          <p:cNvSpPr/>
          <p:nvPr/>
        </p:nvSpPr>
        <p:spPr bwMode="auto">
          <a:xfrm>
            <a:off x="767559" y="4607524"/>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C-NET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矢印: 五方向 32">
            <a:extLst>
              <a:ext uri="{FF2B5EF4-FFF2-40B4-BE49-F238E27FC236}">
                <a16:creationId xmlns:a16="http://schemas.microsoft.com/office/drawing/2014/main" id="{AE984D04-5EFF-C741-F2F5-3422857EE26A}"/>
              </a:ext>
            </a:extLst>
          </p:cNvPr>
          <p:cNvSpPr/>
          <p:nvPr/>
        </p:nvSpPr>
        <p:spPr bwMode="auto">
          <a:xfrm>
            <a:off x="767559" y="5007217"/>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CUSTOM</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矢印: 五方向 33">
            <a:extLst>
              <a:ext uri="{FF2B5EF4-FFF2-40B4-BE49-F238E27FC236}">
                <a16:creationId xmlns:a16="http://schemas.microsoft.com/office/drawing/2014/main" id="{40801A41-0F36-18A4-5F91-F0118F122953}"/>
              </a:ext>
            </a:extLst>
          </p:cNvPr>
          <p:cNvSpPr/>
          <p:nvPr/>
        </p:nvSpPr>
        <p:spPr bwMode="auto">
          <a:xfrm>
            <a:off x="767559" y="5406909"/>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SAS</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矢印: 五方向 35">
            <a:extLst>
              <a:ext uri="{FF2B5EF4-FFF2-40B4-BE49-F238E27FC236}">
                <a16:creationId xmlns:a16="http://schemas.microsoft.com/office/drawing/2014/main" id="{2706CE58-95D1-8E9B-5E56-C0E3EFB68415}"/>
              </a:ext>
            </a:extLst>
          </p:cNvPr>
          <p:cNvSpPr/>
          <p:nvPr/>
        </p:nvSpPr>
        <p:spPr bwMode="auto">
          <a:xfrm>
            <a:off x="8828824" y="4207831"/>
            <a:ext cx="2284756" cy="360001"/>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紙出力</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(BI</a:t>
            </a: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矢印: 五方向 37">
            <a:extLst>
              <a:ext uri="{FF2B5EF4-FFF2-40B4-BE49-F238E27FC236}">
                <a16:creationId xmlns:a16="http://schemas.microsoft.com/office/drawing/2014/main" id="{124EC114-B277-E392-0158-0BA56C9E011B}"/>
              </a:ext>
            </a:extLst>
          </p:cNvPr>
          <p:cNvSpPr/>
          <p:nvPr/>
        </p:nvSpPr>
        <p:spPr bwMode="auto">
          <a:xfrm>
            <a:off x="8828824" y="4607524"/>
            <a:ext cx="2284756"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C-NET</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40" name="矢印: 五方向 39">
            <a:extLst>
              <a:ext uri="{FF2B5EF4-FFF2-40B4-BE49-F238E27FC236}">
                <a16:creationId xmlns:a16="http://schemas.microsoft.com/office/drawing/2014/main" id="{3A2C7108-A43B-EA37-1260-75EB8A5F4BFA}"/>
              </a:ext>
            </a:extLst>
          </p:cNvPr>
          <p:cNvSpPr/>
          <p:nvPr/>
        </p:nvSpPr>
        <p:spPr bwMode="auto">
          <a:xfrm>
            <a:off x="8828823" y="5007216"/>
            <a:ext cx="2284756"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CUSTOM</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42" name="矢印: 五方向 41">
            <a:extLst>
              <a:ext uri="{FF2B5EF4-FFF2-40B4-BE49-F238E27FC236}">
                <a16:creationId xmlns:a16="http://schemas.microsoft.com/office/drawing/2014/main" id="{76F3B7A7-9773-79B5-5960-EAFEA68C2C68}"/>
              </a:ext>
            </a:extLst>
          </p:cNvPr>
          <p:cNvSpPr/>
          <p:nvPr/>
        </p:nvSpPr>
        <p:spPr bwMode="auto">
          <a:xfrm>
            <a:off x="8828823" y="5406909"/>
            <a:ext cx="2284756"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SAS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43" name="矢印: 五方向 42">
            <a:extLst>
              <a:ext uri="{FF2B5EF4-FFF2-40B4-BE49-F238E27FC236}">
                <a16:creationId xmlns:a16="http://schemas.microsoft.com/office/drawing/2014/main" id="{6C555BAE-1895-F5F2-182C-410C4FAF2EE8}"/>
              </a:ext>
            </a:extLst>
          </p:cNvPr>
          <p:cNvSpPr/>
          <p:nvPr/>
        </p:nvSpPr>
        <p:spPr bwMode="auto">
          <a:xfrm>
            <a:off x="152400" y="4207831"/>
            <a:ext cx="789842" cy="1559078"/>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en-US" altLang="ja-JP" sz="1400" b="1" err="1">
                <a:solidFill>
                  <a:schemeClr val="tx1">
                    <a:lumMod val="75000"/>
                    <a:lumOff val="25000"/>
                  </a:schemeClr>
                </a:solidFill>
                <a:latin typeface="Meiryo UI" panose="020B0604030504040204" pitchFamily="50" charset="-128"/>
                <a:ea typeface="Meiryo UI" panose="020B0604030504040204" pitchFamily="50" charset="-128"/>
              </a:rPr>
              <a:t>tobe</a:t>
            </a:r>
            <a:endParaRPr kumimoji="1" lang="ja-JP" altLang="en-US"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4" name="矢印: 五方向 43">
            <a:extLst>
              <a:ext uri="{FF2B5EF4-FFF2-40B4-BE49-F238E27FC236}">
                <a16:creationId xmlns:a16="http://schemas.microsoft.com/office/drawing/2014/main" id="{BA794342-620E-AC29-0130-4EF9660C7655}"/>
              </a:ext>
            </a:extLst>
          </p:cNvPr>
          <p:cNvSpPr/>
          <p:nvPr/>
        </p:nvSpPr>
        <p:spPr bwMode="auto">
          <a:xfrm>
            <a:off x="1823302" y="3731450"/>
            <a:ext cx="9290277" cy="433431"/>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p>
        </p:txBody>
      </p:sp>
      <p:cxnSp>
        <p:nvCxnSpPr>
          <p:cNvPr id="45" name="直線コネクタ 44">
            <a:extLst>
              <a:ext uri="{FF2B5EF4-FFF2-40B4-BE49-F238E27FC236}">
                <a16:creationId xmlns:a16="http://schemas.microsoft.com/office/drawing/2014/main" id="{F5DDE5E7-3CCA-A143-A91D-B3FA8340146F}"/>
              </a:ext>
            </a:extLst>
          </p:cNvPr>
          <p:cNvCxnSpPr>
            <a:cxnSpLocks/>
          </p:cNvCxnSpPr>
          <p:nvPr/>
        </p:nvCxnSpPr>
        <p:spPr bwMode="auto">
          <a:xfrm>
            <a:off x="459819" y="4164882"/>
            <a:ext cx="11252181" cy="0"/>
          </a:xfrm>
          <a:prstGeom prst="line">
            <a:avLst/>
          </a:prstGeom>
          <a:noFill/>
          <a:ln w="9525" cap="flat" cmpd="sng" algn="ctr">
            <a:solidFill>
              <a:schemeClr val="tx1"/>
            </a:solidFill>
            <a:prstDash val="solid"/>
            <a:round/>
            <a:headEnd type="none" w="med" len="med"/>
            <a:tailEnd type="none" w="med" len="med"/>
          </a:ln>
          <a:effectLst/>
        </p:spPr>
      </p:cxnSp>
      <p:cxnSp>
        <p:nvCxnSpPr>
          <p:cNvPr id="47" name="直線コネクタ 46">
            <a:extLst>
              <a:ext uri="{FF2B5EF4-FFF2-40B4-BE49-F238E27FC236}">
                <a16:creationId xmlns:a16="http://schemas.microsoft.com/office/drawing/2014/main" id="{E594B48E-83CF-D6E0-C512-4E538AA8082B}"/>
              </a:ext>
            </a:extLst>
          </p:cNvPr>
          <p:cNvCxnSpPr>
            <a:cxnSpLocks/>
          </p:cNvCxnSpPr>
          <p:nvPr/>
        </p:nvCxnSpPr>
        <p:spPr bwMode="auto">
          <a:xfrm>
            <a:off x="459819" y="5812707"/>
            <a:ext cx="11252181" cy="0"/>
          </a:xfrm>
          <a:prstGeom prst="line">
            <a:avLst/>
          </a:prstGeom>
          <a:noFill/>
          <a:ln w="9525" cap="flat" cmpd="sng" algn="ctr">
            <a:solidFill>
              <a:schemeClr val="tx1"/>
            </a:solidFill>
            <a:prstDash val="solid"/>
            <a:round/>
            <a:headEnd type="none" w="med" len="med"/>
            <a:tailEnd type="none" w="med" len="med"/>
          </a:ln>
          <a:effectLst/>
        </p:spPr>
      </p:cxnSp>
      <p:grpSp>
        <p:nvGrpSpPr>
          <p:cNvPr id="55" name="グループ化 54">
            <a:extLst>
              <a:ext uri="{FF2B5EF4-FFF2-40B4-BE49-F238E27FC236}">
                <a16:creationId xmlns:a16="http://schemas.microsoft.com/office/drawing/2014/main" id="{7A17A641-A03F-68E1-33A9-BBD85444AAC4}"/>
              </a:ext>
            </a:extLst>
          </p:cNvPr>
          <p:cNvGrpSpPr/>
          <p:nvPr/>
        </p:nvGrpSpPr>
        <p:grpSpPr>
          <a:xfrm>
            <a:off x="4158476" y="4207831"/>
            <a:ext cx="2284754" cy="1559077"/>
            <a:chOff x="4158476" y="4207831"/>
            <a:chExt cx="2284754" cy="1559077"/>
          </a:xfrm>
        </p:grpSpPr>
        <p:grpSp>
          <p:nvGrpSpPr>
            <p:cNvPr id="50" name="グループ化 49">
              <a:extLst>
                <a:ext uri="{FF2B5EF4-FFF2-40B4-BE49-F238E27FC236}">
                  <a16:creationId xmlns:a16="http://schemas.microsoft.com/office/drawing/2014/main" id="{232260E5-DD9B-9CE6-AB24-FB32CA9F9538}"/>
                </a:ext>
              </a:extLst>
            </p:cNvPr>
            <p:cNvGrpSpPr/>
            <p:nvPr/>
          </p:nvGrpSpPr>
          <p:grpSpPr>
            <a:xfrm>
              <a:off x="4158476" y="4207831"/>
              <a:ext cx="2284754" cy="1559077"/>
              <a:chOff x="4158475" y="4207831"/>
              <a:chExt cx="2335175" cy="1559077"/>
            </a:xfrm>
          </p:grpSpPr>
          <p:sp>
            <p:nvSpPr>
              <p:cNvPr id="48" name="直角三角形 47">
                <a:extLst>
                  <a:ext uri="{FF2B5EF4-FFF2-40B4-BE49-F238E27FC236}">
                    <a16:creationId xmlns:a16="http://schemas.microsoft.com/office/drawing/2014/main" id="{470CF9BE-9445-4EAC-75D1-1A054EA39FF0}"/>
                  </a:ext>
                </a:extLst>
              </p:cNvPr>
              <p:cNvSpPr/>
              <p:nvPr/>
            </p:nvSpPr>
            <p:spPr bwMode="auto">
              <a:xfrm>
                <a:off x="4158475" y="4207831"/>
                <a:ext cx="2335174" cy="1559077"/>
              </a:xfrm>
              <a:prstGeom prst="rtTriangle">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直角三角形 48">
                <a:extLst>
                  <a:ext uri="{FF2B5EF4-FFF2-40B4-BE49-F238E27FC236}">
                    <a16:creationId xmlns:a16="http://schemas.microsoft.com/office/drawing/2014/main" id="{2338E6A5-E128-0B72-2EE3-38CF62F03755}"/>
                  </a:ext>
                </a:extLst>
              </p:cNvPr>
              <p:cNvSpPr/>
              <p:nvPr/>
            </p:nvSpPr>
            <p:spPr bwMode="auto">
              <a:xfrm rot="10800000">
                <a:off x="4158476" y="4207831"/>
                <a:ext cx="2335174" cy="1559077"/>
              </a:xfrm>
              <a:prstGeom prst="rtTriangle">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53" name="矢印: 五方向 52">
              <a:extLst>
                <a:ext uri="{FF2B5EF4-FFF2-40B4-BE49-F238E27FC236}">
                  <a16:creationId xmlns:a16="http://schemas.microsoft.com/office/drawing/2014/main" id="{9202A134-DBC2-9A64-2E17-B6ED04B3FF3B}"/>
                </a:ext>
              </a:extLst>
            </p:cNvPr>
            <p:cNvSpPr/>
            <p:nvPr/>
          </p:nvSpPr>
          <p:spPr bwMode="auto">
            <a:xfrm>
              <a:off x="4158476" y="5007216"/>
              <a:ext cx="2284754" cy="759691"/>
            </a:xfrm>
            <a:prstGeom prst="homePlate">
              <a:avLst>
                <a:gd name="adj" fmla="val 0"/>
              </a:avLst>
            </a:prstGeom>
            <a:noFill/>
            <a:ln w="9525">
              <a:noFill/>
              <a:miter lim="800000"/>
              <a:headEnd/>
              <a:tailEnd/>
            </a:ln>
            <a:effectLst/>
          </p:spPr>
          <p:txBody>
            <a:bodyPr wrap="none" rtlCol="0" anchor="ctr" anchorCtr="0">
              <a:noAutofit/>
            </a:bodyPr>
            <a:lstStyle/>
            <a:p>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ETL</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矢印: 五方向 53">
              <a:extLst>
                <a:ext uri="{FF2B5EF4-FFF2-40B4-BE49-F238E27FC236}">
                  <a16:creationId xmlns:a16="http://schemas.microsoft.com/office/drawing/2014/main" id="{EA1B85C7-785F-5D39-FF59-C733A2136F2A}"/>
                </a:ext>
              </a:extLst>
            </p:cNvPr>
            <p:cNvSpPr/>
            <p:nvPr/>
          </p:nvSpPr>
          <p:spPr bwMode="auto">
            <a:xfrm>
              <a:off x="4158476" y="4207831"/>
              <a:ext cx="2284754" cy="759691"/>
            </a:xfrm>
            <a:prstGeom prst="homePlate">
              <a:avLst>
                <a:gd name="adj" fmla="val 0"/>
              </a:avLst>
            </a:prstGeom>
            <a:noFill/>
            <a:ln w="9525">
              <a:noFill/>
              <a:miter lim="800000"/>
              <a:headEnd/>
              <a:tailEnd/>
            </a:ln>
            <a:effectLst/>
          </p:spPr>
          <p:txBody>
            <a:bodyPr wrap="none" rtlCol="0" anchor="ctr" anchorCtr="0">
              <a:noAutofit/>
            </a:bodyPr>
            <a:lstStyle/>
            <a:p>
              <a:pPr algn="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データレイク</a:t>
              </a:r>
            </a:p>
          </p:txBody>
        </p:sp>
      </p:grpSp>
      <p:sp>
        <p:nvSpPr>
          <p:cNvPr id="56" name="矢印: 五方向 55">
            <a:extLst>
              <a:ext uri="{FF2B5EF4-FFF2-40B4-BE49-F238E27FC236}">
                <a16:creationId xmlns:a16="http://schemas.microsoft.com/office/drawing/2014/main" id="{37E9A8AA-16D8-96F4-20AE-F815D56741B2}"/>
              </a:ext>
            </a:extLst>
          </p:cNvPr>
          <p:cNvSpPr/>
          <p:nvPr/>
        </p:nvSpPr>
        <p:spPr bwMode="auto">
          <a:xfrm>
            <a:off x="6493651" y="4207831"/>
            <a:ext cx="2284756" cy="1559075"/>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DWH</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タイトル 5">
            <a:extLst>
              <a:ext uri="{FF2B5EF4-FFF2-40B4-BE49-F238E27FC236}">
                <a16:creationId xmlns:a16="http://schemas.microsoft.com/office/drawing/2014/main" id="{DFE2E449-1749-1F00-8274-ECA46F283997}"/>
              </a:ext>
            </a:extLst>
          </p:cNvPr>
          <p:cNvSpPr txBox="1">
            <a:spLocks/>
          </p:cNvSpPr>
          <p:nvPr/>
        </p:nvSpPr>
        <p:spPr>
          <a:xfrm>
            <a:off x="160564" y="175927"/>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a:t>
            </a:r>
            <a:r>
              <a:rPr lang="ja-JP" altLang="en-US" b="0" kern="0"/>
              <a:t>　</a:t>
            </a:r>
            <a:r>
              <a:rPr lang="zh-TW" altLang="en-US" b="0" kern="0"/>
              <a:t>提案</a:t>
            </a:r>
            <a:r>
              <a:rPr lang="ja-JP" altLang="en-US" b="0" kern="0"/>
              <a:t>②</a:t>
            </a:r>
            <a:r>
              <a:rPr lang="en-US" altLang="ja-JP" sz="2400" b="0">
                <a:solidFill>
                  <a:schemeClr val="tx1"/>
                </a:solidFill>
                <a:latin typeface="Meiryo UI" panose="020B0604030504040204" pitchFamily="50" charset="-128"/>
                <a:ea typeface="Meiryo UI" panose="020B0604030504040204" pitchFamily="50" charset="-128"/>
              </a:rPr>
              <a:t>TDB</a:t>
            </a:r>
            <a:r>
              <a:rPr lang="ja-JP" altLang="en-US" sz="2400" b="0">
                <a:solidFill>
                  <a:schemeClr val="tx1"/>
                </a:solidFill>
                <a:latin typeface="Meiryo UI" panose="020B0604030504040204" pitchFamily="50" charset="-128"/>
                <a:ea typeface="Meiryo UI" panose="020B0604030504040204" pitchFamily="50" charset="-128"/>
              </a:rPr>
              <a:t>様全体のデータ課題に対するご提案</a:t>
            </a:r>
            <a:endParaRPr lang="zh-TW" altLang="en-US" b="0" kern="0"/>
          </a:p>
        </p:txBody>
      </p:sp>
      <p:sp>
        <p:nvSpPr>
          <p:cNvPr id="12" name="コンテンツ プレースホルダー 4">
            <a:extLst>
              <a:ext uri="{FF2B5EF4-FFF2-40B4-BE49-F238E27FC236}">
                <a16:creationId xmlns:a16="http://schemas.microsoft.com/office/drawing/2014/main" id="{1AEA7E7A-D48B-EC2C-D882-C6D68BAD1680}"/>
              </a:ext>
            </a:extLst>
          </p:cNvPr>
          <p:cNvSpPr txBox="1">
            <a:spLocks/>
          </p:cNvSpPr>
          <p:nvPr/>
        </p:nvSpPr>
        <p:spPr>
          <a:xfrm>
            <a:off x="334189" y="1005093"/>
            <a:ext cx="11232000" cy="360000"/>
          </a:xfrm>
          <a:prstGeom prst="rect">
            <a:avLst/>
          </a:prstGeom>
        </p:spPr>
        <p:txBody>
          <a:bodyPr lIns="91440" tIns="0" rIns="9144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kumimoji="1" lang="en-US" altLang="ja-JP" sz="1600" err="1">
                <a:latin typeface="Meiryo UI" panose="020B0604030504040204" pitchFamily="50" charset="-128"/>
                <a:ea typeface="Meiryo UI" panose="020B0604030504040204" pitchFamily="50" charset="-128"/>
              </a:rPr>
              <a:t>tobe</a:t>
            </a:r>
            <a:r>
              <a:rPr kumimoji="1" lang="ja-JP" altLang="en-US" sz="1600">
                <a:latin typeface="Meiryo UI" panose="020B0604030504040204" pitchFamily="50" charset="-128"/>
                <a:ea typeface="Meiryo UI" panose="020B0604030504040204" pitchFamily="50" charset="-128"/>
              </a:rPr>
              <a:t>アーキテクチャ</a:t>
            </a:r>
            <a:r>
              <a:rPr lang="ja-JP" altLang="en-US" sz="1600">
                <a:latin typeface="Meiryo UI" panose="020B0604030504040204" pitchFamily="50" charset="-128"/>
                <a:ea typeface="Meiryo UI" panose="020B0604030504040204" pitchFamily="50" charset="-128"/>
              </a:rPr>
              <a:t>としては、</a:t>
            </a:r>
            <a:r>
              <a:rPr kumimoji="1" lang="ja-JP" altLang="en-US" sz="1600">
                <a:latin typeface="Meiryo UI" panose="020B0604030504040204" pitchFamily="50" charset="-128"/>
                <a:ea typeface="Meiryo UI" panose="020B0604030504040204" pitchFamily="50" charset="-128"/>
              </a:rPr>
              <a:t>データレイクおよび</a:t>
            </a:r>
            <a:r>
              <a:rPr kumimoji="1" lang="en-US" altLang="ja-JP" sz="1600">
                <a:latin typeface="Meiryo UI" panose="020B0604030504040204" pitchFamily="50" charset="-128"/>
                <a:ea typeface="Meiryo UI" panose="020B0604030504040204" pitchFamily="50" charset="-128"/>
              </a:rPr>
              <a:t>DWH</a:t>
            </a:r>
            <a:r>
              <a:rPr kumimoji="1" lang="ja-JP" altLang="en-US" sz="1600">
                <a:latin typeface="Meiryo UI" panose="020B0604030504040204" pitchFamily="50" charset="-128"/>
                <a:ea typeface="Meiryo UI" panose="020B0604030504040204" pitchFamily="50" charset="-128"/>
              </a:rPr>
              <a:t>の導入</a:t>
            </a:r>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一元管理と</a:t>
            </a:r>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、ならびに最終的にはインプットに使用している</a:t>
            </a:r>
            <a:endParaRPr kumimoji="1" lang="en-US" altLang="ja-JP" sz="1600">
              <a:latin typeface="Meiryo UI" panose="020B0604030504040204" pitchFamily="50" charset="-128"/>
              <a:ea typeface="Meiryo UI" panose="020B0604030504040204" pitchFamily="50" charset="-128"/>
            </a:endParaRPr>
          </a:p>
          <a:p>
            <a:r>
              <a:rPr kumimoji="1" lang="ja-JP" altLang="en-US" sz="1600">
                <a:latin typeface="Meiryo UI" panose="020B0604030504040204" pitchFamily="50" charset="-128"/>
                <a:ea typeface="Meiryo UI" panose="020B0604030504040204" pitchFamily="50" charset="-128"/>
              </a:rPr>
              <a:t>システムの基盤統一を目指していると考えております。</a:t>
            </a:r>
          </a:p>
        </p:txBody>
      </p:sp>
    </p:spTree>
    <p:extLst>
      <p:ext uri="{BB962C8B-B14F-4D97-AF65-F5344CB8AC3E}">
        <p14:creationId xmlns:p14="http://schemas.microsoft.com/office/powerpoint/2010/main" val="2939939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09057-FC5D-0CDC-2B05-435A0C0D14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3664992-9A53-237E-E586-9859B33A7CF6}"/>
              </a:ext>
            </a:extLst>
          </p:cNvPr>
          <p:cNvSpPr>
            <a:spLocks noGrp="1"/>
          </p:cNvSpPr>
          <p:nvPr>
            <p:ph type="sldNum" sz="quarter" idx="10"/>
          </p:nvPr>
        </p:nvSpPr>
        <p:spPr/>
        <p:txBody>
          <a:bodyPr/>
          <a:lstStyle/>
          <a:p>
            <a:pPr>
              <a:defRPr/>
            </a:pPr>
            <a:fld id="{B69A64E9-DEE1-40B5-88E8-A6C3DD001D0B}" type="slidenum">
              <a:rPr lang="en-US" altLang="ja-JP" smtClean="0"/>
              <a:pPr>
                <a:defRPr/>
              </a:pPr>
              <a:t>18</a:t>
            </a:fld>
            <a:endParaRPr lang="en-US" altLang="ja-JP"/>
          </a:p>
        </p:txBody>
      </p:sp>
      <p:cxnSp>
        <p:nvCxnSpPr>
          <p:cNvPr id="3" name="直線コネクタ 2">
            <a:extLst>
              <a:ext uri="{FF2B5EF4-FFF2-40B4-BE49-F238E27FC236}">
                <a16:creationId xmlns:a16="http://schemas.microsoft.com/office/drawing/2014/main" id="{5FE2A5BF-743D-CE61-8BE8-C56010A847EA}"/>
              </a:ext>
            </a:extLst>
          </p:cNvPr>
          <p:cNvCxnSpPr>
            <a:cxnSpLocks/>
          </p:cNvCxnSpPr>
          <p:nvPr/>
        </p:nvCxnSpPr>
        <p:spPr bwMode="auto">
          <a:xfrm>
            <a:off x="459819" y="2074101"/>
            <a:ext cx="11252181" cy="0"/>
          </a:xfrm>
          <a:prstGeom prst="line">
            <a:avLst/>
          </a:prstGeom>
          <a:noFill/>
          <a:ln w="9525" cap="flat" cmpd="sng" algn="ctr">
            <a:solidFill>
              <a:schemeClr val="tx1"/>
            </a:solidFill>
            <a:prstDash val="solid"/>
            <a:round/>
            <a:headEnd type="none" w="med" len="med"/>
            <a:tailEnd type="none" w="med" len="med"/>
          </a:ln>
          <a:effectLst/>
        </p:spPr>
      </p:cxnSp>
      <p:grpSp>
        <p:nvGrpSpPr>
          <p:cNvPr id="13" name="グループ化 12">
            <a:extLst>
              <a:ext uri="{FF2B5EF4-FFF2-40B4-BE49-F238E27FC236}">
                <a16:creationId xmlns:a16="http://schemas.microsoft.com/office/drawing/2014/main" id="{B778EF7B-AD9D-6E51-406D-FEE22D3F8704}"/>
              </a:ext>
            </a:extLst>
          </p:cNvPr>
          <p:cNvGrpSpPr/>
          <p:nvPr/>
        </p:nvGrpSpPr>
        <p:grpSpPr>
          <a:xfrm>
            <a:off x="1823305" y="1666721"/>
            <a:ext cx="9290275" cy="360001"/>
            <a:chOff x="1358791" y="1666721"/>
            <a:chExt cx="10219302" cy="360001"/>
          </a:xfrm>
        </p:grpSpPr>
        <p:sp>
          <p:nvSpPr>
            <p:cNvPr id="4" name="矢印: 五方向 3">
              <a:extLst>
                <a:ext uri="{FF2B5EF4-FFF2-40B4-BE49-F238E27FC236}">
                  <a16:creationId xmlns:a16="http://schemas.microsoft.com/office/drawing/2014/main" id="{29E276CF-20CE-FE56-D99F-52B99C70E2DC}"/>
                </a:ext>
              </a:extLst>
            </p:cNvPr>
            <p:cNvSpPr/>
            <p:nvPr/>
          </p:nvSpPr>
          <p:spPr bwMode="auto">
            <a:xfrm>
              <a:off x="135879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データ収集</a:t>
              </a:r>
            </a:p>
          </p:txBody>
        </p:sp>
        <p:sp>
          <p:nvSpPr>
            <p:cNvPr id="7" name="矢印: 五方向 6">
              <a:extLst>
                <a:ext uri="{FF2B5EF4-FFF2-40B4-BE49-F238E27FC236}">
                  <a16:creationId xmlns:a16="http://schemas.microsoft.com/office/drawing/2014/main" id="{1B029C37-95C8-E785-89BF-5B5D0BFC7D44}"/>
                </a:ext>
              </a:extLst>
            </p:cNvPr>
            <p:cNvSpPr/>
            <p:nvPr/>
          </p:nvSpPr>
          <p:spPr bwMode="auto">
            <a:xfrm>
              <a:off x="392748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データ蓄積</a:t>
              </a:r>
            </a:p>
          </p:txBody>
        </p:sp>
        <p:sp>
          <p:nvSpPr>
            <p:cNvPr id="8" name="矢印: 五方向 7">
              <a:extLst>
                <a:ext uri="{FF2B5EF4-FFF2-40B4-BE49-F238E27FC236}">
                  <a16:creationId xmlns:a16="http://schemas.microsoft.com/office/drawing/2014/main" id="{0CE585FC-72F6-55BA-9F02-53DB29A856C0}"/>
                </a:ext>
              </a:extLst>
            </p:cNvPr>
            <p:cNvSpPr/>
            <p:nvPr/>
          </p:nvSpPr>
          <p:spPr bwMode="auto">
            <a:xfrm>
              <a:off x="649617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データ加工</a:t>
              </a:r>
            </a:p>
          </p:txBody>
        </p:sp>
        <p:sp>
          <p:nvSpPr>
            <p:cNvPr id="9" name="矢印: 五方向 8">
              <a:extLst>
                <a:ext uri="{FF2B5EF4-FFF2-40B4-BE49-F238E27FC236}">
                  <a16:creationId xmlns:a16="http://schemas.microsoft.com/office/drawing/2014/main" id="{0E413BF3-B14F-58AF-DDEB-C42E0336176A}"/>
                </a:ext>
              </a:extLst>
            </p:cNvPr>
            <p:cNvSpPr/>
            <p:nvPr/>
          </p:nvSpPr>
          <p:spPr bwMode="auto">
            <a:xfrm>
              <a:off x="9064861" y="1666721"/>
              <a:ext cx="2513232" cy="360001"/>
            </a:xfrm>
            <a:prstGeom prst="homePlate">
              <a:avLst/>
            </a:prstGeom>
            <a:solidFill>
              <a:schemeClr val="bg1">
                <a:lumMod val="95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データ提供</a:t>
              </a:r>
            </a:p>
          </p:txBody>
        </p:sp>
      </p:grpSp>
      <p:cxnSp>
        <p:nvCxnSpPr>
          <p:cNvPr id="26" name="直線コネクタ 25">
            <a:extLst>
              <a:ext uri="{FF2B5EF4-FFF2-40B4-BE49-F238E27FC236}">
                <a16:creationId xmlns:a16="http://schemas.microsoft.com/office/drawing/2014/main" id="{9F7EFBAD-DC9C-D15D-1C3E-9FD3EB4CA2E5}"/>
              </a:ext>
            </a:extLst>
          </p:cNvPr>
          <p:cNvCxnSpPr>
            <a:cxnSpLocks/>
          </p:cNvCxnSpPr>
          <p:nvPr/>
        </p:nvCxnSpPr>
        <p:spPr bwMode="auto">
          <a:xfrm>
            <a:off x="459819" y="3731451"/>
            <a:ext cx="11252181" cy="0"/>
          </a:xfrm>
          <a:prstGeom prst="line">
            <a:avLst/>
          </a:prstGeom>
          <a:noFill/>
          <a:ln w="9525" cap="flat" cmpd="sng" algn="ctr">
            <a:solidFill>
              <a:schemeClr val="tx1"/>
            </a:solidFill>
            <a:prstDash val="solid"/>
            <a:round/>
            <a:headEnd type="none" w="med" len="med"/>
            <a:tailEnd type="none" w="med" len="med"/>
          </a:ln>
          <a:effectLst/>
        </p:spPr>
      </p:cxnSp>
      <p:sp>
        <p:nvSpPr>
          <p:cNvPr id="10" name="矢印: 五方向 9">
            <a:extLst>
              <a:ext uri="{FF2B5EF4-FFF2-40B4-BE49-F238E27FC236}">
                <a16:creationId xmlns:a16="http://schemas.microsoft.com/office/drawing/2014/main" id="{FAF90095-E62B-77FB-685C-7951EF4C98CE}"/>
              </a:ext>
            </a:extLst>
          </p:cNvPr>
          <p:cNvSpPr/>
          <p:nvPr/>
        </p:nvSpPr>
        <p:spPr bwMode="auto">
          <a:xfrm>
            <a:off x="1823304" y="2121480"/>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統合</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DB</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矢印: 五方向 13">
            <a:extLst>
              <a:ext uri="{FF2B5EF4-FFF2-40B4-BE49-F238E27FC236}">
                <a16:creationId xmlns:a16="http://schemas.microsoft.com/office/drawing/2014/main" id="{5D02DD37-0D19-60C0-0614-9F6D39CA1E73}"/>
              </a:ext>
            </a:extLst>
          </p:cNvPr>
          <p:cNvSpPr/>
          <p:nvPr/>
        </p:nvSpPr>
        <p:spPr bwMode="auto">
          <a:xfrm>
            <a:off x="767559" y="2121480"/>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CCR</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紙</a:t>
            </a:r>
          </a:p>
        </p:txBody>
      </p:sp>
      <p:sp>
        <p:nvSpPr>
          <p:cNvPr id="15" name="矢印: 五方向 14">
            <a:extLst>
              <a:ext uri="{FF2B5EF4-FFF2-40B4-BE49-F238E27FC236}">
                <a16:creationId xmlns:a16="http://schemas.microsoft.com/office/drawing/2014/main" id="{8C8D10FC-FDC2-DAAD-FD3A-08C5DBF33393}"/>
              </a:ext>
            </a:extLst>
          </p:cNvPr>
          <p:cNvSpPr/>
          <p:nvPr/>
        </p:nvSpPr>
        <p:spPr bwMode="auto">
          <a:xfrm>
            <a:off x="767559" y="2521173"/>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C-NET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矢印: 五方向 15">
            <a:extLst>
              <a:ext uri="{FF2B5EF4-FFF2-40B4-BE49-F238E27FC236}">
                <a16:creationId xmlns:a16="http://schemas.microsoft.com/office/drawing/2014/main" id="{6F899974-9E19-2F7B-B610-ACBA64C7C930}"/>
              </a:ext>
            </a:extLst>
          </p:cNvPr>
          <p:cNvSpPr/>
          <p:nvPr/>
        </p:nvSpPr>
        <p:spPr bwMode="auto">
          <a:xfrm>
            <a:off x="767559" y="2920866"/>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CUSTOM</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矢印: 五方向 16">
            <a:extLst>
              <a:ext uri="{FF2B5EF4-FFF2-40B4-BE49-F238E27FC236}">
                <a16:creationId xmlns:a16="http://schemas.microsoft.com/office/drawing/2014/main" id="{DBFFA4E4-B7F7-C94E-9969-EAAE93611F3A}"/>
              </a:ext>
            </a:extLst>
          </p:cNvPr>
          <p:cNvSpPr/>
          <p:nvPr/>
        </p:nvSpPr>
        <p:spPr bwMode="auto">
          <a:xfrm>
            <a:off x="767559" y="3320558"/>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SAS</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矢印: 五方向 17">
            <a:extLst>
              <a:ext uri="{FF2B5EF4-FFF2-40B4-BE49-F238E27FC236}">
                <a16:creationId xmlns:a16="http://schemas.microsoft.com/office/drawing/2014/main" id="{FE13281B-F00E-0818-9FDE-5DEE4880D61B}"/>
              </a:ext>
            </a:extLst>
          </p:cNvPr>
          <p:cNvSpPr/>
          <p:nvPr/>
        </p:nvSpPr>
        <p:spPr bwMode="auto">
          <a:xfrm>
            <a:off x="6493652" y="2121480"/>
            <a:ext cx="2284756" cy="360001"/>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矢印: 五方向 18">
            <a:extLst>
              <a:ext uri="{FF2B5EF4-FFF2-40B4-BE49-F238E27FC236}">
                <a16:creationId xmlns:a16="http://schemas.microsoft.com/office/drawing/2014/main" id="{572652FB-EC66-6BE8-F86B-60FE4DD48BFC}"/>
              </a:ext>
            </a:extLst>
          </p:cNvPr>
          <p:cNvSpPr/>
          <p:nvPr/>
        </p:nvSpPr>
        <p:spPr bwMode="auto">
          <a:xfrm>
            <a:off x="8828824" y="2121480"/>
            <a:ext cx="2284756" cy="360001"/>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紙出力</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矢印: 五方向 19">
            <a:extLst>
              <a:ext uri="{FF2B5EF4-FFF2-40B4-BE49-F238E27FC236}">
                <a16:creationId xmlns:a16="http://schemas.microsoft.com/office/drawing/2014/main" id="{8B6ED585-A16A-D7DD-7A3A-EB4D983577C0}"/>
              </a:ext>
            </a:extLst>
          </p:cNvPr>
          <p:cNvSpPr/>
          <p:nvPr/>
        </p:nvSpPr>
        <p:spPr bwMode="auto">
          <a:xfrm>
            <a:off x="1823303" y="2521173"/>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統合</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DB </a:t>
            </a: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C-NET DB </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矢印: 五方向 20">
            <a:extLst>
              <a:ext uri="{FF2B5EF4-FFF2-40B4-BE49-F238E27FC236}">
                <a16:creationId xmlns:a16="http://schemas.microsoft.com/office/drawing/2014/main" id="{E9C9A2D1-9B8E-685B-AF2D-1C2DF80D9273}"/>
              </a:ext>
            </a:extLst>
          </p:cNvPr>
          <p:cNvSpPr/>
          <p:nvPr/>
        </p:nvSpPr>
        <p:spPr bwMode="auto">
          <a:xfrm>
            <a:off x="6493651" y="2521173"/>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C-NET</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22" name="矢印: 五方向 21">
            <a:extLst>
              <a:ext uri="{FF2B5EF4-FFF2-40B4-BE49-F238E27FC236}">
                <a16:creationId xmlns:a16="http://schemas.microsoft.com/office/drawing/2014/main" id="{2AAC6D9C-1598-4853-C877-10FCEE71D1BB}"/>
              </a:ext>
            </a:extLst>
          </p:cNvPr>
          <p:cNvSpPr/>
          <p:nvPr/>
        </p:nvSpPr>
        <p:spPr bwMode="auto">
          <a:xfrm>
            <a:off x="1823303" y="2920866"/>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統合</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DB</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CUSTOM</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矢印: 五方向 22">
            <a:extLst>
              <a:ext uri="{FF2B5EF4-FFF2-40B4-BE49-F238E27FC236}">
                <a16:creationId xmlns:a16="http://schemas.microsoft.com/office/drawing/2014/main" id="{0C9F1AC6-A2FA-A249-4A02-D536091237EC}"/>
              </a:ext>
            </a:extLst>
          </p:cNvPr>
          <p:cNvSpPr/>
          <p:nvPr/>
        </p:nvSpPr>
        <p:spPr bwMode="auto">
          <a:xfrm>
            <a:off x="6493650" y="2920865"/>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CUSTOM</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24" name="矢印: 五方向 23">
            <a:extLst>
              <a:ext uri="{FF2B5EF4-FFF2-40B4-BE49-F238E27FC236}">
                <a16:creationId xmlns:a16="http://schemas.microsoft.com/office/drawing/2014/main" id="{AC5B861A-6AD7-8855-76DF-0A45D0F5BDC1}"/>
              </a:ext>
            </a:extLst>
          </p:cNvPr>
          <p:cNvSpPr/>
          <p:nvPr/>
        </p:nvSpPr>
        <p:spPr bwMode="auto">
          <a:xfrm>
            <a:off x="1823303" y="3320558"/>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C2</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他</a:t>
            </a: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 SAS</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矢印: 五方向 24">
            <a:extLst>
              <a:ext uri="{FF2B5EF4-FFF2-40B4-BE49-F238E27FC236}">
                <a16:creationId xmlns:a16="http://schemas.microsoft.com/office/drawing/2014/main" id="{FF48110B-0E1B-EB95-FACF-FEEC8D3ED926}"/>
              </a:ext>
            </a:extLst>
          </p:cNvPr>
          <p:cNvSpPr/>
          <p:nvPr/>
        </p:nvSpPr>
        <p:spPr bwMode="auto">
          <a:xfrm>
            <a:off x="6493650" y="3320558"/>
            <a:ext cx="4619929"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SAS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27" name="矢印: 五方向 26">
            <a:extLst>
              <a:ext uri="{FF2B5EF4-FFF2-40B4-BE49-F238E27FC236}">
                <a16:creationId xmlns:a16="http://schemas.microsoft.com/office/drawing/2014/main" id="{2CABD303-A4B8-78AB-BDA9-803664C77B6E}"/>
              </a:ext>
            </a:extLst>
          </p:cNvPr>
          <p:cNvSpPr/>
          <p:nvPr/>
        </p:nvSpPr>
        <p:spPr bwMode="auto">
          <a:xfrm>
            <a:off x="152400" y="2121480"/>
            <a:ext cx="789842" cy="1559079"/>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b="1" err="1">
                <a:solidFill>
                  <a:schemeClr val="tx1">
                    <a:lumMod val="75000"/>
                    <a:lumOff val="25000"/>
                  </a:schemeClr>
                </a:solidFill>
                <a:latin typeface="Meiryo UI" panose="020B0604030504040204" pitchFamily="50" charset="-128"/>
                <a:ea typeface="Meiryo UI" panose="020B0604030504040204" pitchFamily="50" charset="-128"/>
              </a:rPr>
              <a:t>asis</a:t>
            </a:r>
            <a:endParaRPr kumimoji="1" lang="ja-JP" altLang="en-US"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矢印: 五方向 29">
            <a:extLst>
              <a:ext uri="{FF2B5EF4-FFF2-40B4-BE49-F238E27FC236}">
                <a16:creationId xmlns:a16="http://schemas.microsoft.com/office/drawing/2014/main" id="{E2716A5D-6ABD-BCE7-0EB0-DDBE3ABC33C7}"/>
              </a:ext>
            </a:extLst>
          </p:cNvPr>
          <p:cNvSpPr/>
          <p:nvPr/>
        </p:nvSpPr>
        <p:spPr bwMode="auto">
          <a:xfrm>
            <a:off x="1823305" y="4207831"/>
            <a:ext cx="2284754" cy="1559077"/>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AISS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 </a:t>
            </a:r>
            <a:endPar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矢印: 五方向 30">
            <a:extLst>
              <a:ext uri="{FF2B5EF4-FFF2-40B4-BE49-F238E27FC236}">
                <a16:creationId xmlns:a16="http://schemas.microsoft.com/office/drawing/2014/main" id="{CA402874-7B03-1371-ACDB-0293B5EFBCB4}"/>
              </a:ext>
            </a:extLst>
          </p:cNvPr>
          <p:cNvSpPr/>
          <p:nvPr/>
        </p:nvSpPr>
        <p:spPr bwMode="auto">
          <a:xfrm>
            <a:off x="767559" y="4207831"/>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CCR</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紙</a:t>
            </a:r>
          </a:p>
        </p:txBody>
      </p:sp>
      <p:sp>
        <p:nvSpPr>
          <p:cNvPr id="32" name="矢印: 五方向 31">
            <a:extLst>
              <a:ext uri="{FF2B5EF4-FFF2-40B4-BE49-F238E27FC236}">
                <a16:creationId xmlns:a16="http://schemas.microsoft.com/office/drawing/2014/main" id="{8E9DC635-6EFD-9D95-5240-2989497EA2F9}"/>
              </a:ext>
            </a:extLst>
          </p:cNvPr>
          <p:cNvSpPr/>
          <p:nvPr/>
        </p:nvSpPr>
        <p:spPr bwMode="auto">
          <a:xfrm>
            <a:off x="767559" y="4607524"/>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C-NET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矢印: 五方向 32">
            <a:extLst>
              <a:ext uri="{FF2B5EF4-FFF2-40B4-BE49-F238E27FC236}">
                <a16:creationId xmlns:a16="http://schemas.microsoft.com/office/drawing/2014/main" id="{5B8C6AAA-15E2-99D9-433A-976798E2445A}"/>
              </a:ext>
            </a:extLst>
          </p:cNvPr>
          <p:cNvSpPr/>
          <p:nvPr/>
        </p:nvSpPr>
        <p:spPr bwMode="auto">
          <a:xfrm>
            <a:off x="767559" y="5007217"/>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CUSTOM</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矢印: 五方向 33">
            <a:extLst>
              <a:ext uri="{FF2B5EF4-FFF2-40B4-BE49-F238E27FC236}">
                <a16:creationId xmlns:a16="http://schemas.microsoft.com/office/drawing/2014/main" id="{83995065-A68C-3855-5DBD-E946D609CF89}"/>
              </a:ext>
            </a:extLst>
          </p:cNvPr>
          <p:cNvSpPr/>
          <p:nvPr/>
        </p:nvSpPr>
        <p:spPr bwMode="auto">
          <a:xfrm>
            <a:off x="767559" y="5406909"/>
            <a:ext cx="1055745" cy="360001"/>
          </a:xfrm>
          <a:prstGeom prst="homePlate">
            <a:avLst>
              <a:gd name="adj" fmla="val 0"/>
            </a:avLst>
          </a:prstGeom>
          <a:noFill/>
          <a:ln w="9525">
            <a:noFill/>
            <a:miter lim="800000"/>
            <a:headEnd/>
            <a:tailEnd/>
          </a:ln>
          <a:effectLst/>
        </p:spPr>
        <p:txBody>
          <a:bodyPr wrap="none" rtlCol="0" anchor="ctr" anchorCtr="0">
            <a:noAutofit/>
          </a:bodyPr>
          <a:lstStyle/>
          <a:p>
            <a:pPr algn="ctr"/>
            <a:r>
              <a:rPr lang="en-US" altLang="ja-JP" sz="1400">
                <a:solidFill>
                  <a:schemeClr val="tx1">
                    <a:lumMod val="65000"/>
                    <a:lumOff val="35000"/>
                  </a:schemeClr>
                </a:solidFill>
                <a:latin typeface="Meiryo UI" panose="020B0604030504040204" pitchFamily="50" charset="-128"/>
                <a:ea typeface="Meiryo UI" panose="020B0604030504040204" pitchFamily="50" charset="-128"/>
              </a:rPr>
              <a:t>SAS</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矢印: 五方向 35">
            <a:extLst>
              <a:ext uri="{FF2B5EF4-FFF2-40B4-BE49-F238E27FC236}">
                <a16:creationId xmlns:a16="http://schemas.microsoft.com/office/drawing/2014/main" id="{3940A685-CB66-6024-FB7B-51582A20EBC2}"/>
              </a:ext>
            </a:extLst>
          </p:cNvPr>
          <p:cNvSpPr/>
          <p:nvPr/>
        </p:nvSpPr>
        <p:spPr bwMode="auto">
          <a:xfrm>
            <a:off x="8828824" y="4207831"/>
            <a:ext cx="2284756" cy="360001"/>
          </a:xfrm>
          <a:prstGeom prst="homePlate">
            <a:avLst>
              <a:gd name="adj" fmla="val 0"/>
            </a:avLst>
          </a:prstGeom>
          <a:solidFill>
            <a:schemeClr val="bg1"/>
          </a:solidFill>
          <a:ln w="9525">
            <a:solidFill>
              <a:schemeClr val="tx1">
                <a:lumMod val="75000"/>
                <a:lumOff val="25000"/>
              </a:schemeClr>
            </a:solidFill>
            <a:miter lim="800000"/>
            <a:headEnd/>
            <a:tailEnd/>
          </a:ln>
          <a:effectLst/>
        </p:spPr>
        <p:txBody>
          <a:bodyPr wrap="none" rtlCol="0" anchor="ctr" anchorCtr="0">
            <a:noAutofit/>
          </a:bodyP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紙出力</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(BI</a:t>
            </a: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矢印: 五方向 37">
            <a:extLst>
              <a:ext uri="{FF2B5EF4-FFF2-40B4-BE49-F238E27FC236}">
                <a16:creationId xmlns:a16="http://schemas.microsoft.com/office/drawing/2014/main" id="{7472BB13-7A5D-B497-92DB-CF427E1C534C}"/>
              </a:ext>
            </a:extLst>
          </p:cNvPr>
          <p:cNvSpPr/>
          <p:nvPr/>
        </p:nvSpPr>
        <p:spPr bwMode="auto">
          <a:xfrm>
            <a:off x="8828824" y="4607524"/>
            <a:ext cx="2284756"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C-NET</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40" name="矢印: 五方向 39">
            <a:extLst>
              <a:ext uri="{FF2B5EF4-FFF2-40B4-BE49-F238E27FC236}">
                <a16:creationId xmlns:a16="http://schemas.microsoft.com/office/drawing/2014/main" id="{84E20CA7-D370-882E-83BE-0BBFA405AD10}"/>
              </a:ext>
            </a:extLst>
          </p:cNvPr>
          <p:cNvSpPr/>
          <p:nvPr/>
        </p:nvSpPr>
        <p:spPr bwMode="auto">
          <a:xfrm>
            <a:off x="8828823" y="5007216"/>
            <a:ext cx="2284756"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CUSTOM</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42" name="矢印: 五方向 41">
            <a:extLst>
              <a:ext uri="{FF2B5EF4-FFF2-40B4-BE49-F238E27FC236}">
                <a16:creationId xmlns:a16="http://schemas.microsoft.com/office/drawing/2014/main" id="{38DDD787-5B8F-5273-8B3D-4B3EF9B747F6}"/>
              </a:ext>
            </a:extLst>
          </p:cNvPr>
          <p:cNvSpPr/>
          <p:nvPr/>
        </p:nvSpPr>
        <p:spPr bwMode="auto">
          <a:xfrm>
            <a:off x="8828823" y="5406909"/>
            <a:ext cx="2284756" cy="360001"/>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SAS</a:t>
            </a: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サーバ</a:t>
            </a:r>
          </a:p>
        </p:txBody>
      </p:sp>
      <p:sp>
        <p:nvSpPr>
          <p:cNvPr id="43" name="矢印: 五方向 42">
            <a:extLst>
              <a:ext uri="{FF2B5EF4-FFF2-40B4-BE49-F238E27FC236}">
                <a16:creationId xmlns:a16="http://schemas.microsoft.com/office/drawing/2014/main" id="{DF75F84F-BB49-ADAD-80F3-9DEC9716DF90}"/>
              </a:ext>
            </a:extLst>
          </p:cNvPr>
          <p:cNvSpPr/>
          <p:nvPr/>
        </p:nvSpPr>
        <p:spPr bwMode="auto">
          <a:xfrm>
            <a:off x="152400" y="4207831"/>
            <a:ext cx="789842" cy="1559078"/>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en-US" altLang="ja-JP" sz="1400" b="1" err="1">
                <a:solidFill>
                  <a:schemeClr val="tx1">
                    <a:lumMod val="75000"/>
                    <a:lumOff val="25000"/>
                  </a:schemeClr>
                </a:solidFill>
                <a:latin typeface="Meiryo UI" panose="020B0604030504040204" pitchFamily="50" charset="-128"/>
                <a:ea typeface="Meiryo UI" panose="020B0604030504040204" pitchFamily="50" charset="-128"/>
              </a:rPr>
              <a:t>tobe</a:t>
            </a:r>
            <a:endParaRPr kumimoji="1" lang="ja-JP" altLang="en-US"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4" name="矢印: 五方向 43">
            <a:extLst>
              <a:ext uri="{FF2B5EF4-FFF2-40B4-BE49-F238E27FC236}">
                <a16:creationId xmlns:a16="http://schemas.microsoft.com/office/drawing/2014/main" id="{1C9D1B26-F611-24C7-D562-7FF884924155}"/>
              </a:ext>
            </a:extLst>
          </p:cNvPr>
          <p:cNvSpPr/>
          <p:nvPr/>
        </p:nvSpPr>
        <p:spPr bwMode="auto">
          <a:xfrm>
            <a:off x="1823302" y="3731450"/>
            <a:ext cx="9290277" cy="433431"/>
          </a:xfrm>
          <a:prstGeom prst="homePlate">
            <a:avLst>
              <a:gd name="adj" fmla="val 0"/>
            </a:avLst>
          </a:prstGeom>
          <a:noFill/>
          <a:ln w="9525">
            <a:noFill/>
            <a:miter lim="800000"/>
            <a:headEnd/>
            <a:tailEnd/>
          </a:ln>
          <a:effectLst/>
        </p:spPr>
        <p:txBody>
          <a:bodyPr wrap="none" rtlCol="0" anchor="ctr" anchorCtr="0">
            <a:noAutofit/>
          </a:bodyPr>
          <a:lstStyle/>
          <a:p>
            <a:pPr algn="ctr"/>
            <a:r>
              <a:rPr kumimoji="1"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p>
        </p:txBody>
      </p:sp>
      <p:cxnSp>
        <p:nvCxnSpPr>
          <p:cNvPr id="45" name="直線コネクタ 44">
            <a:extLst>
              <a:ext uri="{FF2B5EF4-FFF2-40B4-BE49-F238E27FC236}">
                <a16:creationId xmlns:a16="http://schemas.microsoft.com/office/drawing/2014/main" id="{4A22F9FA-54EF-F560-32F2-04EC821A9088}"/>
              </a:ext>
            </a:extLst>
          </p:cNvPr>
          <p:cNvCxnSpPr>
            <a:cxnSpLocks/>
          </p:cNvCxnSpPr>
          <p:nvPr/>
        </p:nvCxnSpPr>
        <p:spPr bwMode="auto">
          <a:xfrm>
            <a:off x="459819" y="4164882"/>
            <a:ext cx="11252181" cy="0"/>
          </a:xfrm>
          <a:prstGeom prst="line">
            <a:avLst/>
          </a:prstGeom>
          <a:noFill/>
          <a:ln w="9525" cap="flat" cmpd="sng" algn="ctr">
            <a:solidFill>
              <a:schemeClr val="tx1"/>
            </a:solidFill>
            <a:prstDash val="solid"/>
            <a:round/>
            <a:headEnd type="none" w="med" len="med"/>
            <a:tailEnd type="none" w="med" len="med"/>
          </a:ln>
          <a:effectLst/>
        </p:spPr>
      </p:cxnSp>
      <p:cxnSp>
        <p:nvCxnSpPr>
          <p:cNvPr id="47" name="直線コネクタ 46">
            <a:extLst>
              <a:ext uri="{FF2B5EF4-FFF2-40B4-BE49-F238E27FC236}">
                <a16:creationId xmlns:a16="http://schemas.microsoft.com/office/drawing/2014/main" id="{352E26B8-D0EB-F4A8-773E-1B81A4A6CC52}"/>
              </a:ext>
            </a:extLst>
          </p:cNvPr>
          <p:cNvCxnSpPr>
            <a:cxnSpLocks/>
          </p:cNvCxnSpPr>
          <p:nvPr/>
        </p:nvCxnSpPr>
        <p:spPr bwMode="auto">
          <a:xfrm>
            <a:off x="459819" y="5812707"/>
            <a:ext cx="11252181" cy="0"/>
          </a:xfrm>
          <a:prstGeom prst="line">
            <a:avLst/>
          </a:prstGeom>
          <a:noFill/>
          <a:ln w="9525" cap="flat" cmpd="sng" algn="ctr">
            <a:solidFill>
              <a:schemeClr val="tx1"/>
            </a:solidFill>
            <a:prstDash val="solid"/>
            <a:round/>
            <a:headEnd type="none" w="med" len="med"/>
            <a:tailEnd type="none" w="med" len="med"/>
          </a:ln>
          <a:effectLst/>
        </p:spPr>
      </p:cxnSp>
      <p:grpSp>
        <p:nvGrpSpPr>
          <p:cNvPr id="55" name="グループ化 54">
            <a:extLst>
              <a:ext uri="{FF2B5EF4-FFF2-40B4-BE49-F238E27FC236}">
                <a16:creationId xmlns:a16="http://schemas.microsoft.com/office/drawing/2014/main" id="{94E1078A-779D-BF6C-893B-F46B3834C837}"/>
              </a:ext>
            </a:extLst>
          </p:cNvPr>
          <p:cNvGrpSpPr/>
          <p:nvPr/>
        </p:nvGrpSpPr>
        <p:grpSpPr>
          <a:xfrm>
            <a:off x="4158476" y="4207831"/>
            <a:ext cx="2284754" cy="1559077"/>
            <a:chOff x="4158476" y="4207831"/>
            <a:chExt cx="2284754" cy="1559077"/>
          </a:xfrm>
        </p:grpSpPr>
        <p:grpSp>
          <p:nvGrpSpPr>
            <p:cNvPr id="50" name="グループ化 49">
              <a:extLst>
                <a:ext uri="{FF2B5EF4-FFF2-40B4-BE49-F238E27FC236}">
                  <a16:creationId xmlns:a16="http://schemas.microsoft.com/office/drawing/2014/main" id="{8AB953C3-930C-4B59-DCF5-AF8679C6E3B9}"/>
                </a:ext>
              </a:extLst>
            </p:cNvPr>
            <p:cNvGrpSpPr/>
            <p:nvPr/>
          </p:nvGrpSpPr>
          <p:grpSpPr>
            <a:xfrm>
              <a:off x="4158476" y="4207831"/>
              <a:ext cx="2284754" cy="1559077"/>
              <a:chOff x="4158475" y="4207831"/>
              <a:chExt cx="2335175" cy="1559077"/>
            </a:xfrm>
          </p:grpSpPr>
          <p:sp>
            <p:nvSpPr>
              <p:cNvPr id="48" name="直角三角形 47">
                <a:extLst>
                  <a:ext uri="{FF2B5EF4-FFF2-40B4-BE49-F238E27FC236}">
                    <a16:creationId xmlns:a16="http://schemas.microsoft.com/office/drawing/2014/main" id="{7A86C62F-F133-2247-DB2A-950CCEB5D56F}"/>
                  </a:ext>
                </a:extLst>
              </p:cNvPr>
              <p:cNvSpPr/>
              <p:nvPr/>
            </p:nvSpPr>
            <p:spPr bwMode="auto">
              <a:xfrm>
                <a:off x="4158475" y="4207831"/>
                <a:ext cx="2335174" cy="1559077"/>
              </a:xfrm>
              <a:prstGeom prst="rtTriangle">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直角三角形 48">
                <a:extLst>
                  <a:ext uri="{FF2B5EF4-FFF2-40B4-BE49-F238E27FC236}">
                    <a16:creationId xmlns:a16="http://schemas.microsoft.com/office/drawing/2014/main" id="{9FADBBE9-3BEB-BDB2-1DE5-06185A8BCDBA}"/>
                  </a:ext>
                </a:extLst>
              </p:cNvPr>
              <p:cNvSpPr/>
              <p:nvPr/>
            </p:nvSpPr>
            <p:spPr bwMode="auto">
              <a:xfrm rot="10800000">
                <a:off x="4158476" y="4207831"/>
                <a:ext cx="2335174" cy="1559077"/>
              </a:xfrm>
              <a:prstGeom prst="rtTriangle">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53" name="矢印: 五方向 52">
              <a:extLst>
                <a:ext uri="{FF2B5EF4-FFF2-40B4-BE49-F238E27FC236}">
                  <a16:creationId xmlns:a16="http://schemas.microsoft.com/office/drawing/2014/main" id="{2418E8C4-59C4-EA27-8EEB-4D165376F990}"/>
                </a:ext>
              </a:extLst>
            </p:cNvPr>
            <p:cNvSpPr/>
            <p:nvPr/>
          </p:nvSpPr>
          <p:spPr bwMode="auto">
            <a:xfrm>
              <a:off x="4158476" y="5007216"/>
              <a:ext cx="2284754" cy="759691"/>
            </a:xfrm>
            <a:prstGeom prst="homePlate">
              <a:avLst>
                <a:gd name="adj" fmla="val 0"/>
              </a:avLst>
            </a:prstGeom>
            <a:noFill/>
            <a:ln w="9525">
              <a:noFill/>
              <a:miter lim="800000"/>
              <a:headEnd/>
              <a:tailEnd/>
            </a:ln>
            <a:effectLst/>
          </p:spPr>
          <p:txBody>
            <a:bodyPr wrap="none" rtlCol="0" anchor="ctr" anchorCtr="0">
              <a:noAutofit/>
            </a:bodyPr>
            <a:lstStyle/>
            <a:p>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ETL</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矢印: 五方向 53">
              <a:extLst>
                <a:ext uri="{FF2B5EF4-FFF2-40B4-BE49-F238E27FC236}">
                  <a16:creationId xmlns:a16="http://schemas.microsoft.com/office/drawing/2014/main" id="{A2708CFC-90F3-8E5F-DDDE-A5121EB56464}"/>
                </a:ext>
              </a:extLst>
            </p:cNvPr>
            <p:cNvSpPr/>
            <p:nvPr/>
          </p:nvSpPr>
          <p:spPr bwMode="auto">
            <a:xfrm>
              <a:off x="4158476" y="4207831"/>
              <a:ext cx="2284754" cy="759691"/>
            </a:xfrm>
            <a:prstGeom prst="homePlate">
              <a:avLst>
                <a:gd name="adj" fmla="val 0"/>
              </a:avLst>
            </a:prstGeom>
            <a:noFill/>
            <a:ln w="9525">
              <a:noFill/>
              <a:miter lim="800000"/>
              <a:headEnd/>
              <a:tailEnd/>
            </a:ln>
            <a:effectLst/>
          </p:spPr>
          <p:txBody>
            <a:bodyPr wrap="none" rtlCol="0" anchor="ctr" anchorCtr="0">
              <a:noAutofit/>
            </a:bodyPr>
            <a:lstStyle/>
            <a:p>
              <a:pPr algn="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データレイク</a:t>
              </a:r>
            </a:p>
          </p:txBody>
        </p:sp>
      </p:grpSp>
      <p:sp>
        <p:nvSpPr>
          <p:cNvPr id="56" name="矢印: 五方向 55">
            <a:extLst>
              <a:ext uri="{FF2B5EF4-FFF2-40B4-BE49-F238E27FC236}">
                <a16:creationId xmlns:a16="http://schemas.microsoft.com/office/drawing/2014/main" id="{24247873-062D-6A09-9E02-63CF430E5A47}"/>
              </a:ext>
            </a:extLst>
          </p:cNvPr>
          <p:cNvSpPr/>
          <p:nvPr/>
        </p:nvSpPr>
        <p:spPr bwMode="auto">
          <a:xfrm>
            <a:off x="6493651" y="4207831"/>
            <a:ext cx="2284756" cy="1559075"/>
          </a:xfrm>
          <a:prstGeom prst="homePlate">
            <a:avLst>
              <a:gd name="adj" fmla="val 0"/>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r>
              <a:rPr kumimoji="1" lang="en-US" altLang="ja-JP" sz="1400">
                <a:solidFill>
                  <a:schemeClr val="tx1">
                    <a:lumMod val="75000"/>
                    <a:lumOff val="25000"/>
                  </a:schemeClr>
                </a:solidFill>
                <a:latin typeface="Meiryo UI" panose="020B0604030504040204" pitchFamily="50" charset="-128"/>
                <a:ea typeface="Meiryo UI" panose="020B0604030504040204" pitchFamily="50" charset="-128"/>
              </a:rPr>
              <a:t>DWH</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タイトル 5">
            <a:extLst>
              <a:ext uri="{FF2B5EF4-FFF2-40B4-BE49-F238E27FC236}">
                <a16:creationId xmlns:a16="http://schemas.microsoft.com/office/drawing/2014/main" id="{6864D177-DA83-B483-C5B5-BD0D4CEDDFBC}"/>
              </a:ext>
            </a:extLst>
          </p:cNvPr>
          <p:cNvSpPr txBox="1">
            <a:spLocks/>
          </p:cNvSpPr>
          <p:nvPr/>
        </p:nvSpPr>
        <p:spPr>
          <a:xfrm>
            <a:off x="160564" y="175927"/>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a:t>
            </a:r>
            <a:r>
              <a:rPr lang="ja-JP" altLang="en-US" b="0" kern="0"/>
              <a:t>　</a:t>
            </a:r>
            <a:r>
              <a:rPr lang="zh-TW" altLang="en-US" b="0" kern="0"/>
              <a:t>提案</a:t>
            </a:r>
            <a:r>
              <a:rPr lang="ja-JP" altLang="en-US" b="0" kern="0"/>
              <a:t>②</a:t>
            </a:r>
            <a:r>
              <a:rPr lang="en-US" altLang="ja-JP" sz="2400" b="0">
                <a:solidFill>
                  <a:schemeClr val="tx1"/>
                </a:solidFill>
                <a:latin typeface="Meiryo UI" panose="020B0604030504040204" pitchFamily="50" charset="-128"/>
                <a:ea typeface="Meiryo UI" panose="020B0604030504040204" pitchFamily="50" charset="-128"/>
              </a:rPr>
              <a:t>TDB</a:t>
            </a:r>
            <a:r>
              <a:rPr lang="ja-JP" altLang="en-US" sz="2400" b="0">
                <a:solidFill>
                  <a:schemeClr val="tx1"/>
                </a:solidFill>
                <a:latin typeface="Meiryo UI" panose="020B0604030504040204" pitchFamily="50" charset="-128"/>
                <a:ea typeface="Meiryo UI" panose="020B0604030504040204" pitchFamily="50" charset="-128"/>
              </a:rPr>
              <a:t>様全体のデータ課題に対するご提案</a:t>
            </a:r>
            <a:endParaRPr lang="zh-TW" altLang="en-US" b="0" kern="0"/>
          </a:p>
        </p:txBody>
      </p:sp>
      <p:sp>
        <p:nvSpPr>
          <p:cNvPr id="12" name="コンテンツ プレースホルダー 4">
            <a:extLst>
              <a:ext uri="{FF2B5EF4-FFF2-40B4-BE49-F238E27FC236}">
                <a16:creationId xmlns:a16="http://schemas.microsoft.com/office/drawing/2014/main" id="{EFDEB12C-FD84-B75A-A5A3-C4925F9023DC}"/>
              </a:ext>
            </a:extLst>
          </p:cNvPr>
          <p:cNvSpPr txBox="1">
            <a:spLocks/>
          </p:cNvSpPr>
          <p:nvPr/>
        </p:nvSpPr>
        <p:spPr>
          <a:xfrm>
            <a:off x="334189" y="1005093"/>
            <a:ext cx="11232000" cy="360000"/>
          </a:xfrm>
          <a:prstGeom prst="rect">
            <a:avLst/>
          </a:prstGeom>
        </p:spPr>
        <p:txBody>
          <a:bodyPr lIns="91440" tIns="0" rIns="91440" bIns="0" anchor="ctr" anchorCtr="0">
            <a:noAutofit/>
          </a:bodyPr>
          <a:lstStyle>
            <a:lvl1pPr marL="0" indent="0" algn="l" rtl="0" fontAlgn="base">
              <a:lnSpc>
                <a:spcPct val="90000"/>
              </a:lnSpc>
              <a:spcBef>
                <a:spcPct val="0"/>
              </a:spcBef>
              <a:spcAft>
                <a:spcPct val="0"/>
              </a:spcAft>
              <a:buNone/>
              <a:tabLst>
                <a:tab pos="0" algn="r"/>
                <a:tab pos="2700338" algn="ctr"/>
                <a:tab pos="5400675" algn="r"/>
              </a:tabLst>
              <a:defRPr kumimoji="1" lang="ja-JP" altLang="en-US" sz="2000" kern="1200" baseline="0" dirty="0">
                <a:solidFill>
                  <a:schemeClr val="tx1"/>
                </a:solidFill>
                <a:latin typeface="+mn-ea"/>
                <a:ea typeface="+mn-ea"/>
                <a:cs typeface="+mn-cs"/>
              </a:defRPr>
            </a:lvl1pPr>
            <a:lvl2pPr marL="742950" indent="-285750" algn="l" rtl="0" fontAlgn="base">
              <a:spcBef>
                <a:spcPct val="20000"/>
              </a:spcBef>
              <a:spcAft>
                <a:spcPct val="0"/>
              </a:spcAft>
              <a:buChar char="–"/>
              <a:defRPr kumimoji="1" sz="2400">
                <a:solidFill>
                  <a:schemeClr val="tx1"/>
                </a:solidFill>
                <a:latin typeface="+mn-lt"/>
                <a:ea typeface="+mn-ea"/>
              </a:defRPr>
            </a:lvl2pPr>
            <a:lvl3pPr marL="1143000" indent="-228600" algn="l" rtl="0" fontAlgn="base">
              <a:spcBef>
                <a:spcPct val="20000"/>
              </a:spcBef>
              <a:spcAft>
                <a:spcPct val="0"/>
              </a:spcAft>
              <a:buChar char="•"/>
              <a:defRPr kumimoji="1" sz="2000">
                <a:solidFill>
                  <a:schemeClr val="tx1"/>
                </a:solidFill>
                <a:latin typeface="+mn-lt"/>
                <a:ea typeface="+mn-ea"/>
              </a:defRPr>
            </a:lvl3pPr>
            <a:lvl4pPr marL="1600200" indent="-228600" algn="l" rtl="0" fontAlgn="base">
              <a:spcBef>
                <a:spcPct val="20000"/>
              </a:spcBef>
              <a:spcAft>
                <a:spcPct val="0"/>
              </a:spcAft>
              <a:buChar char="–"/>
              <a:defRPr kumimoji="1" sz="1800">
                <a:solidFill>
                  <a:schemeClr val="tx1"/>
                </a:solidFill>
                <a:latin typeface="+mn-lt"/>
                <a:ea typeface="+mn-ea"/>
              </a:defRPr>
            </a:lvl4pPr>
            <a:lvl5pPr marL="2057400" indent="-228600" algn="l" rtl="0" fontAlgn="base">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r>
              <a:rPr kumimoji="1" lang="en-US" altLang="ja-JP" sz="1600" err="1">
                <a:latin typeface="Meiryo UI" panose="020B0604030504040204" pitchFamily="50" charset="-128"/>
                <a:ea typeface="Meiryo UI" panose="020B0604030504040204" pitchFamily="50" charset="-128"/>
              </a:rPr>
              <a:t>tobe</a:t>
            </a:r>
            <a:r>
              <a:rPr kumimoji="1" lang="ja-JP" altLang="en-US" sz="1600">
                <a:latin typeface="Meiryo UI" panose="020B0604030504040204" pitchFamily="50" charset="-128"/>
                <a:ea typeface="Meiryo UI" panose="020B0604030504040204" pitchFamily="50" charset="-128"/>
              </a:rPr>
              <a:t>アーキテクチャ</a:t>
            </a:r>
            <a:r>
              <a:rPr lang="ja-JP" altLang="en-US" sz="1600">
                <a:latin typeface="Meiryo UI" panose="020B0604030504040204" pitchFamily="50" charset="-128"/>
                <a:ea typeface="Meiryo UI" panose="020B0604030504040204" pitchFamily="50" charset="-128"/>
              </a:rPr>
              <a:t>としては、</a:t>
            </a:r>
            <a:r>
              <a:rPr kumimoji="1" lang="ja-JP" altLang="en-US" sz="1600">
                <a:latin typeface="Meiryo UI" panose="020B0604030504040204" pitchFamily="50" charset="-128"/>
                <a:ea typeface="Meiryo UI" panose="020B0604030504040204" pitchFamily="50" charset="-128"/>
              </a:rPr>
              <a:t>データレイクおよび</a:t>
            </a:r>
            <a:r>
              <a:rPr kumimoji="1" lang="en-US" altLang="ja-JP" sz="1600">
                <a:latin typeface="Meiryo UI" panose="020B0604030504040204" pitchFamily="50" charset="-128"/>
                <a:ea typeface="Meiryo UI" panose="020B0604030504040204" pitchFamily="50" charset="-128"/>
              </a:rPr>
              <a:t>DWH</a:t>
            </a:r>
            <a:r>
              <a:rPr kumimoji="1" lang="ja-JP" altLang="en-US" sz="1600">
                <a:latin typeface="Meiryo UI" panose="020B0604030504040204" pitchFamily="50" charset="-128"/>
                <a:ea typeface="Meiryo UI" panose="020B0604030504040204" pitchFamily="50" charset="-128"/>
              </a:rPr>
              <a:t>の導入</a:t>
            </a:r>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一元管理と</a:t>
            </a:r>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、ならびに最終的にはインプットに使用している</a:t>
            </a:r>
            <a:endParaRPr kumimoji="1" lang="en-US" altLang="ja-JP" sz="1600">
              <a:latin typeface="Meiryo UI" panose="020B0604030504040204" pitchFamily="50" charset="-128"/>
              <a:ea typeface="Meiryo UI" panose="020B0604030504040204" pitchFamily="50" charset="-128"/>
            </a:endParaRPr>
          </a:p>
          <a:p>
            <a:r>
              <a:rPr kumimoji="1" lang="ja-JP" altLang="en-US" sz="1600">
                <a:latin typeface="Meiryo UI" panose="020B0604030504040204" pitchFamily="50" charset="-128"/>
                <a:ea typeface="Meiryo UI" panose="020B0604030504040204" pitchFamily="50" charset="-128"/>
              </a:rPr>
              <a:t>システムの基盤統一化を目指していると考えております。</a:t>
            </a:r>
          </a:p>
        </p:txBody>
      </p:sp>
      <p:grpSp>
        <p:nvGrpSpPr>
          <p:cNvPr id="5" name="グループ化 4">
            <a:extLst>
              <a:ext uri="{FF2B5EF4-FFF2-40B4-BE49-F238E27FC236}">
                <a16:creationId xmlns:a16="http://schemas.microsoft.com/office/drawing/2014/main" id="{D4DD8251-F5EC-2621-310F-0671392FB69C}"/>
              </a:ext>
            </a:extLst>
          </p:cNvPr>
          <p:cNvGrpSpPr/>
          <p:nvPr/>
        </p:nvGrpSpPr>
        <p:grpSpPr>
          <a:xfrm>
            <a:off x="4158476" y="4207831"/>
            <a:ext cx="2284754" cy="1559077"/>
            <a:chOff x="4158476" y="4207831"/>
            <a:chExt cx="2284754" cy="1559077"/>
          </a:xfrm>
        </p:grpSpPr>
        <p:grpSp>
          <p:nvGrpSpPr>
            <p:cNvPr id="6" name="グループ化 5">
              <a:extLst>
                <a:ext uri="{FF2B5EF4-FFF2-40B4-BE49-F238E27FC236}">
                  <a16:creationId xmlns:a16="http://schemas.microsoft.com/office/drawing/2014/main" id="{14B122E4-2F05-2180-7058-12ADACD5EB02}"/>
                </a:ext>
              </a:extLst>
            </p:cNvPr>
            <p:cNvGrpSpPr/>
            <p:nvPr/>
          </p:nvGrpSpPr>
          <p:grpSpPr>
            <a:xfrm>
              <a:off x="4158476" y="4207831"/>
              <a:ext cx="2284754" cy="1559077"/>
              <a:chOff x="4158475" y="4207831"/>
              <a:chExt cx="2335175" cy="1559077"/>
            </a:xfrm>
          </p:grpSpPr>
          <p:sp>
            <p:nvSpPr>
              <p:cNvPr id="37" name="直角三角形 36">
                <a:extLst>
                  <a:ext uri="{FF2B5EF4-FFF2-40B4-BE49-F238E27FC236}">
                    <a16:creationId xmlns:a16="http://schemas.microsoft.com/office/drawing/2014/main" id="{DB820F8E-BF6A-C23F-77DE-2A7C7965CC95}"/>
                  </a:ext>
                </a:extLst>
              </p:cNvPr>
              <p:cNvSpPr/>
              <p:nvPr/>
            </p:nvSpPr>
            <p:spPr bwMode="auto">
              <a:xfrm>
                <a:off x="4158475" y="4207831"/>
                <a:ext cx="2335174" cy="1559077"/>
              </a:xfrm>
              <a:prstGeom prst="rtTriangle">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直角三角形 38">
                <a:extLst>
                  <a:ext uri="{FF2B5EF4-FFF2-40B4-BE49-F238E27FC236}">
                    <a16:creationId xmlns:a16="http://schemas.microsoft.com/office/drawing/2014/main" id="{56D06A0D-2B7B-7F13-0D06-F1AD09B5D847}"/>
                  </a:ext>
                </a:extLst>
              </p:cNvPr>
              <p:cNvSpPr/>
              <p:nvPr/>
            </p:nvSpPr>
            <p:spPr bwMode="auto">
              <a:xfrm rot="10800000">
                <a:off x="4158476" y="4207831"/>
                <a:ext cx="2335174" cy="1559077"/>
              </a:xfrm>
              <a:prstGeom prst="rtTriangle">
                <a:avLst/>
              </a:prstGeom>
              <a:solidFill>
                <a:schemeClr val="accent5">
                  <a:lumMod val="20000"/>
                  <a:lumOff val="80000"/>
                </a:schemeClr>
              </a:solidFill>
              <a:ln w="9525">
                <a:solidFill>
                  <a:schemeClr val="tx1">
                    <a:lumMod val="75000"/>
                    <a:lumOff val="25000"/>
                  </a:schemeClr>
                </a:solidFill>
                <a:miter lim="800000"/>
                <a:headEnd/>
                <a:tailEnd/>
              </a:ln>
              <a:effectLst/>
            </p:spPr>
            <p:txBody>
              <a:bodyPr wrap="none" rtlCol="0" anchor="ctr" anchorCtr="0">
                <a:noAutofit/>
              </a:bodyPr>
              <a:lstStyle/>
              <a:p>
                <a:pPr algn="ct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28" name="矢印: 五方向 27">
              <a:extLst>
                <a:ext uri="{FF2B5EF4-FFF2-40B4-BE49-F238E27FC236}">
                  <a16:creationId xmlns:a16="http://schemas.microsoft.com/office/drawing/2014/main" id="{18178D6B-616A-FA69-D1ED-F20387F79CED}"/>
                </a:ext>
              </a:extLst>
            </p:cNvPr>
            <p:cNvSpPr/>
            <p:nvPr/>
          </p:nvSpPr>
          <p:spPr bwMode="auto">
            <a:xfrm>
              <a:off x="4158476" y="5007216"/>
              <a:ext cx="2284754" cy="759691"/>
            </a:xfrm>
            <a:prstGeom prst="homePlate">
              <a:avLst>
                <a:gd name="adj" fmla="val 0"/>
              </a:avLst>
            </a:prstGeom>
            <a:noFill/>
            <a:ln w="9525">
              <a:noFill/>
              <a:miter lim="800000"/>
              <a:headEnd/>
              <a:tailEnd/>
            </a:ln>
            <a:effectLst/>
          </p:spPr>
          <p:txBody>
            <a:bodyPr wrap="none" rtlCol="0" anchor="ctr" anchorCtr="0">
              <a:noAutofit/>
            </a:bodyPr>
            <a:lstStyle/>
            <a:p>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ETL</a:t>
              </a:r>
              <a:endPar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矢印: 五方向 34">
              <a:extLst>
                <a:ext uri="{FF2B5EF4-FFF2-40B4-BE49-F238E27FC236}">
                  <a16:creationId xmlns:a16="http://schemas.microsoft.com/office/drawing/2014/main" id="{A14A68D9-FF05-171F-D05D-FABEE9D991F9}"/>
                </a:ext>
              </a:extLst>
            </p:cNvPr>
            <p:cNvSpPr/>
            <p:nvPr/>
          </p:nvSpPr>
          <p:spPr bwMode="auto">
            <a:xfrm>
              <a:off x="4158476" y="4207831"/>
              <a:ext cx="2284754" cy="759691"/>
            </a:xfrm>
            <a:prstGeom prst="homePlate">
              <a:avLst>
                <a:gd name="adj" fmla="val 0"/>
              </a:avLst>
            </a:prstGeom>
            <a:noFill/>
            <a:ln w="9525">
              <a:noFill/>
              <a:miter lim="800000"/>
              <a:headEnd/>
              <a:tailEnd/>
            </a:ln>
            <a:effectLst/>
          </p:spPr>
          <p:txBody>
            <a:bodyPr wrap="none" rtlCol="0" anchor="ctr" anchorCtr="0">
              <a:noAutofit/>
            </a:bodyPr>
            <a:lstStyle/>
            <a:p>
              <a:pPr algn="r"/>
              <a:r>
                <a:rPr kumimoji="1" lang="ja-JP" altLang="en-US" sz="1400">
                  <a:solidFill>
                    <a:schemeClr val="tx1">
                      <a:lumMod val="75000"/>
                      <a:lumOff val="25000"/>
                    </a:schemeClr>
                  </a:solidFill>
                  <a:latin typeface="Meiryo UI" panose="020B0604030504040204" pitchFamily="50" charset="-128"/>
                  <a:ea typeface="Meiryo UI" panose="020B0604030504040204" pitchFamily="50" charset="-128"/>
                </a:rPr>
                <a:t>データレイク</a:t>
              </a:r>
            </a:p>
          </p:txBody>
        </p:sp>
      </p:grpSp>
      <p:sp>
        <p:nvSpPr>
          <p:cNvPr id="41" name="正方形/長方形 40">
            <a:extLst>
              <a:ext uri="{FF2B5EF4-FFF2-40B4-BE49-F238E27FC236}">
                <a16:creationId xmlns:a16="http://schemas.microsoft.com/office/drawing/2014/main" id="{A19286BA-8649-BF16-F9D5-C3BE69810A9D}"/>
              </a:ext>
            </a:extLst>
          </p:cNvPr>
          <p:cNvSpPr/>
          <p:nvPr/>
        </p:nvSpPr>
        <p:spPr bwMode="auto">
          <a:xfrm>
            <a:off x="1823284" y="4199147"/>
            <a:ext cx="2284752" cy="1559073"/>
          </a:xfrm>
          <a:prstGeom prst="rect">
            <a:avLst/>
          </a:prstGeom>
          <a:noFill/>
          <a:ln w="28575">
            <a:solidFill>
              <a:srgbClr val="FD0014"/>
            </a:solidFill>
            <a:miter lim="800000"/>
            <a:headEnd/>
            <a:tailEnd/>
          </a:ln>
          <a:effectLst/>
        </p:spPr>
        <p:txBody>
          <a:bodyPr wrap="none" rtlCol="0" anchor="ctr" anchorCtr="0">
            <a:noAutofit/>
          </a:bodyPr>
          <a:lstStyle/>
          <a:p>
            <a:pPr algn="ctr"/>
            <a:endParaRPr kumimoji="1" lang="ja-JP" altLang="en-US" sz="1800">
              <a:solidFill>
                <a:schemeClr val="tx1"/>
              </a:solidFill>
              <a:latin typeface="Meiryo UI" panose="020B0604030504040204" pitchFamily="50" charset="-128"/>
              <a:ea typeface="Meiryo UI" panose="020B0604030504040204" pitchFamily="50" charset="-128"/>
            </a:endParaRPr>
          </a:p>
        </p:txBody>
      </p:sp>
      <p:grpSp>
        <p:nvGrpSpPr>
          <p:cNvPr id="46" name="グループ化 45">
            <a:extLst>
              <a:ext uri="{FF2B5EF4-FFF2-40B4-BE49-F238E27FC236}">
                <a16:creationId xmlns:a16="http://schemas.microsoft.com/office/drawing/2014/main" id="{4AE0500A-0052-19AC-E443-2F0D684BF971}"/>
              </a:ext>
            </a:extLst>
          </p:cNvPr>
          <p:cNvGrpSpPr/>
          <p:nvPr/>
        </p:nvGrpSpPr>
        <p:grpSpPr>
          <a:xfrm>
            <a:off x="1295431" y="5864246"/>
            <a:ext cx="2057053" cy="595703"/>
            <a:chOff x="452215" y="5806280"/>
            <a:chExt cx="2057053" cy="595703"/>
          </a:xfrm>
        </p:grpSpPr>
        <p:sp>
          <p:nvSpPr>
            <p:cNvPr id="51" name="正方形/長方形 50">
              <a:extLst>
                <a:ext uri="{FF2B5EF4-FFF2-40B4-BE49-F238E27FC236}">
                  <a16:creationId xmlns:a16="http://schemas.microsoft.com/office/drawing/2014/main" id="{259412D1-26F1-9779-B243-CAB5B746B6CB}"/>
                </a:ext>
              </a:extLst>
            </p:cNvPr>
            <p:cNvSpPr/>
            <p:nvPr/>
          </p:nvSpPr>
          <p:spPr bwMode="auto">
            <a:xfrm>
              <a:off x="547321" y="5886000"/>
              <a:ext cx="1961947" cy="515983"/>
            </a:xfrm>
            <a:prstGeom prst="rect">
              <a:avLst/>
            </a:prstGeom>
            <a:solidFill>
              <a:schemeClr val="bg1"/>
            </a:solidFill>
            <a:ln w="28575">
              <a:solidFill>
                <a:srgbClr val="FD0014"/>
              </a:solidFill>
              <a:miter lim="800000"/>
              <a:headEnd/>
              <a:tailEnd/>
            </a:ln>
            <a:effectLst/>
          </p:spPr>
          <p:txBody>
            <a:bodyPr wrap="none" rtlCol="0" anchor="ctr" anchorCtr="0">
              <a:noAutofit/>
            </a:bodyPr>
            <a:lstStyle/>
            <a:p>
              <a:pPr algn="ctr"/>
              <a:r>
                <a:rPr lang="ja-JP" altLang="en-US" sz="1400">
                  <a:solidFill>
                    <a:schemeClr val="tx1"/>
                  </a:solidFill>
                  <a:latin typeface="Meiryo UI" panose="020B0604030504040204" pitchFamily="50" charset="-128"/>
                  <a:ea typeface="Meiryo UI" panose="020B0604030504040204" pitchFamily="50" charset="-128"/>
                </a:rPr>
                <a:t>業務プロセス含めた</a:t>
              </a:r>
              <a:endParaRPr lang="en-US" altLang="ja-JP" sz="1400">
                <a:solidFill>
                  <a:schemeClr val="tx1"/>
                </a:solidFill>
                <a:latin typeface="Meiryo UI" panose="020B0604030504040204" pitchFamily="50" charset="-128"/>
                <a:ea typeface="Meiryo UI" panose="020B0604030504040204" pitchFamily="50" charset="-128"/>
              </a:endParaRPr>
            </a:p>
            <a:p>
              <a:pPr algn="ctr"/>
              <a:r>
                <a:rPr lang="ja-JP" altLang="en-US" sz="1400">
                  <a:solidFill>
                    <a:schemeClr val="tx1"/>
                  </a:solidFill>
                  <a:latin typeface="Meiryo UI" panose="020B0604030504040204" pitchFamily="50" charset="-128"/>
                  <a:ea typeface="Meiryo UI" panose="020B0604030504040204" pitchFamily="50" charset="-128"/>
                </a:rPr>
                <a:t>システム基盤の検討・改修</a:t>
              </a:r>
              <a:endParaRPr kumimoji="1" lang="ja-JP" altLang="en-US" sz="1400">
                <a:solidFill>
                  <a:schemeClr val="tx1"/>
                </a:solidFill>
                <a:latin typeface="Meiryo UI" panose="020B0604030504040204" pitchFamily="50" charset="-128"/>
                <a:ea typeface="Meiryo UI" panose="020B0604030504040204" pitchFamily="50" charset="-128"/>
              </a:endParaRPr>
            </a:p>
          </p:txBody>
        </p:sp>
        <p:sp>
          <p:nvSpPr>
            <p:cNvPr id="52" name="楕円 51">
              <a:extLst>
                <a:ext uri="{FF2B5EF4-FFF2-40B4-BE49-F238E27FC236}">
                  <a16:creationId xmlns:a16="http://schemas.microsoft.com/office/drawing/2014/main" id="{3207AEA7-08BF-BCD8-E5D1-206376CC5080}"/>
                </a:ext>
              </a:extLst>
            </p:cNvPr>
            <p:cNvSpPr/>
            <p:nvPr/>
          </p:nvSpPr>
          <p:spPr bwMode="auto">
            <a:xfrm>
              <a:off x="452215" y="5806280"/>
              <a:ext cx="199187" cy="198000"/>
            </a:xfrm>
            <a:prstGeom prst="ellipse">
              <a:avLst/>
            </a:prstGeom>
            <a:solidFill>
              <a:schemeClr val="bg1"/>
            </a:solidFill>
            <a:ln w="28575">
              <a:solidFill>
                <a:srgbClr val="FD0014"/>
              </a:solidFill>
              <a:miter lim="800000"/>
              <a:headEnd/>
              <a:tailEnd/>
            </a:ln>
            <a:effectLst/>
          </p:spPr>
          <p:txBody>
            <a:bodyPr wrap="none" rtlCol="0" anchor="ctr" anchorCtr="0">
              <a:noAutofit/>
            </a:bodyPr>
            <a:lstStyle/>
            <a:p>
              <a:pPr algn="ctr"/>
              <a:r>
                <a:rPr kumimoji="1" lang="en-US" altLang="ja-JP" sz="1400">
                  <a:solidFill>
                    <a:schemeClr val="tx1"/>
                  </a:solidFill>
                  <a:latin typeface="Meiryo UI" panose="020B0604030504040204" pitchFamily="50" charset="-128"/>
                  <a:ea typeface="Meiryo UI" panose="020B0604030504040204" pitchFamily="50" charset="-128"/>
                </a:rPr>
                <a:t>1</a:t>
              </a:r>
              <a:endParaRPr kumimoji="1" lang="ja-JP" altLang="en-US" sz="1400">
                <a:solidFill>
                  <a:schemeClr val="tx1"/>
                </a:solidFill>
                <a:latin typeface="Meiryo UI" panose="020B0604030504040204" pitchFamily="50" charset="-128"/>
                <a:ea typeface="Meiryo UI" panose="020B0604030504040204" pitchFamily="50" charset="-128"/>
              </a:endParaRPr>
            </a:p>
          </p:txBody>
        </p:sp>
      </p:grpSp>
      <p:grpSp>
        <p:nvGrpSpPr>
          <p:cNvPr id="57" name="グループ化 56">
            <a:extLst>
              <a:ext uri="{FF2B5EF4-FFF2-40B4-BE49-F238E27FC236}">
                <a16:creationId xmlns:a16="http://schemas.microsoft.com/office/drawing/2014/main" id="{38EC4BD2-E3C3-EEBE-54E9-74C4C70B73ED}"/>
              </a:ext>
            </a:extLst>
          </p:cNvPr>
          <p:cNvGrpSpPr/>
          <p:nvPr/>
        </p:nvGrpSpPr>
        <p:grpSpPr>
          <a:xfrm>
            <a:off x="4062686" y="5806280"/>
            <a:ext cx="2065342" cy="604385"/>
            <a:chOff x="2796601" y="5806280"/>
            <a:chExt cx="2065342" cy="604385"/>
          </a:xfrm>
        </p:grpSpPr>
        <p:sp>
          <p:nvSpPr>
            <p:cNvPr id="58" name="正方形/長方形 57">
              <a:extLst>
                <a:ext uri="{FF2B5EF4-FFF2-40B4-BE49-F238E27FC236}">
                  <a16:creationId xmlns:a16="http://schemas.microsoft.com/office/drawing/2014/main" id="{7C7F641E-404A-E033-5B50-4364AEF4773C}"/>
                </a:ext>
              </a:extLst>
            </p:cNvPr>
            <p:cNvSpPr/>
            <p:nvPr/>
          </p:nvSpPr>
          <p:spPr bwMode="auto">
            <a:xfrm>
              <a:off x="2899996" y="5894682"/>
              <a:ext cx="1961947" cy="515983"/>
            </a:xfrm>
            <a:prstGeom prst="rect">
              <a:avLst/>
            </a:prstGeom>
            <a:solidFill>
              <a:schemeClr val="bg1"/>
            </a:solidFill>
            <a:ln w="28575">
              <a:solidFill>
                <a:srgbClr val="FD0014"/>
              </a:solidFill>
              <a:miter lim="800000"/>
              <a:headEnd/>
              <a:tailEnd/>
            </a:ln>
            <a:effectLst/>
          </p:spPr>
          <p:txBody>
            <a:bodyPr wrap="none" rtlCol="0" anchor="ctr" anchorCtr="0">
              <a:noAutofit/>
            </a:bodyPr>
            <a:lstStyle/>
            <a:p>
              <a:pPr algn="ctr"/>
              <a:r>
                <a:rPr lang="ja-JP" altLang="en-US" sz="1400">
                  <a:solidFill>
                    <a:schemeClr val="tx1"/>
                  </a:solidFill>
                  <a:latin typeface="Meiryo UI" panose="020B0604030504040204" pitchFamily="50" charset="-128"/>
                  <a:ea typeface="Meiryo UI" panose="020B0604030504040204" pitchFamily="50" charset="-128"/>
                </a:rPr>
                <a:t>システム基盤の検討・導入</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59" name="楕円 58">
              <a:extLst>
                <a:ext uri="{FF2B5EF4-FFF2-40B4-BE49-F238E27FC236}">
                  <a16:creationId xmlns:a16="http://schemas.microsoft.com/office/drawing/2014/main" id="{5CCF7D31-F5FC-D929-F235-A1F7DC01C295}"/>
                </a:ext>
              </a:extLst>
            </p:cNvPr>
            <p:cNvSpPr/>
            <p:nvPr/>
          </p:nvSpPr>
          <p:spPr bwMode="auto">
            <a:xfrm>
              <a:off x="2796601" y="5806280"/>
              <a:ext cx="199187" cy="198000"/>
            </a:xfrm>
            <a:prstGeom prst="ellipse">
              <a:avLst/>
            </a:prstGeom>
            <a:solidFill>
              <a:schemeClr val="bg1"/>
            </a:solidFill>
            <a:ln w="28575">
              <a:solidFill>
                <a:srgbClr val="FD0014"/>
              </a:solidFill>
              <a:miter lim="800000"/>
              <a:headEnd/>
              <a:tailEnd/>
            </a:ln>
            <a:effectLst/>
          </p:spPr>
          <p:txBody>
            <a:bodyPr wrap="none" rtlCol="0" anchor="ctr" anchorCtr="0">
              <a:noAutofit/>
            </a:bodyPr>
            <a:lstStyle/>
            <a:p>
              <a:pPr algn="ctr"/>
              <a:r>
                <a:rPr kumimoji="1" lang="en-US" altLang="ja-JP" sz="1400">
                  <a:solidFill>
                    <a:schemeClr val="tx1"/>
                  </a:solidFill>
                  <a:latin typeface="Meiryo UI" panose="020B0604030504040204" pitchFamily="50" charset="-128"/>
                  <a:ea typeface="Meiryo UI" panose="020B0604030504040204" pitchFamily="50" charset="-128"/>
                </a:rPr>
                <a:t>2</a:t>
              </a:r>
              <a:endParaRPr kumimoji="1" lang="ja-JP" altLang="en-US" sz="1400">
                <a:solidFill>
                  <a:schemeClr val="tx1"/>
                </a:solidFill>
                <a:latin typeface="Meiryo UI" panose="020B0604030504040204" pitchFamily="50" charset="-128"/>
                <a:ea typeface="Meiryo UI" panose="020B0604030504040204" pitchFamily="50" charset="-128"/>
              </a:endParaRPr>
            </a:p>
          </p:txBody>
        </p:sp>
      </p:grpSp>
      <p:sp>
        <p:nvSpPr>
          <p:cNvPr id="60" name="正方形/長方形 59">
            <a:extLst>
              <a:ext uri="{FF2B5EF4-FFF2-40B4-BE49-F238E27FC236}">
                <a16:creationId xmlns:a16="http://schemas.microsoft.com/office/drawing/2014/main" id="{52207089-0B8E-54FD-73DE-8CC4DC28A125}"/>
              </a:ext>
            </a:extLst>
          </p:cNvPr>
          <p:cNvSpPr/>
          <p:nvPr/>
        </p:nvSpPr>
        <p:spPr bwMode="auto">
          <a:xfrm>
            <a:off x="4158469" y="4202096"/>
            <a:ext cx="4619937" cy="1559073"/>
          </a:xfrm>
          <a:prstGeom prst="rect">
            <a:avLst/>
          </a:prstGeom>
          <a:noFill/>
          <a:ln w="28575">
            <a:solidFill>
              <a:srgbClr val="FD0014"/>
            </a:solidFill>
            <a:miter lim="800000"/>
            <a:headEnd/>
            <a:tailEnd/>
          </a:ln>
          <a:effectLst/>
        </p:spPr>
        <p:txBody>
          <a:bodyPr wrap="none" rtlCol="0" anchor="ctr" anchorCtr="0">
            <a:noAutofit/>
          </a:bodyPr>
          <a:lstStyle/>
          <a:p>
            <a:pPr algn="ctr"/>
            <a:endParaRPr kumimoji="1" lang="ja-JP" altLang="en-US" sz="18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66261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A4590-FC63-0F15-D598-3BA326C74DF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EF1A336-C625-75B2-64DD-073D06D37267}"/>
              </a:ext>
            </a:extLst>
          </p:cNvPr>
          <p:cNvSpPr txBox="1"/>
          <p:nvPr/>
        </p:nvSpPr>
        <p:spPr>
          <a:xfrm>
            <a:off x="138783" y="887014"/>
            <a:ext cx="12154586" cy="840230"/>
          </a:xfrm>
          <a:prstGeom prst="rect">
            <a:avLst/>
          </a:prstGeom>
          <a:noFill/>
        </p:spPr>
        <p:txBody>
          <a:bodyPr wrap="square" rtlCol="0">
            <a:spAutoFit/>
          </a:bodyPr>
          <a:lstStyle/>
          <a:p>
            <a:endParaRPr lang="en-US" altLang="ja-JP" sz="1800">
              <a:solidFill>
                <a:schemeClr val="tx1"/>
              </a:solidFill>
              <a:latin typeface="Meiryo UI" panose="020B0604030504040204" pitchFamily="50" charset="-128"/>
              <a:ea typeface="Meiryo UI" panose="020B0604030504040204" pitchFamily="50" charset="-128"/>
            </a:endParaRPr>
          </a:p>
          <a:p>
            <a:endParaRPr lang="en-US" altLang="ja-JP" sz="1800">
              <a:solidFill>
                <a:schemeClr val="tx1"/>
              </a:solidFill>
              <a:latin typeface="Meiryo UI" panose="020B0604030504040204" pitchFamily="50" charset="-128"/>
              <a:ea typeface="Meiryo UI" panose="020B0604030504040204" pitchFamily="50" charset="-128"/>
            </a:endParaRPr>
          </a:p>
          <a:p>
            <a:endParaRPr lang="en-US" altLang="ja-JP" sz="1800">
              <a:solidFill>
                <a:schemeClr val="tx1"/>
              </a:solidFill>
              <a:latin typeface="Meiryo UI" panose="020B0604030504040204" pitchFamily="50" charset="-128"/>
              <a:ea typeface="Meiryo UI" panose="020B0604030504040204" pitchFamily="50" charset="-128"/>
            </a:endParaRPr>
          </a:p>
        </p:txBody>
      </p:sp>
      <p:sp>
        <p:nvSpPr>
          <p:cNvPr id="6" name="タイトル 5">
            <a:extLst>
              <a:ext uri="{FF2B5EF4-FFF2-40B4-BE49-F238E27FC236}">
                <a16:creationId xmlns:a16="http://schemas.microsoft.com/office/drawing/2014/main" id="{45769C33-9AEF-8AD0-5061-361C391B9FAC}"/>
              </a:ext>
            </a:extLst>
          </p:cNvPr>
          <p:cNvSpPr>
            <a:spLocks noGrp="1"/>
          </p:cNvSpPr>
          <p:nvPr>
            <p:ph type="title"/>
          </p:nvPr>
        </p:nvSpPr>
        <p:spPr>
          <a:xfrm>
            <a:off x="295751" y="132596"/>
            <a:ext cx="11235849" cy="449263"/>
          </a:xfrm>
        </p:spPr>
        <p:txBody>
          <a:bodyPr wrap="none" lIns="91440" tIns="45720" rIns="91440" bIns="45720" anchor="ctr"/>
          <a:lstStyle/>
          <a:p>
            <a:r>
              <a:rPr kumimoji="1" lang="en-US" altLang="ja-JP" b="0">
                <a:latin typeface="Meiryo UI" panose="020B0604030504040204" pitchFamily="50" charset="-128"/>
                <a:ea typeface="Meiryo UI" panose="020B0604030504040204" pitchFamily="50" charset="-128"/>
              </a:rPr>
              <a:t>2025/4</a:t>
            </a:r>
            <a:r>
              <a:rPr kumimoji="1" lang="ja-JP" altLang="en-US" b="0">
                <a:latin typeface="Meiryo UI" panose="020B0604030504040204" pitchFamily="50" charset="-128"/>
                <a:ea typeface="Meiryo UI" panose="020B0604030504040204" pitchFamily="50" charset="-128"/>
              </a:rPr>
              <a:t>以降体制について </a:t>
            </a:r>
          </a:p>
        </p:txBody>
      </p:sp>
      <p:graphicFrame>
        <p:nvGraphicFramePr>
          <p:cNvPr id="3" name="表 2">
            <a:extLst>
              <a:ext uri="{FF2B5EF4-FFF2-40B4-BE49-F238E27FC236}">
                <a16:creationId xmlns:a16="http://schemas.microsoft.com/office/drawing/2014/main" id="{C0028D96-B1F5-668C-7411-8F1BE8BB1476}"/>
              </a:ext>
            </a:extLst>
          </p:cNvPr>
          <p:cNvGraphicFramePr>
            <a:graphicFrameLocks noGrp="1"/>
          </p:cNvGraphicFramePr>
          <p:nvPr/>
        </p:nvGraphicFramePr>
        <p:xfrm>
          <a:off x="295751" y="1325205"/>
          <a:ext cx="11453196" cy="5004879"/>
        </p:xfrm>
        <a:graphic>
          <a:graphicData uri="http://schemas.openxmlformats.org/drawingml/2006/table">
            <a:tbl>
              <a:tblPr firstRow="1" bandRow="1">
                <a:tableStyleId>{5C22544A-7EE6-4342-B048-85BDC9FD1C3A}</a:tableStyleId>
              </a:tblPr>
              <a:tblGrid>
                <a:gridCol w="504000">
                  <a:extLst>
                    <a:ext uri="{9D8B030D-6E8A-4147-A177-3AD203B41FA5}">
                      <a16:colId xmlns:a16="http://schemas.microsoft.com/office/drawing/2014/main" val="3435133766"/>
                    </a:ext>
                  </a:extLst>
                </a:gridCol>
                <a:gridCol w="1456299">
                  <a:extLst>
                    <a:ext uri="{9D8B030D-6E8A-4147-A177-3AD203B41FA5}">
                      <a16:colId xmlns:a16="http://schemas.microsoft.com/office/drawing/2014/main" val="2794285621"/>
                    </a:ext>
                  </a:extLst>
                </a:gridCol>
                <a:gridCol w="1434807">
                  <a:extLst>
                    <a:ext uri="{9D8B030D-6E8A-4147-A177-3AD203B41FA5}">
                      <a16:colId xmlns:a16="http://schemas.microsoft.com/office/drawing/2014/main" val="508039380"/>
                    </a:ext>
                  </a:extLst>
                </a:gridCol>
                <a:gridCol w="1441109">
                  <a:extLst>
                    <a:ext uri="{9D8B030D-6E8A-4147-A177-3AD203B41FA5}">
                      <a16:colId xmlns:a16="http://schemas.microsoft.com/office/drawing/2014/main" val="2736217442"/>
                    </a:ext>
                  </a:extLst>
                </a:gridCol>
                <a:gridCol w="3427243">
                  <a:extLst>
                    <a:ext uri="{9D8B030D-6E8A-4147-A177-3AD203B41FA5}">
                      <a16:colId xmlns:a16="http://schemas.microsoft.com/office/drawing/2014/main" val="594001007"/>
                    </a:ext>
                  </a:extLst>
                </a:gridCol>
                <a:gridCol w="3189738">
                  <a:extLst>
                    <a:ext uri="{9D8B030D-6E8A-4147-A177-3AD203B41FA5}">
                      <a16:colId xmlns:a16="http://schemas.microsoft.com/office/drawing/2014/main" val="4136453477"/>
                    </a:ext>
                  </a:extLst>
                </a:gridCol>
              </a:tblGrid>
              <a:tr h="449401">
                <a:tc>
                  <a:txBody>
                    <a:bodyPr/>
                    <a:lstStyle/>
                    <a:p>
                      <a:pPr algn="ctr"/>
                      <a:r>
                        <a:rPr kumimoji="1" lang="en-US" altLang="ja-JP" sz="1600" b="0">
                          <a:latin typeface="Meiryo UI" panose="020B0604030504040204" pitchFamily="50" charset="-128"/>
                          <a:ea typeface="Meiryo UI" panose="020B0604030504040204" pitchFamily="50" charset="-128"/>
                        </a:rPr>
                        <a:t>#</a:t>
                      </a:r>
                      <a:endParaRPr kumimoji="1" lang="ja-JP" altLang="en-US" sz="1600" b="0">
                        <a:latin typeface="Meiryo UI" panose="020B0604030504040204" pitchFamily="50" charset="-128"/>
                        <a:ea typeface="Meiryo UI" panose="020B0604030504040204" pitchFamily="50" charset="-128"/>
                      </a:endParaRPr>
                    </a:p>
                  </a:txBody>
                  <a:tcPr anchor="ctr"/>
                </a:tc>
                <a:tc>
                  <a:txBody>
                    <a:bodyPr/>
                    <a:lstStyle/>
                    <a:p>
                      <a:r>
                        <a:rPr kumimoji="1" lang="ja-JP" altLang="en-US" sz="1600" b="0">
                          <a:latin typeface="Meiryo UI" panose="020B0604030504040204" pitchFamily="50" charset="-128"/>
                          <a:ea typeface="Meiryo UI" panose="020B0604030504040204" pitchFamily="50" charset="-128"/>
                        </a:rPr>
                        <a:t>分類</a:t>
                      </a:r>
                    </a:p>
                  </a:txBody>
                  <a:tcPr/>
                </a:tc>
                <a:tc>
                  <a:txBody>
                    <a:bodyPr/>
                    <a:lstStyle/>
                    <a:p>
                      <a:r>
                        <a:rPr kumimoji="1" lang="ja-JP" altLang="en-US" sz="1600" b="0">
                          <a:latin typeface="Meiryo UI" panose="020B0604030504040204" pitchFamily="50" charset="-128"/>
                          <a:ea typeface="Meiryo UI" panose="020B0604030504040204" pitchFamily="50" charset="-128"/>
                        </a:rPr>
                        <a:t>項目</a:t>
                      </a:r>
                    </a:p>
                  </a:txBody>
                  <a:tcPr/>
                </a:tc>
                <a:tc>
                  <a:txBody>
                    <a:bodyPr/>
                    <a:lstStyle/>
                    <a:p>
                      <a:r>
                        <a:rPr kumimoji="1" lang="ja-JP" altLang="en-US" sz="1600" b="0">
                          <a:latin typeface="Meiryo UI" panose="020B0604030504040204" pitchFamily="50" charset="-128"/>
                          <a:ea typeface="Meiryo UI" panose="020B0604030504040204" pitchFamily="50" charset="-128"/>
                        </a:rPr>
                        <a:t>カウンター</a:t>
                      </a:r>
                    </a:p>
                  </a:txBody>
                  <a:tcPr/>
                </a:tc>
                <a:tc>
                  <a:txBody>
                    <a:bodyPr/>
                    <a:lstStyle/>
                    <a:p>
                      <a:r>
                        <a:rPr kumimoji="1" lang="ja-JP" altLang="en-US" sz="1600" b="0">
                          <a:latin typeface="Meiryo UI" panose="020B0604030504040204" pitchFamily="50" charset="-128"/>
                          <a:ea typeface="Meiryo UI" panose="020B0604030504040204" pitchFamily="50" charset="-128"/>
                        </a:rPr>
                        <a:t>詳細</a:t>
                      </a:r>
                    </a:p>
                  </a:txBody>
                  <a:tcPr/>
                </a:tc>
                <a:tc>
                  <a:txBody>
                    <a:bodyPr/>
                    <a:lstStyle/>
                    <a:p>
                      <a:r>
                        <a:rPr kumimoji="1" lang="ja-JP" altLang="en-US" sz="1600" b="0">
                          <a:latin typeface="Meiryo UI" panose="020B0604030504040204" pitchFamily="50" charset="-128"/>
                          <a:ea typeface="Meiryo UI" panose="020B0604030504040204" pitchFamily="50" charset="-128"/>
                        </a:rPr>
                        <a:t>工数案</a:t>
                      </a:r>
                    </a:p>
                  </a:txBody>
                  <a:tcPr/>
                </a:tc>
                <a:extLst>
                  <a:ext uri="{0D108BD9-81ED-4DB2-BD59-A6C34878D82A}">
                    <a16:rowId xmlns:a16="http://schemas.microsoft.com/office/drawing/2014/main" val="583235206"/>
                  </a:ext>
                </a:extLst>
              </a:tr>
              <a:tr h="0">
                <a:tc>
                  <a:txBody>
                    <a:bodyPr/>
                    <a:lstStyle/>
                    <a:p>
                      <a:pPr algn="ctr"/>
                      <a:r>
                        <a:rPr kumimoji="1" lang="ja-JP" altLang="en-US" sz="1200" b="0">
                          <a:latin typeface="Meiryo UI" panose="020B0604030504040204" pitchFamily="50" charset="-128"/>
                          <a:ea typeface="Meiryo UI" panose="020B0604030504040204" pitchFamily="50" charset="-128"/>
                        </a:rPr>
                        <a:t>①</a:t>
                      </a:r>
                    </a:p>
                  </a:txBody>
                  <a:tcPr anchor="ctr"/>
                </a:tc>
                <a:tc rowSpan="3">
                  <a:txBody>
                    <a:bodyPr/>
                    <a:lstStyle/>
                    <a:p>
                      <a:r>
                        <a:rPr kumimoji="1" lang="ja-JP" altLang="en-US" sz="1200" b="0">
                          <a:latin typeface="Meiryo UI" panose="020B0604030504040204" pitchFamily="50" charset="-128"/>
                          <a:ea typeface="Meiryo UI" panose="020B0604030504040204" pitchFamily="50" charset="-128"/>
                        </a:rPr>
                        <a:t>体制確保</a:t>
                      </a:r>
                      <a:br>
                        <a:rPr kumimoji="1" lang="en-US" altLang="ja-JP" sz="1200" b="0">
                          <a:latin typeface="Meiryo UI" panose="020B0604030504040204" pitchFamily="50" charset="-128"/>
                          <a:ea typeface="Meiryo UI" panose="020B0604030504040204" pitchFamily="50" charset="-128"/>
                        </a:rPr>
                      </a:br>
                      <a:r>
                        <a:rPr kumimoji="1" lang="en-US" altLang="ja-JP" sz="1200" b="0">
                          <a:latin typeface="Meiryo UI" panose="020B0604030504040204" pitchFamily="50" charset="-128"/>
                          <a:ea typeface="Meiryo UI" panose="020B0604030504040204" pitchFamily="50" charset="-128"/>
                        </a:rPr>
                        <a:t>(</a:t>
                      </a:r>
                      <a:r>
                        <a:rPr kumimoji="1" lang="ja-JP" altLang="en-US" sz="1200" b="0">
                          <a:latin typeface="Meiryo UI" panose="020B0604030504040204" pitchFamily="50" charset="-128"/>
                          <a:ea typeface="Meiryo UI" panose="020B0604030504040204" pitchFamily="50" charset="-128"/>
                        </a:rPr>
                        <a:t>保守運用のため）</a:t>
                      </a:r>
                      <a:endParaRPr kumimoji="1" lang="en-US" altLang="ja-JP" sz="1200" b="0">
                        <a:latin typeface="Meiryo UI" panose="020B0604030504040204" pitchFamily="50" charset="-128"/>
                        <a:ea typeface="Meiryo UI" panose="020B0604030504040204" pitchFamily="50" charset="-128"/>
                      </a:endParaRPr>
                    </a:p>
                  </a:txBody>
                  <a:tcPr/>
                </a:tc>
                <a:tc>
                  <a:txBody>
                    <a:bodyPr/>
                    <a:lstStyle/>
                    <a:p>
                      <a:r>
                        <a:rPr kumimoji="1" lang="en-US" altLang="ja-JP" sz="1200" b="0" i="0" u="none">
                          <a:solidFill>
                            <a:schemeClr val="tx1"/>
                          </a:solidFill>
                          <a:latin typeface="Meiryo UI" panose="020B0604030504040204" pitchFamily="50" charset="-128"/>
                          <a:ea typeface="Meiryo UI" panose="020B0604030504040204" pitchFamily="50" charset="-128"/>
                        </a:rPr>
                        <a:t>TDBBS</a:t>
                      </a:r>
                      <a:r>
                        <a:rPr kumimoji="1" lang="ja-JP" altLang="en-US" sz="1200" b="0" i="0" u="none">
                          <a:solidFill>
                            <a:schemeClr val="tx1"/>
                          </a:solidFill>
                          <a:latin typeface="Meiryo UI" panose="020B0604030504040204" pitchFamily="50" charset="-128"/>
                          <a:ea typeface="Meiryo UI" panose="020B0604030504040204" pitchFamily="50" charset="-128"/>
                        </a:rPr>
                        <a:t>様</a:t>
                      </a:r>
                      <a:endParaRPr kumimoji="1" lang="en-US" altLang="ja-JP" sz="1200" b="0" i="0" u="none">
                        <a:solidFill>
                          <a:schemeClr val="tx1"/>
                        </a:solidFill>
                        <a:latin typeface="Meiryo UI" panose="020B0604030504040204" pitchFamily="50" charset="-128"/>
                        <a:ea typeface="Meiryo UI" panose="020B0604030504040204" pitchFamily="50" charset="-128"/>
                      </a:endParaRPr>
                    </a:p>
                    <a:p>
                      <a:r>
                        <a:rPr kumimoji="1" lang="ja-JP" altLang="en-US" sz="1200" b="0" i="0" u="none">
                          <a:solidFill>
                            <a:schemeClr val="tx1"/>
                          </a:solidFill>
                          <a:latin typeface="Meiryo UI" panose="020B0604030504040204" pitchFamily="50" charset="-128"/>
                          <a:ea typeface="Meiryo UI" panose="020B0604030504040204" pitchFamily="50" charset="-128"/>
                        </a:rPr>
                        <a:t>運用引継ぎ</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0" i="0" u="none">
                          <a:solidFill>
                            <a:schemeClr val="tx1"/>
                          </a:solidFill>
                          <a:latin typeface="Meiryo UI" panose="020B0604030504040204" pitchFamily="50" charset="-128"/>
                          <a:ea typeface="Meiryo UI" panose="020B0604030504040204" pitchFamily="50" charset="-128"/>
                        </a:rPr>
                        <a:t>TDBBS</a:t>
                      </a:r>
                      <a:r>
                        <a:rPr kumimoji="1" lang="ja-JP" altLang="en-US" sz="1200" b="0" i="0" u="none">
                          <a:solidFill>
                            <a:schemeClr val="tx1"/>
                          </a:solidFill>
                          <a:latin typeface="Meiryo UI" panose="020B0604030504040204" pitchFamily="50" charset="-128"/>
                          <a:ea typeface="Meiryo UI" panose="020B0604030504040204" pitchFamily="50" charset="-128"/>
                        </a:rPr>
                        <a:t>様</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b="0" i="0" u="none">
                          <a:solidFill>
                            <a:schemeClr val="tx1"/>
                          </a:solidFill>
                          <a:latin typeface="Meiryo UI" panose="020B0604030504040204" pitchFamily="50" charset="-128"/>
                          <a:ea typeface="Meiryo UI" panose="020B0604030504040204" pitchFamily="50" charset="-128"/>
                        </a:rPr>
                        <a:t>サーバ運用</a:t>
                      </a:r>
                      <a:r>
                        <a:rPr kumimoji="1" lang="en-US" altLang="ja-JP" sz="1200" b="0" i="0" u="none">
                          <a:solidFill>
                            <a:schemeClr val="tx1"/>
                          </a:solidFill>
                          <a:latin typeface="Meiryo UI" panose="020B0604030504040204" pitchFamily="50" charset="-128"/>
                          <a:ea typeface="Meiryo UI" panose="020B0604030504040204" pitchFamily="50" charset="-128"/>
                        </a:rPr>
                        <a:t>(SI,</a:t>
                      </a:r>
                      <a:r>
                        <a:rPr kumimoji="1" lang="ja-JP" altLang="en-US" sz="1200" b="0" i="0" u="none">
                          <a:solidFill>
                            <a:schemeClr val="tx1"/>
                          </a:solidFill>
                          <a:latin typeface="Meiryo UI" panose="020B0604030504040204" pitchFamily="50" charset="-128"/>
                          <a:ea typeface="Meiryo UI" panose="020B0604030504040204" pitchFamily="50" charset="-128"/>
                        </a:rPr>
                        <a:t>ジョブ操作・監視、サーバ再起動等操作</a:t>
                      </a:r>
                      <a:r>
                        <a:rPr kumimoji="1" lang="en-US" altLang="ja-JP" sz="1200" b="0" i="0" u="none">
                          <a:solidFill>
                            <a:schemeClr val="tx1"/>
                          </a:solidFill>
                          <a:latin typeface="Meiryo UI" panose="020B0604030504040204" pitchFamily="50" charset="-128"/>
                          <a:ea typeface="Meiryo UI" panose="020B0604030504040204" pitchFamily="50" charset="-128"/>
                        </a:rPr>
                        <a:t>)</a:t>
                      </a:r>
                      <a:r>
                        <a:rPr kumimoji="1" lang="ja-JP" altLang="en-US" sz="1200" b="0" i="0" u="none">
                          <a:solidFill>
                            <a:schemeClr val="tx1"/>
                          </a:solidFill>
                          <a:latin typeface="Meiryo UI" panose="020B0604030504040204" pitchFamily="50" charset="-128"/>
                          <a:ea typeface="Meiryo UI" panose="020B0604030504040204" pitchFamily="50" charset="-128"/>
                        </a:rPr>
                        <a:t>の</a:t>
                      </a:r>
                      <a:r>
                        <a:rPr kumimoji="1" lang="en-US" altLang="ja-JP" sz="1200" b="0" i="0" u="none">
                          <a:solidFill>
                            <a:schemeClr val="tx1"/>
                          </a:solidFill>
                          <a:latin typeface="Meiryo UI" panose="020B0604030504040204" pitchFamily="50" charset="-128"/>
                          <a:ea typeface="Meiryo UI" panose="020B0604030504040204" pitchFamily="50" charset="-128"/>
                        </a:rPr>
                        <a:t>TDBBS</a:t>
                      </a:r>
                      <a:r>
                        <a:rPr kumimoji="1" lang="ja-JP" altLang="en-US" sz="1200" b="0" i="0" u="none">
                          <a:solidFill>
                            <a:schemeClr val="tx1"/>
                          </a:solidFill>
                          <a:latin typeface="Meiryo UI" panose="020B0604030504040204" pitchFamily="50" charset="-128"/>
                          <a:ea typeface="Meiryo UI" panose="020B0604030504040204" pitchFamily="50" charset="-128"/>
                        </a:rPr>
                        <a:t>様運用チームへの引継ぎ</a:t>
                      </a:r>
                      <a:endParaRPr kumimoji="1" lang="en-US" altLang="ja-JP" sz="1200" b="0" i="0" u="none">
                        <a:solidFill>
                          <a:schemeClr val="tx1"/>
                        </a:solidFill>
                        <a:latin typeface="Meiryo UI" panose="020B0604030504040204" pitchFamily="50" charset="-128"/>
                        <a:ea typeface="Meiryo UI" panose="020B0604030504040204" pitchFamily="50" charset="-128"/>
                      </a:endParaRPr>
                    </a:p>
                    <a:p>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0" i="0" u="none">
                          <a:solidFill>
                            <a:schemeClr val="tx1"/>
                          </a:solidFill>
                          <a:latin typeface="Meiryo UI" panose="020B0604030504040204" pitchFamily="50" charset="-128"/>
                          <a:ea typeface="Meiryo UI" panose="020B0604030504040204" pitchFamily="50" charset="-128"/>
                        </a:rPr>
                        <a:t>-</a:t>
                      </a:r>
                    </a:p>
                    <a:p>
                      <a:r>
                        <a:rPr kumimoji="1" lang="en-US" altLang="ja-JP" sz="1200" b="0" i="0" u="none">
                          <a:solidFill>
                            <a:schemeClr val="tx1"/>
                          </a:solidFill>
                          <a:latin typeface="Meiryo UI" panose="020B0604030504040204" pitchFamily="50" charset="-128"/>
                          <a:ea typeface="Meiryo UI" panose="020B0604030504040204" pitchFamily="50" charset="-128"/>
                        </a:rPr>
                        <a:t>(</a:t>
                      </a:r>
                      <a:r>
                        <a:rPr kumimoji="1" lang="ja-JP" altLang="en-US" sz="1200" b="0" i="0" u="none">
                          <a:solidFill>
                            <a:schemeClr val="tx1"/>
                          </a:solidFill>
                          <a:latin typeface="Meiryo UI" panose="020B0604030504040204" pitchFamily="50" charset="-128"/>
                          <a:ea typeface="Meiryo UI" panose="020B0604030504040204" pitchFamily="50" charset="-128"/>
                        </a:rPr>
                        <a:t>～</a:t>
                      </a:r>
                      <a:r>
                        <a:rPr kumimoji="1" lang="en-US" altLang="ja-JP" sz="1200" b="0" i="0" u="none">
                          <a:solidFill>
                            <a:schemeClr val="tx1"/>
                          </a:solidFill>
                          <a:latin typeface="Meiryo UI" panose="020B0604030504040204" pitchFamily="50" charset="-128"/>
                          <a:ea typeface="Meiryo UI" panose="020B0604030504040204" pitchFamily="50" charset="-128"/>
                        </a:rPr>
                        <a:t>3</a:t>
                      </a:r>
                      <a:r>
                        <a:rPr kumimoji="1" lang="ja-JP" altLang="en-US" sz="1200" b="0" i="0" u="none">
                          <a:solidFill>
                            <a:schemeClr val="tx1"/>
                          </a:solidFill>
                          <a:latin typeface="Meiryo UI" panose="020B0604030504040204" pitchFamily="50" charset="-128"/>
                          <a:ea typeface="Meiryo UI" panose="020B0604030504040204" pitchFamily="50" charset="-128"/>
                        </a:rPr>
                        <a:t>月までで引継ぎ作業は完了予定</a:t>
                      </a:r>
                      <a:endParaRPr kumimoji="1" lang="en-US" altLang="ja-JP" sz="1200" b="0" i="0" u="none">
                        <a:solidFill>
                          <a:schemeClr val="tx1"/>
                        </a:solidFill>
                        <a:latin typeface="Meiryo UI" panose="020B0604030504040204" pitchFamily="50" charset="-128"/>
                        <a:ea typeface="Meiryo UI" panose="020B0604030504040204" pitchFamily="50" charset="-128"/>
                      </a:endParaRPr>
                    </a:p>
                    <a:p>
                      <a:r>
                        <a:rPr kumimoji="1" lang="en-US" altLang="ja-JP" sz="1200" b="0" i="0" u="none">
                          <a:solidFill>
                            <a:schemeClr val="tx1"/>
                          </a:solidFill>
                          <a:latin typeface="Meiryo UI" panose="020B0604030504040204" pitchFamily="50" charset="-128"/>
                          <a:ea typeface="Meiryo UI" panose="020B0604030504040204" pitchFamily="50" charset="-128"/>
                        </a:rPr>
                        <a:t>TDB</a:t>
                      </a:r>
                      <a:r>
                        <a:rPr kumimoji="1" lang="ja-JP" altLang="en-US" sz="1200" b="0" i="0" u="none">
                          <a:solidFill>
                            <a:schemeClr val="tx1"/>
                          </a:solidFill>
                          <a:latin typeface="Meiryo UI" panose="020B0604030504040204" pitchFamily="50" charset="-128"/>
                          <a:ea typeface="Meiryo UI" panose="020B0604030504040204" pitchFamily="50" charset="-128"/>
                        </a:rPr>
                        <a:t>様</a:t>
                      </a:r>
                      <a:r>
                        <a:rPr kumimoji="1" lang="en-US" altLang="ja-JP" sz="1200" b="0" i="0" u="none">
                          <a:solidFill>
                            <a:schemeClr val="tx1"/>
                          </a:solidFill>
                          <a:latin typeface="Meiryo UI" panose="020B0604030504040204" pitchFamily="50" charset="-128"/>
                          <a:ea typeface="Meiryo UI" panose="020B0604030504040204" pitchFamily="50" charset="-128"/>
                        </a:rPr>
                        <a:t>-TDBBS</a:t>
                      </a:r>
                      <a:r>
                        <a:rPr kumimoji="1" lang="ja-JP" altLang="en-US" sz="1200" b="0" i="0" u="none">
                          <a:solidFill>
                            <a:schemeClr val="tx1"/>
                          </a:solidFill>
                          <a:latin typeface="Meiryo UI" panose="020B0604030504040204" pitchFamily="50" charset="-128"/>
                          <a:ea typeface="Meiryo UI" panose="020B0604030504040204" pitchFamily="50" charset="-128"/>
                        </a:rPr>
                        <a:t>様間での開始時期等のご調整をお願いします。</a:t>
                      </a:r>
                      <a:r>
                        <a:rPr kumimoji="1" lang="en-US" altLang="ja-JP" sz="1200" b="0" i="0" u="none">
                          <a:solidFill>
                            <a:schemeClr val="tx1"/>
                          </a:solidFill>
                          <a:latin typeface="Meiryo UI" panose="020B0604030504040204" pitchFamily="50" charset="-128"/>
                          <a:ea typeface="Meiryo UI" panose="020B0604030504040204" pitchFamily="50" charset="-128"/>
                        </a:rPr>
                        <a:t>)</a:t>
                      </a:r>
                    </a:p>
                    <a:p>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490387447"/>
                  </a:ext>
                </a:extLst>
              </a:tr>
              <a:tr h="0">
                <a:tc>
                  <a:txBody>
                    <a:bodyPr/>
                    <a:lstStyle/>
                    <a:p>
                      <a:pPr algn="ctr"/>
                      <a:r>
                        <a:rPr kumimoji="1" lang="ja-JP" altLang="en-US" sz="1200" b="0">
                          <a:latin typeface="Meiryo UI" panose="020B0604030504040204" pitchFamily="50" charset="-128"/>
                          <a:ea typeface="Meiryo UI" panose="020B0604030504040204" pitchFamily="50" charset="-128"/>
                        </a:rPr>
                        <a:t>②</a:t>
                      </a:r>
                    </a:p>
                  </a:txBody>
                  <a:tcPr anchor="ctr"/>
                </a:tc>
                <a:tc vMerge="1">
                  <a:txBody>
                    <a:bodyPr/>
                    <a:lstStyle/>
                    <a:p>
                      <a:endParaRPr kumimoji="1" lang="ja-JP" altLang="en-US"/>
                    </a:p>
                  </a:txBody>
                  <a:tcPr/>
                </a:tc>
                <a:tc>
                  <a:txBody>
                    <a:bodyPr/>
                    <a:lstStyle/>
                    <a:p>
                      <a:r>
                        <a:rPr lang="ja-JP" altLang="en-US" sz="1200">
                          <a:solidFill>
                            <a:schemeClr val="tx1"/>
                          </a:solidFill>
                          <a:latin typeface="Meiryo UI" panose="020B0604030504040204" pitchFamily="50" charset="-128"/>
                          <a:ea typeface="Meiryo UI" panose="020B0604030504040204" pitchFamily="50" charset="-128"/>
                        </a:rPr>
                        <a:t>インフラ安定稼働</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a:solidFill>
                            <a:schemeClr val="tx1"/>
                          </a:solidFill>
                          <a:latin typeface="Meiryo UI" panose="020B0604030504040204" pitchFamily="50" charset="-128"/>
                          <a:ea typeface="Meiryo UI" panose="020B0604030504040204" pitchFamily="50" charset="-128"/>
                        </a:rPr>
                        <a:t>TDBBS</a:t>
                      </a:r>
                      <a:r>
                        <a:rPr kumimoji="1" lang="ja-JP" altLang="en-US" sz="1200" b="0" i="0" u="none">
                          <a:solidFill>
                            <a:schemeClr val="tx1"/>
                          </a:solidFill>
                          <a:latin typeface="Meiryo UI" panose="020B0604030504040204" pitchFamily="50" charset="-128"/>
                          <a:ea typeface="Meiryo UI" panose="020B0604030504040204" pitchFamily="50" charset="-128"/>
                        </a:rPr>
                        <a:t>様</a:t>
                      </a:r>
                      <a:endParaRPr kumimoji="1" lang="en-US" altLang="ja-JP" sz="1200" b="0" i="0" u="none">
                        <a:solidFill>
                          <a:schemeClr val="tx1"/>
                        </a:solidFill>
                        <a:latin typeface="Meiryo UI" panose="020B0604030504040204" pitchFamily="50" charset="-128"/>
                        <a:ea typeface="Meiryo UI" panose="020B0604030504040204" pitchFamily="50" charset="-128"/>
                      </a:endParaRPr>
                    </a:p>
                    <a:p>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200">
                          <a:solidFill>
                            <a:schemeClr val="tx1"/>
                          </a:solidFill>
                          <a:latin typeface="Meiryo UI" panose="020B0604030504040204" pitchFamily="50" charset="-128"/>
                          <a:ea typeface="Meiryo UI" panose="020B0604030504040204" pitchFamily="50" charset="-128"/>
                        </a:rPr>
                        <a:t>本番稼働後のインフラ関連のインシデント・問い合わせ対応体制</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200" b="1">
                          <a:solidFill>
                            <a:schemeClr val="tx1"/>
                          </a:solidFill>
                          <a:latin typeface="Meiryo UI" panose="020B0604030504040204" pitchFamily="50" charset="-128"/>
                          <a:ea typeface="Meiryo UI" panose="020B0604030504040204" pitchFamily="50" charset="-128"/>
                        </a:rPr>
                        <a:t>【</a:t>
                      </a:r>
                      <a:r>
                        <a:rPr lang="ja-JP" altLang="en-US" sz="1200" b="1">
                          <a:solidFill>
                            <a:schemeClr val="tx1"/>
                          </a:solidFill>
                          <a:latin typeface="Meiryo UI" panose="020B0604030504040204" pitchFamily="50" charset="-128"/>
                          <a:ea typeface="Meiryo UI" panose="020B0604030504040204" pitchFamily="50" charset="-128"/>
                        </a:rPr>
                        <a:t>未決</a:t>
                      </a:r>
                      <a:r>
                        <a:rPr lang="en-US" altLang="ja-JP" sz="1200" b="1">
                          <a:solidFill>
                            <a:schemeClr val="tx1"/>
                          </a:solidFill>
                          <a:latin typeface="Meiryo UI" panose="020B0604030504040204" pitchFamily="50" charset="-128"/>
                          <a:ea typeface="Meiryo UI" panose="020B0604030504040204" pitchFamily="50" charset="-128"/>
                        </a:rPr>
                        <a:t>】</a:t>
                      </a:r>
                    </a:p>
                    <a:p>
                      <a:r>
                        <a:rPr lang="ja-JP" altLang="en-US" sz="1200">
                          <a:solidFill>
                            <a:schemeClr val="tx1"/>
                          </a:solidFill>
                          <a:latin typeface="Meiryo UI" panose="020B0604030504040204" pitchFamily="50" charset="-128"/>
                          <a:ea typeface="Meiryo UI" panose="020B0604030504040204" pitchFamily="50" charset="-128"/>
                        </a:rPr>
                        <a:t>日立→</a:t>
                      </a:r>
                      <a:r>
                        <a:rPr lang="en-US" altLang="ja-JP" sz="1200">
                          <a:solidFill>
                            <a:schemeClr val="tx1"/>
                          </a:solidFill>
                          <a:latin typeface="Meiryo UI" panose="020B0604030504040204" pitchFamily="50" charset="-128"/>
                          <a:ea typeface="Meiryo UI" panose="020B0604030504040204" pitchFamily="50" charset="-128"/>
                        </a:rPr>
                        <a:t>TDBBS</a:t>
                      </a:r>
                      <a:r>
                        <a:rPr lang="ja-JP" altLang="en-US" sz="1200">
                          <a:solidFill>
                            <a:schemeClr val="tx1"/>
                          </a:solidFill>
                          <a:latin typeface="Meiryo UI" panose="020B0604030504040204" pitchFamily="50" charset="-128"/>
                          <a:ea typeface="Meiryo UI" panose="020B0604030504040204" pitchFamily="50" charset="-128"/>
                        </a:rPr>
                        <a:t>様→</a:t>
                      </a:r>
                      <a:r>
                        <a:rPr lang="en-US" altLang="ja-JP" sz="1200">
                          <a:solidFill>
                            <a:schemeClr val="tx1"/>
                          </a:solidFill>
                          <a:latin typeface="Meiryo UI" panose="020B0604030504040204" pitchFamily="50" charset="-128"/>
                          <a:ea typeface="Meiryo UI" panose="020B0604030504040204" pitchFamily="50" charset="-128"/>
                        </a:rPr>
                        <a:t>TDB</a:t>
                      </a:r>
                      <a:r>
                        <a:rPr lang="ja-JP" altLang="en-US" sz="1200">
                          <a:solidFill>
                            <a:schemeClr val="tx1"/>
                          </a:solidFill>
                          <a:latin typeface="Meiryo UI" panose="020B0604030504040204" pitchFamily="50" charset="-128"/>
                          <a:ea typeface="Meiryo UI" panose="020B0604030504040204" pitchFamily="50" charset="-128"/>
                        </a:rPr>
                        <a:t>様御見積提示済</a:t>
                      </a:r>
                      <a:endParaRPr kumimoji="1" lang="en-US" altLang="ja-JP" sz="1200" b="0" i="0" u="none">
                        <a:solidFill>
                          <a:schemeClr val="tx1"/>
                        </a:solidFill>
                        <a:latin typeface="Meiryo UI" panose="020B0604030504040204" pitchFamily="50" charset="-128"/>
                        <a:ea typeface="Meiryo UI" panose="020B0604030504040204" pitchFamily="50" charset="-128"/>
                      </a:endParaRPr>
                    </a:p>
                    <a:p>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613150315"/>
                  </a:ext>
                </a:extLst>
              </a:tr>
              <a:tr h="0">
                <a:tc>
                  <a:txBody>
                    <a:bodyPr/>
                    <a:lstStyle/>
                    <a:p>
                      <a:pPr algn="ctr"/>
                      <a:r>
                        <a:rPr kumimoji="1" lang="ja-JP" altLang="en-US" sz="1200" b="0">
                          <a:latin typeface="Meiryo UI" panose="020B0604030504040204" pitchFamily="50" charset="-128"/>
                          <a:ea typeface="Meiryo UI" panose="020B0604030504040204" pitchFamily="50" charset="-128"/>
                        </a:rPr>
                        <a:t>③</a:t>
                      </a:r>
                    </a:p>
                  </a:txBody>
                  <a:tcPr anchor="ctr"/>
                </a:tc>
                <a:tc vMerge="1">
                  <a:txBody>
                    <a:bodyPr/>
                    <a:lstStyle/>
                    <a:p>
                      <a:endParaRPr kumimoji="1" lang="ja-JP" altLang="en-US"/>
                    </a:p>
                  </a:txBody>
                  <a:tcPr/>
                </a:tc>
                <a:tc>
                  <a:txBody>
                    <a:bodyPr/>
                    <a:lstStyle/>
                    <a:p>
                      <a:r>
                        <a:rPr lang="ja-JP" altLang="en-US" sz="1200">
                          <a:solidFill>
                            <a:schemeClr val="tx1"/>
                          </a:solidFill>
                          <a:latin typeface="Meiryo UI" panose="020B0604030504040204" pitchFamily="50" charset="-128"/>
                          <a:ea typeface="Meiryo UI" panose="020B0604030504040204" pitchFamily="50" charset="-128"/>
                        </a:rPr>
                        <a:t>アプリ保守対応</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0" i="0" u="none">
                          <a:solidFill>
                            <a:schemeClr val="tx1"/>
                          </a:solidFill>
                          <a:latin typeface="Meiryo UI" panose="020B0604030504040204" pitchFamily="50" charset="-128"/>
                          <a:ea typeface="Meiryo UI" panose="020B0604030504040204" pitchFamily="50" charset="-128"/>
                        </a:rPr>
                        <a:t>DB</a:t>
                      </a:r>
                      <a:r>
                        <a:rPr kumimoji="1" lang="ja-JP" altLang="en-US" sz="1200" b="0" i="0" u="none">
                          <a:solidFill>
                            <a:schemeClr val="tx1"/>
                          </a:solidFill>
                          <a:latin typeface="Meiryo UI" panose="020B0604030504040204" pitchFamily="50" charset="-128"/>
                          <a:ea typeface="Meiryo UI" panose="020B0604030504040204" pitchFamily="50" charset="-128"/>
                        </a:rPr>
                        <a:t>メンテナンス課様</a:t>
                      </a:r>
                      <a:endParaRPr kumimoji="1" lang="en-US" altLang="ja-JP" sz="1200" b="0" i="0" u="none">
                        <a:solidFill>
                          <a:schemeClr val="tx1"/>
                        </a:solidFill>
                        <a:latin typeface="Meiryo UI" panose="020B0604030504040204" pitchFamily="50" charset="-128"/>
                        <a:ea typeface="Meiryo UI" panose="020B0604030504040204" pitchFamily="50" charset="-128"/>
                      </a:endParaRPr>
                    </a:p>
                    <a:p>
                      <a:r>
                        <a:rPr kumimoji="1" lang="ja-JP" altLang="en-US" sz="1200" b="0" i="0" u="none">
                          <a:solidFill>
                            <a:schemeClr val="tx1"/>
                          </a:solidFill>
                          <a:latin typeface="Meiryo UI" panose="020B0604030504040204" pitchFamily="50" charset="-128"/>
                          <a:ea typeface="Meiryo UI" panose="020B0604030504040204" pitchFamily="50" charset="-128"/>
                        </a:rPr>
                        <a:t>→</a:t>
                      </a:r>
                      <a:r>
                        <a:rPr kumimoji="1" lang="en-US" altLang="ja-JP" sz="1200" b="0" i="0" u="none">
                          <a:solidFill>
                            <a:schemeClr val="tx1"/>
                          </a:solidFill>
                          <a:latin typeface="Meiryo UI" panose="020B0604030504040204" pitchFamily="50" charset="-128"/>
                          <a:ea typeface="Meiryo UI" panose="020B0604030504040204" pitchFamily="50" charset="-128"/>
                        </a:rPr>
                        <a:t>4-7</a:t>
                      </a:r>
                      <a:r>
                        <a:rPr kumimoji="1" lang="ja-JP" altLang="en-US" sz="1200" b="0" i="0" u="none">
                          <a:solidFill>
                            <a:schemeClr val="tx1"/>
                          </a:solidFill>
                          <a:latin typeface="Meiryo UI" panose="020B0604030504040204" pitchFamily="50" charset="-128"/>
                          <a:ea typeface="Meiryo UI" panose="020B0604030504040204" pitchFamily="50" charset="-128"/>
                        </a:rPr>
                        <a:t>月</a:t>
                      </a:r>
                      <a:endParaRPr kumimoji="1" lang="en-US" altLang="ja-JP" sz="1200" b="0" i="0" u="none">
                        <a:solidFill>
                          <a:schemeClr val="tx1"/>
                        </a:solidFill>
                        <a:latin typeface="Meiryo UI" panose="020B0604030504040204" pitchFamily="50" charset="-128"/>
                        <a:ea typeface="Meiryo UI" panose="020B0604030504040204" pitchFamily="50" charset="-128"/>
                      </a:endParaRPr>
                    </a:p>
                    <a:p>
                      <a:endParaRPr kumimoji="1" lang="en-US" altLang="ja-JP" sz="1200" b="0" i="0" u="none">
                        <a:solidFill>
                          <a:schemeClr val="tx1"/>
                        </a:solidFill>
                        <a:latin typeface="Meiryo UI" panose="020B0604030504040204" pitchFamily="50" charset="-128"/>
                        <a:ea typeface="Meiryo UI" panose="020B0604030504040204" pitchFamily="50" charset="-128"/>
                      </a:endParaRPr>
                    </a:p>
                    <a:p>
                      <a:r>
                        <a:rPr kumimoji="1" lang="ja-JP" altLang="en-US" sz="1200" b="0" i="0" u="none">
                          <a:solidFill>
                            <a:schemeClr val="tx1"/>
                          </a:solidFill>
                          <a:latin typeface="Meiryo UI" panose="020B0604030504040204" pitchFamily="50" charset="-128"/>
                          <a:ea typeface="Meiryo UI" panose="020B0604030504040204" pitchFamily="50" charset="-128"/>
                        </a:rPr>
                        <a:t>業務システム課様</a:t>
                      </a:r>
                      <a:endParaRPr kumimoji="1" lang="en-US" altLang="ja-JP" sz="1200" b="0" i="0" u="none">
                        <a:solidFill>
                          <a:schemeClr val="tx1"/>
                        </a:solidFill>
                        <a:latin typeface="Meiryo UI" panose="020B0604030504040204" pitchFamily="50" charset="-128"/>
                        <a:ea typeface="Meiryo UI" panose="020B0604030504040204" pitchFamily="50" charset="-128"/>
                      </a:endParaRPr>
                    </a:p>
                    <a:p>
                      <a:r>
                        <a:rPr kumimoji="1" lang="ja-JP" altLang="en-US" sz="1200" b="0" i="0" u="none">
                          <a:solidFill>
                            <a:schemeClr val="tx1"/>
                          </a:solidFill>
                          <a:latin typeface="Meiryo UI" panose="020B0604030504040204" pitchFamily="50" charset="-128"/>
                          <a:ea typeface="Meiryo UI" panose="020B0604030504040204" pitchFamily="50" charset="-128"/>
                        </a:rPr>
                        <a:t>→</a:t>
                      </a:r>
                      <a:r>
                        <a:rPr kumimoji="1" lang="en-US" altLang="ja-JP" sz="1200" b="0" i="0" u="none">
                          <a:solidFill>
                            <a:schemeClr val="tx1"/>
                          </a:solidFill>
                          <a:latin typeface="Meiryo UI" panose="020B0604030504040204" pitchFamily="50" charset="-128"/>
                          <a:ea typeface="Meiryo UI" panose="020B0604030504040204" pitchFamily="50" charset="-128"/>
                        </a:rPr>
                        <a:t>8</a:t>
                      </a:r>
                      <a:r>
                        <a:rPr kumimoji="1" lang="ja-JP" altLang="en-US" sz="1200" b="0" i="0" u="none">
                          <a:solidFill>
                            <a:schemeClr val="tx1"/>
                          </a:solidFill>
                          <a:latin typeface="Meiryo UI" panose="020B0604030504040204" pitchFamily="50" charset="-128"/>
                          <a:ea typeface="Meiryo UI" panose="020B0604030504040204" pitchFamily="50" charset="-128"/>
                        </a:rPr>
                        <a:t>月以降</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200">
                          <a:solidFill>
                            <a:schemeClr val="tx1"/>
                          </a:solidFill>
                          <a:latin typeface="Meiryo UI" panose="020B0604030504040204" pitchFamily="50" charset="-128"/>
                          <a:ea typeface="Meiryo UI" panose="020B0604030504040204" pitchFamily="50" charset="-128"/>
                        </a:rPr>
                        <a:t>本番稼働後のアプリ関連のインシデント・問い合わせ対応体制</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0" i="0" u="none">
                          <a:solidFill>
                            <a:schemeClr val="tx1"/>
                          </a:solidFill>
                          <a:latin typeface="Meiryo UI" panose="020B0604030504040204" pitchFamily="50" charset="-128"/>
                          <a:ea typeface="Meiryo UI" panose="020B0604030504040204" pitchFamily="50" charset="-128"/>
                        </a:rPr>
                        <a:t>1.5</a:t>
                      </a:r>
                      <a:r>
                        <a:rPr kumimoji="1" lang="ja-JP" altLang="en-US" sz="1200" b="0" i="0" u="none">
                          <a:solidFill>
                            <a:schemeClr val="tx1"/>
                          </a:solidFill>
                          <a:latin typeface="Meiryo UI" panose="020B0604030504040204" pitchFamily="50" charset="-128"/>
                          <a:ea typeface="Meiryo UI" panose="020B0604030504040204" pitchFamily="50" charset="-128"/>
                        </a:rPr>
                        <a:t>人月</a:t>
                      </a:r>
                      <a:r>
                        <a:rPr kumimoji="1" lang="en-US" altLang="ja-JP" sz="1200" b="0" i="0" u="none">
                          <a:solidFill>
                            <a:schemeClr val="tx1"/>
                          </a:solidFill>
                          <a:latin typeface="Meiryo UI" panose="020B0604030504040204" pitchFamily="50" charset="-128"/>
                          <a:ea typeface="Meiryo UI" panose="020B0604030504040204" pitchFamily="50" charset="-128"/>
                        </a:rPr>
                        <a:t>/</a:t>
                      </a:r>
                      <a:r>
                        <a:rPr kumimoji="1" lang="ja-JP" altLang="en-US" sz="1200" b="0" i="0" u="none">
                          <a:solidFill>
                            <a:schemeClr val="tx1"/>
                          </a:solidFill>
                          <a:latin typeface="Meiryo UI" panose="020B0604030504040204" pitchFamily="50" charset="-128"/>
                          <a:ea typeface="Meiryo UI" panose="020B0604030504040204" pitchFamily="50" charset="-128"/>
                        </a:rPr>
                        <a:t>月</a:t>
                      </a: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982348474"/>
                  </a:ext>
                </a:extLst>
              </a:tr>
              <a:tr h="582918">
                <a:tc>
                  <a:txBody>
                    <a:bodyPr/>
                    <a:lstStyle/>
                    <a:p>
                      <a:pPr algn="ctr"/>
                      <a:r>
                        <a:rPr kumimoji="1" lang="ja-JP" altLang="en-US" sz="1200" b="0">
                          <a:latin typeface="Meiryo UI" panose="020B0604030504040204" pitchFamily="50" charset="-128"/>
                          <a:ea typeface="Meiryo UI" panose="020B0604030504040204" pitchFamily="50" charset="-128"/>
                        </a:rPr>
                        <a:t>④</a:t>
                      </a:r>
                    </a:p>
                  </a:txBody>
                  <a:tcPr anchor="ctr"/>
                </a:tc>
                <a:tc rowSpan="2">
                  <a:txBody>
                    <a:bodyPr/>
                    <a:lstStyle/>
                    <a:p>
                      <a:r>
                        <a:rPr lang="ja-JP" altLang="en-US" sz="1200">
                          <a:solidFill>
                            <a:schemeClr val="tx1"/>
                          </a:solidFill>
                          <a:latin typeface="Meiryo UI" panose="020B0604030504040204" pitchFamily="50" charset="-128"/>
                          <a:ea typeface="Meiryo UI" panose="020B0604030504040204" pitchFamily="50" charset="-128"/>
                        </a:rPr>
                        <a:t>業務展開</a:t>
                      </a:r>
                      <a:r>
                        <a:rPr kumimoji="1" lang="ja-JP" altLang="en-US" sz="1200" b="0">
                          <a:solidFill>
                            <a:schemeClr val="tx1"/>
                          </a:solidFill>
                          <a:latin typeface="Meiryo UI" panose="020B0604030504040204" pitchFamily="50" charset="-128"/>
                          <a:ea typeface="Meiryo UI" panose="020B0604030504040204" pitchFamily="50" charset="-128"/>
                        </a:rPr>
                        <a:t>対応</a:t>
                      </a:r>
                      <a:endParaRPr kumimoji="1" lang="ja-JP" altLang="en-US" sz="1200" b="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eiryo UI" panose="020B0604030504040204" pitchFamily="50" charset="-128"/>
                          <a:ea typeface="Meiryo UI" panose="020B0604030504040204" pitchFamily="50" charset="-128"/>
                        </a:rPr>
                        <a:t>積み残しアジャイル対応</a:t>
                      </a:r>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0" i="0" u="none">
                          <a:solidFill>
                            <a:schemeClr val="tx1"/>
                          </a:solidFill>
                          <a:latin typeface="Meiryo UI" panose="020B0604030504040204" pitchFamily="50" charset="-128"/>
                          <a:ea typeface="Meiryo UI" panose="020B0604030504040204" pitchFamily="50" charset="-128"/>
                        </a:rPr>
                        <a:t>DB</a:t>
                      </a:r>
                      <a:r>
                        <a:rPr kumimoji="1" lang="ja-JP" altLang="en-US" sz="1200" b="0" i="0" u="none">
                          <a:solidFill>
                            <a:schemeClr val="tx1"/>
                          </a:solidFill>
                          <a:latin typeface="Meiryo UI" panose="020B0604030504040204" pitchFamily="50" charset="-128"/>
                          <a:ea typeface="Meiryo UI" panose="020B0604030504040204" pitchFamily="50" charset="-128"/>
                        </a:rPr>
                        <a:t>メンテナンス課様</a:t>
                      </a:r>
                      <a:endParaRPr kumimoji="1" lang="en-US" altLang="ja-JP" sz="1200" b="0" i="0" u="none">
                        <a:solidFill>
                          <a:schemeClr val="tx1"/>
                        </a:solidFill>
                        <a:latin typeface="Meiryo UI" panose="020B0604030504040204" pitchFamily="50" charset="-128"/>
                        <a:ea typeface="Meiryo UI" panose="020B0604030504040204" pitchFamily="50" charset="-128"/>
                      </a:endParaRPr>
                    </a:p>
                    <a:p>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200">
                          <a:solidFill>
                            <a:schemeClr val="tx1"/>
                          </a:solidFill>
                          <a:latin typeface="Meiryo UI" panose="020B0604030504040204" pitchFamily="50" charset="-128"/>
                          <a:ea typeface="Meiryo UI" panose="020B0604030504040204" pitchFamily="50" charset="-128"/>
                        </a:rPr>
                        <a:t>現時点で追加開発が必要とわかっている要件</a:t>
                      </a:r>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200">
                          <a:solidFill>
                            <a:schemeClr val="tx1"/>
                          </a:solidFill>
                          <a:latin typeface="Meiryo UI" panose="020B0604030504040204" pitchFamily="50" charset="-128"/>
                          <a:ea typeface="Meiryo UI" panose="020B0604030504040204" pitchFamily="50" charset="-128"/>
                        </a:rPr>
                        <a:t>3</a:t>
                      </a:r>
                      <a:r>
                        <a:rPr lang="ja-JP" altLang="en-US" sz="1200">
                          <a:solidFill>
                            <a:schemeClr val="tx1"/>
                          </a:solidFill>
                          <a:latin typeface="Meiryo UI" panose="020B0604030504040204" pitchFamily="50" charset="-128"/>
                          <a:ea typeface="Meiryo UI" panose="020B0604030504040204" pitchFamily="50" charset="-128"/>
                        </a:rPr>
                        <a:t>人月</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rPr>
                        <a:t>月</a:t>
                      </a:r>
                      <a:endParaRPr lang="en-US" altLang="ja-JP" sz="12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869269885"/>
                  </a:ext>
                </a:extLst>
              </a:tr>
              <a:tr h="772160">
                <a:tc>
                  <a:txBody>
                    <a:bodyPr/>
                    <a:lstStyle/>
                    <a:p>
                      <a:pPr algn="ctr"/>
                      <a:r>
                        <a:rPr kumimoji="1" lang="ja-JP" altLang="en-US" sz="1200" b="0">
                          <a:latin typeface="Meiryo UI" panose="020B0604030504040204" pitchFamily="50" charset="-128"/>
                          <a:ea typeface="Meiryo UI" panose="020B0604030504040204" pitchFamily="50" charset="-128"/>
                        </a:rPr>
                        <a:t>⑤</a:t>
                      </a:r>
                    </a:p>
                  </a:txBody>
                  <a:tcPr anchor="ct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eiryo UI" panose="020B0604030504040204" pitchFamily="50" charset="-128"/>
                          <a:ea typeface="Meiryo UI" panose="020B0604030504040204" pitchFamily="50" charset="-128"/>
                        </a:rPr>
                        <a:t>稼働後アジャイル対応</a:t>
                      </a:r>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a:solidFill>
                            <a:schemeClr val="tx1"/>
                          </a:solidFill>
                          <a:latin typeface="Meiryo UI" panose="020B0604030504040204" pitchFamily="50" charset="-128"/>
                          <a:ea typeface="Meiryo UI" panose="020B0604030504040204" pitchFamily="50" charset="-128"/>
                        </a:rPr>
                        <a:t>DB</a:t>
                      </a:r>
                      <a:r>
                        <a:rPr kumimoji="1" lang="ja-JP" altLang="en-US" sz="1200" b="0" i="0" u="none">
                          <a:solidFill>
                            <a:schemeClr val="tx1"/>
                          </a:solidFill>
                          <a:latin typeface="Meiryo UI" panose="020B0604030504040204" pitchFamily="50" charset="-128"/>
                          <a:ea typeface="Meiryo UI" panose="020B0604030504040204" pitchFamily="50" charset="-128"/>
                        </a:rPr>
                        <a:t>メンテナンス課様</a:t>
                      </a:r>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200">
                          <a:solidFill>
                            <a:schemeClr val="tx1"/>
                          </a:solidFill>
                          <a:latin typeface="Meiryo UI" panose="020B0604030504040204" pitchFamily="50" charset="-128"/>
                          <a:ea typeface="Meiryo UI" panose="020B0604030504040204" pitchFamily="50" charset="-128"/>
                        </a:rPr>
                        <a:t>2025/4</a:t>
                      </a:r>
                      <a:r>
                        <a:rPr lang="ja-JP" altLang="en-US" sz="1200">
                          <a:solidFill>
                            <a:schemeClr val="tx1"/>
                          </a:solidFill>
                          <a:latin typeface="Meiryo UI" panose="020B0604030504040204" pitchFamily="50" charset="-128"/>
                          <a:ea typeface="Meiryo UI" panose="020B0604030504040204" pitchFamily="50" charset="-128"/>
                        </a:rPr>
                        <a:t>以降に開発が必要と判明し開発を行う対応</a:t>
                      </a:r>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200">
                          <a:solidFill>
                            <a:schemeClr val="tx1"/>
                          </a:solidFill>
                          <a:latin typeface="Meiryo UI" panose="020B0604030504040204" pitchFamily="50" charset="-128"/>
                          <a:ea typeface="Meiryo UI" panose="020B0604030504040204" pitchFamily="50" charset="-128"/>
                        </a:rPr>
                        <a:t>2</a:t>
                      </a:r>
                      <a:r>
                        <a:rPr lang="ja-JP" altLang="en-US" sz="1200">
                          <a:solidFill>
                            <a:schemeClr val="tx1"/>
                          </a:solidFill>
                          <a:latin typeface="Meiryo UI" panose="020B0604030504040204" pitchFamily="50" charset="-128"/>
                          <a:ea typeface="Meiryo UI" panose="020B0604030504040204" pitchFamily="50" charset="-128"/>
                        </a:rPr>
                        <a:t>人月</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rPr>
                        <a:t>月</a:t>
                      </a:r>
                      <a:endParaRPr kumimoji="1" lang="ja-JP" altLang="en-US" sz="1600"/>
                    </a:p>
                  </a:txBody>
                  <a:tcPr/>
                </a:tc>
                <a:extLst>
                  <a:ext uri="{0D108BD9-81ED-4DB2-BD59-A6C34878D82A}">
                    <a16:rowId xmlns:a16="http://schemas.microsoft.com/office/drawing/2014/main" val="811427362"/>
                  </a:ext>
                </a:extLst>
              </a:tr>
              <a:tr h="218440">
                <a:tc gridSpan="5">
                  <a:txBody>
                    <a:bodyPr/>
                    <a:lstStyle/>
                    <a:p>
                      <a:pPr algn="r"/>
                      <a:r>
                        <a:rPr kumimoji="1" lang="ja-JP" altLang="en-US" sz="1200">
                          <a:latin typeface="Meiryo UI" panose="020B0604030504040204" pitchFamily="50" charset="-128"/>
                          <a:ea typeface="Meiryo UI" panose="020B0604030504040204" pitchFamily="50" charset="-128"/>
                        </a:rPr>
                        <a:t>取り纏め工数</a:t>
                      </a:r>
                    </a:p>
                  </a:txBody>
                  <a:tcPr anchor="ctr"/>
                </a:tc>
                <a:tc hMerge="1">
                  <a:txBody>
                    <a:bodyPr/>
                    <a:lstStyle/>
                    <a:p>
                      <a:endParaRPr kumimoji="1" lang="ja-JP" alt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a:solidFill>
                          <a:schemeClr val="tx1"/>
                        </a:solidFill>
                        <a:latin typeface="Meiryo UI" panose="020B0604030504040204" pitchFamily="50" charset="-128"/>
                        <a:ea typeface="Meiryo UI" panose="020B0604030504040204" pitchFamily="50" charset="-128"/>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hMerge="1">
                  <a:txBody>
                    <a:bodyPr/>
                    <a:lstStyle/>
                    <a:p>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200">
                          <a:solidFill>
                            <a:schemeClr val="tx1"/>
                          </a:solidFill>
                          <a:latin typeface="Meiryo UI" panose="020B0604030504040204" pitchFamily="50" charset="-128"/>
                          <a:ea typeface="Meiryo UI" panose="020B0604030504040204" pitchFamily="50" charset="-128"/>
                        </a:rPr>
                        <a:t>0.65</a:t>
                      </a:r>
                      <a:r>
                        <a:rPr lang="ja-JP" altLang="en-US" sz="1200">
                          <a:solidFill>
                            <a:schemeClr val="tx1"/>
                          </a:solidFill>
                          <a:latin typeface="Meiryo UI" panose="020B0604030504040204" pitchFamily="50" charset="-128"/>
                          <a:ea typeface="Meiryo UI" panose="020B0604030504040204" pitchFamily="50" charset="-128"/>
                        </a:rPr>
                        <a:t>人月</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rPr>
                        <a:t>月</a:t>
                      </a:r>
                      <a:endParaRPr lang="en-US" altLang="ja-JP" sz="12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60679679"/>
                  </a:ext>
                </a:extLst>
              </a:tr>
              <a:tr h="218440">
                <a:tc gridSpan="5">
                  <a:txBody>
                    <a:bodyPr/>
                    <a:lstStyle/>
                    <a:p>
                      <a:pPr algn="r"/>
                      <a:r>
                        <a:rPr kumimoji="1" lang="ja-JP" altLang="en-US" sz="1200">
                          <a:latin typeface="Meiryo UI" panose="020B0604030504040204" pitchFamily="50" charset="-128"/>
                          <a:ea typeface="Meiryo UI" panose="020B0604030504040204" pitchFamily="50" charset="-128"/>
                        </a:rPr>
                        <a:t>合計</a:t>
                      </a:r>
                    </a:p>
                  </a:txBody>
                  <a:tcPr anchor="ctr"/>
                </a:tc>
                <a:tc hMerge="1">
                  <a:txBody>
                    <a:bodyPr/>
                    <a:lstStyle/>
                    <a:p>
                      <a:endParaRPr kumimoji="1" lang="ja-JP" alt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a:solidFill>
                          <a:schemeClr val="tx1"/>
                        </a:solidFill>
                        <a:latin typeface="Meiryo UI" panose="020B0604030504040204" pitchFamily="50" charset="-128"/>
                        <a:ea typeface="Meiryo UI" panose="020B0604030504040204" pitchFamily="50" charset="-128"/>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a:solidFill>
                          <a:schemeClr val="tx1"/>
                        </a:solidFill>
                        <a:latin typeface="Meiryo UI" panose="020B0604030504040204" pitchFamily="50" charset="-128"/>
                        <a:ea typeface="Meiryo UI" panose="020B0604030504040204" pitchFamily="50" charset="-128"/>
                      </a:endParaRPr>
                    </a:p>
                  </a:txBody>
                  <a:tcPr/>
                </a:tc>
                <a:tc hMerge="1">
                  <a:txBody>
                    <a:bodyPr/>
                    <a:lstStyle/>
                    <a:p>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200">
                          <a:solidFill>
                            <a:schemeClr val="tx1"/>
                          </a:solidFill>
                          <a:latin typeface="Meiryo UI" panose="020B0604030504040204" pitchFamily="50" charset="-128"/>
                          <a:ea typeface="Meiryo UI" panose="020B0604030504040204" pitchFamily="50" charset="-128"/>
                        </a:rPr>
                        <a:t>7.15</a:t>
                      </a:r>
                      <a:r>
                        <a:rPr lang="ja-JP" altLang="en-US" sz="1200">
                          <a:solidFill>
                            <a:schemeClr val="tx1"/>
                          </a:solidFill>
                          <a:latin typeface="Meiryo UI" panose="020B0604030504040204" pitchFamily="50" charset="-128"/>
                          <a:ea typeface="Meiryo UI" panose="020B0604030504040204" pitchFamily="50" charset="-128"/>
                        </a:rPr>
                        <a:t>人月</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rPr>
                        <a:t>月　</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rPr>
                        <a:t>単価は</a:t>
                      </a:r>
                      <a:r>
                        <a:rPr lang="en-US" altLang="ja-JP" sz="1200">
                          <a:solidFill>
                            <a:schemeClr val="tx1"/>
                          </a:solidFill>
                          <a:latin typeface="Meiryo UI" panose="020B0604030504040204" pitchFamily="50" charset="-128"/>
                          <a:ea typeface="Meiryo UI" panose="020B0604030504040204" pitchFamily="50" charset="-128"/>
                        </a:rPr>
                        <a:t>120</a:t>
                      </a:r>
                      <a:r>
                        <a:rPr lang="ja-JP" altLang="en-US" sz="1200">
                          <a:solidFill>
                            <a:schemeClr val="tx1"/>
                          </a:solidFill>
                          <a:latin typeface="Meiryo UI" panose="020B0604030504040204" pitchFamily="50" charset="-128"/>
                          <a:ea typeface="Meiryo UI" panose="020B0604030504040204" pitchFamily="50" charset="-128"/>
                        </a:rPr>
                        <a:t>万</a:t>
                      </a:r>
                      <a:r>
                        <a:rPr lang="en-US" altLang="ja-JP" sz="1200">
                          <a:solidFill>
                            <a:schemeClr val="tx1"/>
                          </a:solidFill>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rPr>
                        <a:t>月</a:t>
                      </a:r>
                      <a:endParaRPr lang="en-US" altLang="ja-JP" sz="12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892268914"/>
                  </a:ext>
                </a:extLst>
              </a:tr>
            </a:tbl>
          </a:graphicData>
        </a:graphic>
      </p:graphicFrame>
      <p:sp>
        <p:nvSpPr>
          <p:cNvPr id="5" name="テキスト ボックス 4">
            <a:extLst>
              <a:ext uri="{FF2B5EF4-FFF2-40B4-BE49-F238E27FC236}">
                <a16:creationId xmlns:a16="http://schemas.microsoft.com/office/drawing/2014/main" id="{D5D78C13-90BE-6877-C494-AA39FF81CEDB}"/>
              </a:ext>
            </a:extLst>
          </p:cNvPr>
          <p:cNvSpPr txBox="1"/>
          <p:nvPr/>
        </p:nvSpPr>
        <p:spPr>
          <a:xfrm>
            <a:off x="295751" y="935828"/>
            <a:ext cx="12154586" cy="341632"/>
          </a:xfrm>
          <a:prstGeom prst="rect">
            <a:avLst/>
          </a:prstGeom>
          <a:noFill/>
        </p:spPr>
        <p:txBody>
          <a:bodyPr wrap="square" rtlCol="0">
            <a:spAutoFit/>
          </a:bodyPr>
          <a:lstStyle/>
          <a:p>
            <a:r>
              <a:rPr lang="en-US" altLang="ja-JP" sz="1800">
                <a:solidFill>
                  <a:schemeClr val="tx1"/>
                </a:solidFill>
                <a:latin typeface="Meiryo UI" panose="020B0604030504040204" pitchFamily="50" charset="-128"/>
                <a:ea typeface="Meiryo UI" panose="020B0604030504040204" pitchFamily="50" charset="-128"/>
              </a:rPr>
              <a:t>4</a:t>
            </a:r>
            <a:r>
              <a:rPr lang="ja-JP" altLang="en-US" sz="1800">
                <a:solidFill>
                  <a:schemeClr val="tx1"/>
                </a:solidFill>
                <a:latin typeface="Meiryo UI" panose="020B0604030504040204" pitchFamily="50" charset="-128"/>
                <a:ea typeface="Meiryo UI" panose="020B0604030504040204" pitchFamily="50" charset="-128"/>
              </a:rPr>
              <a:t>月以降の体制案のサマリとしては以下となります。</a:t>
            </a:r>
            <a:endParaRPr lang="en-US" altLang="ja-JP" sz="1800">
              <a:solidFill>
                <a:schemeClr val="tx1"/>
              </a:solidFill>
              <a:latin typeface="Meiryo UI" panose="020B0604030504040204" pitchFamily="50" charset="-128"/>
              <a:ea typeface="Meiryo UI" panose="020B0604030504040204" pitchFamily="50" charset="-128"/>
            </a:endParaRPr>
          </a:p>
        </p:txBody>
      </p:sp>
      <p:sp>
        <p:nvSpPr>
          <p:cNvPr id="7" name="スライド番号プレースホルダー 1">
            <a:extLst>
              <a:ext uri="{FF2B5EF4-FFF2-40B4-BE49-F238E27FC236}">
                <a16:creationId xmlns:a16="http://schemas.microsoft.com/office/drawing/2014/main" id="{2D756033-6013-A6A4-AD15-8352CC4F8C0D}"/>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19</a:t>
            </a:fld>
            <a:endParaRPr lang="en-US" altLang="ja-JP"/>
          </a:p>
        </p:txBody>
      </p:sp>
      <p:sp>
        <p:nvSpPr>
          <p:cNvPr id="2" name="正方形/長方形 1">
            <a:extLst>
              <a:ext uri="{FF2B5EF4-FFF2-40B4-BE49-F238E27FC236}">
                <a16:creationId xmlns:a16="http://schemas.microsoft.com/office/drawing/2014/main" id="{384DFE59-7411-ED93-AB9E-DE4A1E2ED0D7}"/>
              </a:ext>
            </a:extLst>
          </p:cNvPr>
          <p:cNvSpPr/>
          <p:nvPr/>
        </p:nvSpPr>
        <p:spPr bwMode="auto">
          <a:xfrm>
            <a:off x="8338983" y="369757"/>
            <a:ext cx="3271101" cy="614082"/>
          </a:xfrm>
          <a:prstGeom prst="rect">
            <a:avLst/>
          </a:prstGeom>
          <a:solidFill>
            <a:schemeClr val="bg1"/>
          </a:solidFill>
          <a:ln w="38100">
            <a:solidFill>
              <a:schemeClr val="accent6"/>
            </a:solidFill>
            <a:miter lim="800000"/>
            <a:headEnd/>
            <a:tailEnd/>
          </a:ln>
          <a:effectLst/>
        </p:spPr>
        <p:txBody>
          <a:bodyPr wrap="none" rtlCol="0" anchor="ctr" anchorCtr="0">
            <a:noAutofit/>
          </a:bodyPr>
          <a:lstStyle/>
          <a:p>
            <a:pPr algn="ctr"/>
            <a:r>
              <a:rPr lang="ja-JP" altLang="en-US" sz="1800">
                <a:solidFill>
                  <a:schemeClr val="tx1"/>
                </a:solidFill>
                <a:latin typeface="Meiryo UI" panose="020B0604030504040204" pitchFamily="50" charset="-128"/>
                <a:ea typeface="Meiryo UI" panose="020B0604030504040204" pitchFamily="50" charset="-128"/>
              </a:rPr>
              <a:t>ご検討状況の連携をお願いします</a:t>
            </a:r>
            <a:endParaRPr kumimoji="1" lang="ja-JP" altLang="en-US" sz="18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83418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4600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74BAF-5699-997A-84F2-22738FFDB041}"/>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FD4C33E4-54B8-32A2-5309-825397C50FE3}"/>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21</a:t>
            </a:fld>
            <a:endParaRPr lang="en-US" altLang="ja-JP"/>
          </a:p>
        </p:txBody>
      </p:sp>
      <p:graphicFrame>
        <p:nvGraphicFramePr>
          <p:cNvPr id="2" name="表 1">
            <a:extLst>
              <a:ext uri="{FF2B5EF4-FFF2-40B4-BE49-F238E27FC236}">
                <a16:creationId xmlns:a16="http://schemas.microsoft.com/office/drawing/2014/main" id="{6464294D-E381-CB96-7BB1-DA657E006C94}"/>
              </a:ext>
            </a:extLst>
          </p:cNvPr>
          <p:cNvGraphicFramePr>
            <a:graphicFrameLocks noGrp="1"/>
          </p:cNvGraphicFramePr>
          <p:nvPr>
            <p:extLst>
              <p:ext uri="{D42A27DB-BD31-4B8C-83A1-F6EECF244321}">
                <p14:modId xmlns:p14="http://schemas.microsoft.com/office/powerpoint/2010/main" val="4225419467"/>
              </p:ext>
            </p:extLst>
          </p:nvPr>
        </p:nvGraphicFramePr>
        <p:xfrm>
          <a:off x="67111" y="1378279"/>
          <a:ext cx="12124890" cy="5181600"/>
        </p:xfrm>
        <a:graphic>
          <a:graphicData uri="http://schemas.openxmlformats.org/drawingml/2006/table">
            <a:tbl>
              <a:tblPr firstRow="1" bandRow="1">
                <a:tableStyleId>{5C22544A-7EE6-4342-B048-85BDC9FD1C3A}</a:tableStyleId>
              </a:tblPr>
              <a:tblGrid>
                <a:gridCol w="682704">
                  <a:extLst>
                    <a:ext uri="{9D8B030D-6E8A-4147-A177-3AD203B41FA5}">
                      <a16:colId xmlns:a16="http://schemas.microsoft.com/office/drawing/2014/main" val="3435133766"/>
                    </a:ext>
                  </a:extLst>
                </a:gridCol>
                <a:gridCol w="1536903">
                  <a:extLst>
                    <a:ext uri="{9D8B030D-6E8A-4147-A177-3AD203B41FA5}">
                      <a16:colId xmlns:a16="http://schemas.microsoft.com/office/drawing/2014/main" val="2794285621"/>
                    </a:ext>
                  </a:extLst>
                </a:gridCol>
                <a:gridCol w="3038382">
                  <a:extLst>
                    <a:ext uri="{9D8B030D-6E8A-4147-A177-3AD203B41FA5}">
                      <a16:colId xmlns:a16="http://schemas.microsoft.com/office/drawing/2014/main" val="4019909945"/>
                    </a:ext>
                  </a:extLst>
                </a:gridCol>
                <a:gridCol w="1960546">
                  <a:extLst>
                    <a:ext uri="{9D8B030D-6E8A-4147-A177-3AD203B41FA5}">
                      <a16:colId xmlns:a16="http://schemas.microsoft.com/office/drawing/2014/main" val="2343611159"/>
                    </a:ext>
                  </a:extLst>
                </a:gridCol>
                <a:gridCol w="4906355">
                  <a:extLst>
                    <a:ext uri="{9D8B030D-6E8A-4147-A177-3AD203B41FA5}">
                      <a16:colId xmlns:a16="http://schemas.microsoft.com/office/drawing/2014/main" val="2011729500"/>
                    </a:ext>
                  </a:extLst>
                </a:gridCol>
              </a:tblGrid>
              <a:tr h="275677">
                <a:tc>
                  <a:txBody>
                    <a:bodyPr/>
                    <a:lstStyle/>
                    <a:p>
                      <a:r>
                        <a:rPr kumimoji="1" lang="en-US" altLang="ja-JP" sz="1400" b="0">
                          <a:latin typeface="Meiryo UI" panose="020B0604030504040204" pitchFamily="50" charset="-128"/>
                          <a:ea typeface="Meiryo UI" panose="020B0604030504040204" pitchFamily="50" charset="-128"/>
                        </a:rPr>
                        <a:t>#</a:t>
                      </a:r>
                      <a:endParaRPr kumimoji="1" lang="ja-JP" altLang="en-US" sz="1400" b="0">
                        <a:latin typeface="Meiryo UI" panose="020B0604030504040204" pitchFamily="50" charset="-128"/>
                        <a:ea typeface="Meiryo UI" panose="020B0604030504040204" pitchFamily="50" charset="-128"/>
                      </a:endParaRPr>
                    </a:p>
                  </a:txBody>
                  <a:tcPr/>
                </a:tc>
                <a:tc>
                  <a:txBody>
                    <a:bodyPr/>
                    <a:lstStyle/>
                    <a:p>
                      <a:r>
                        <a:rPr kumimoji="1" lang="ja-JP" altLang="en-US" sz="1400" b="0">
                          <a:latin typeface="Meiryo UI" panose="020B0604030504040204" pitchFamily="50" charset="-128"/>
                          <a:ea typeface="Meiryo UI" panose="020B0604030504040204" pitchFamily="50" charset="-128"/>
                        </a:rPr>
                        <a:t>分類</a:t>
                      </a:r>
                    </a:p>
                  </a:txBody>
                  <a:tcPr/>
                </a:tc>
                <a:tc>
                  <a:txBody>
                    <a:bodyPr/>
                    <a:lstStyle/>
                    <a:p>
                      <a:r>
                        <a:rPr kumimoji="1" lang="en-US" altLang="ja-JP" sz="1400">
                          <a:latin typeface="Meiryo UI" panose="020B0604030504040204" pitchFamily="50" charset="-128"/>
                          <a:ea typeface="Meiryo UI" panose="020B0604030504040204" pitchFamily="50" charset="-128"/>
                        </a:rPr>
                        <a:t>2/21 </a:t>
                      </a:r>
                      <a:r>
                        <a:rPr kumimoji="1" lang="ja-JP" altLang="en-US" sz="1400">
                          <a:latin typeface="Meiryo UI" panose="020B0604030504040204" pitchFamily="50" charset="-128"/>
                          <a:ea typeface="Meiryo UI" panose="020B0604030504040204" pitchFamily="50" charset="-128"/>
                        </a:rPr>
                        <a:t>ご質問</a:t>
                      </a:r>
                    </a:p>
                  </a:txBody>
                  <a:tcPr/>
                </a:tc>
                <a:tc>
                  <a:txBody>
                    <a:bodyPr/>
                    <a:lstStyle/>
                    <a:p>
                      <a:r>
                        <a:rPr kumimoji="1" lang="ja-JP" altLang="en-US" sz="1400">
                          <a:latin typeface="Meiryo UI" panose="020B0604030504040204" pitchFamily="50" charset="-128"/>
                          <a:ea typeface="Meiryo UI" panose="020B0604030504040204" pitchFamily="50" charset="-128"/>
                        </a:rPr>
                        <a:t>ご質問の背景</a:t>
                      </a:r>
                    </a:p>
                  </a:txBody>
                  <a:tcPr/>
                </a:tc>
                <a:tc>
                  <a:txBody>
                    <a:bodyPr/>
                    <a:lstStyle/>
                    <a:p>
                      <a:r>
                        <a:rPr kumimoji="1" lang="en-US" altLang="ja-JP" sz="1400">
                          <a:latin typeface="Meiryo UI" panose="020B0604030504040204" pitchFamily="50" charset="-128"/>
                          <a:ea typeface="Meiryo UI" panose="020B0604030504040204" pitchFamily="50" charset="-128"/>
                        </a:rPr>
                        <a:t>2/21 </a:t>
                      </a:r>
                      <a:r>
                        <a:rPr kumimoji="1" lang="ja-JP" altLang="en-US" sz="1400">
                          <a:latin typeface="Meiryo UI" panose="020B0604030504040204" pitchFamily="50" charset="-128"/>
                          <a:ea typeface="Meiryo UI" panose="020B0604030504040204" pitchFamily="50" charset="-128"/>
                        </a:rPr>
                        <a:t>ご回答</a:t>
                      </a:r>
                      <a:r>
                        <a:rPr kumimoji="1" lang="en-US" altLang="ja-JP" sz="1400">
                          <a:latin typeface="Meiryo UI" panose="020B0604030504040204" pitchFamily="50" charset="-128"/>
                          <a:ea typeface="Meiryo UI" panose="020B0604030504040204" pitchFamily="50" charset="-128"/>
                        </a:rPr>
                        <a:t>(</a:t>
                      </a:r>
                      <a:r>
                        <a:rPr kumimoji="1" lang="ja-JP" altLang="en-US" sz="1400">
                          <a:latin typeface="Meiryo UI" panose="020B0604030504040204" pitchFamily="50" charset="-128"/>
                          <a:ea typeface="Meiryo UI" panose="020B0604030504040204" pitchFamily="50" charset="-128"/>
                        </a:rPr>
                        <a:t>打ち合わせ内容を日立にて記載</a:t>
                      </a:r>
                      <a:r>
                        <a:rPr kumimoji="1" lang="en-US" altLang="ja-JP" sz="1400">
                          <a:latin typeface="Meiryo UI" panose="020B0604030504040204" pitchFamily="50" charset="-128"/>
                          <a:ea typeface="Meiryo UI" panose="020B0604030504040204" pitchFamily="50" charset="-128"/>
                        </a:rPr>
                        <a: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583235206"/>
                  </a:ext>
                </a:extLst>
              </a:tr>
              <a:tr h="401167">
                <a:tc>
                  <a:txBody>
                    <a:bodyPr/>
                    <a:lstStyle/>
                    <a:p>
                      <a:r>
                        <a:rPr kumimoji="1" lang="en-US" altLang="ja-JP" sz="1400" b="0">
                          <a:latin typeface="Meiryo UI" panose="020B0604030504040204" pitchFamily="50" charset="-128"/>
                          <a:ea typeface="Meiryo UI" panose="020B0604030504040204" pitchFamily="50" charset="-128"/>
                        </a:rPr>
                        <a:t>1</a:t>
                      </a:r>
                      <a:endParaRPr kumimoji="1" lang="ja-JP" altLang="en-US" sz="1400" b="0">
                        <a:latin typeface="Meiryo UI" panose="020B0604030504040204" pitchFamily="50" charset="-128"/>
                        <a:ea typeface="Meiryo UI" panose="020B0604030504040204" pitchFamily="50" charset="-128"/>
                      </a:endParaRPr>
                    </a:p>
                  </a:txBody>
                  <a:tcPr/>
                </a:tc>
                <a:tc>
                  <a:txBody>
                    <a:bodyPr/>
                    <a:lstStyle/>
                    <a:p>
                      <a:r>
                        <a:rPr kumimoji="1" lang="ja-JP" altLang="en-US" sz="1400" b="0">
                          <a:latin typeface="Meiryo UI" panose="020B0604030504040204" pitchFamily="50" charset="-128"/>
                          <a:ea typeface="Meiryo UI" panose="020B0604030504040204" pitchFamily="50" charset="-128"/>
                        </a:rPr>
                        <a:t>スケジュール</a:t>
                      </a:r>
                    </a:p>
                  </a:txBody>
                  <a:tcPr/>
                </a:tc>
                <a:tc>
                  <a:txBody>
                    <a:bodyPr/>
                    <a:lstStyle/>
                    <a:p>
                      <a:r>
                        <a:rPr lang="en-US" altLang="ja-JP" sz="1400">
                          <a:solidFill>
                            <a:schemeClr val="tx1"/>
                          </a:solidFill>
                          <a:latin typeface="Meiryo UI" panose="020B0604030504040204" pitchFamily="50" charset="-128"/>
                          <a:ea typeface="Meiryo UI" panose="020B0604030504040204" pitchFamily="50" charset="-128"/>
                        </a:rPr>
                        <a:t>TDB</a:t>
                      </a:r>
                      <a:r>
                        <a:rPr lang="ja-JP" altLang="en-US" sz="1400">
                          <a:solidFill>
                            <a:schemeClr val="tx1"/>
                          </a:solidFill>
                          <a:latin typeface="Meiryo UI" panose="020B0604030504040204" pitchFamily="50" charset="-128"/>
                          <a:ea typeface="Meiryo UI" panose="020B0604030504040204" pitchFamily="50" charset="-128"/>
                        </a:rPr>
                        <a:t>様グランドイメージの実現時期</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現時点の完成のターゲット</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を</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確認させて頂きたくお願いします。</a:t>
                      </a:r>
                      <a:endParaRPr lang="en-US" altLang="ja-JP" sz="1400">
                        <a:solidFill>
                          <a:schemeClr val="tx1"/>
                        </a:solidFill>
                        <a:latin typeface="Meiryo UI" panose="020B0604030504040204" pitchFamily="50" charset="-128"/>
                        <a:ea typeface="Meiryo UI" panose="020B0604030504040204" pitchFamily="50" charset="-128"/>
                      </a:endParaRPr>
                    </a:p>
                    <a:p>
                      <a:endParaRPr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完成時期によって、</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各システム刷新に向けた進め方のご提案が変わるため</a:t>
                      </a:r>
                      <a:endParaRPr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400">
                          <a:solidFill>
                            <a:schemeClr val="tx1"/>
                          </a:solidFill>
                          <a:latin typeface="Meiryo UI" panose="020B0604030504040204" pitchFamily="50" charset="-128"/>
                          <a:ea typeface="Meiryo UI" panose="020B0604030504040204" pitchFamily="50" charset="-128"/>
                        </a:rPr>
                        <a:t>2027/9</a:t>
                      </a:r>
                      <a:r>
                        <a:rPr lang="ja-JP" altLang="en-US" sz="1400">
                          <a:solidFill>
                            <a:schemeClr val="tx1"/>
                          </a:solidFill>
                          <a:latin typeface="Meiryo UI" panose="020B0604030504040204" pitchFamily="50" charset="-128"/>
                          <a:ea typeface="Meiryo UI" panose="020B0604030504040204" pitchFamily="50" charset="-128"/>
                        </a:rPr>
                        <a:t>がターゲット</a:t>
                      </a:r>
                      <a:endParaRPr lang="en-US" altLang="ja-JP" sz="14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715403994"/>
                  </a:ext>
                </a:extLst>
              </a:tr>
              <a:tr h="685800">
                <a:tc>
                  <a:txBody>
                    <a:bodyPr/>
                    <a:lstStyle/>
                    <a:p>
                      <a:r>
                        <a:rPr kumimoji="1" lang="en-US" altLang="ja-JP" sz="1400" b="0">
                          <a:latin typeface="Meiryo UI" panose="020B0604030504040204" pitchFamily="50" charset="-128"/>
                          <a:ea typeface="Meiryo UI" panose="020B0604030504040204" pitchFamily="50" charset="-128"/>
                        </a:rPr>
                        <a:t>2</a:t>
                      </a:r>
                    </a:p>
                  </a:txBody>
                  <a:tcPr/>
                </a:tc>
                <a:tc>
                  <a:txBody>
                    <a:bodyPr/>
                    <a:lstStyle/>
                    <a:p>
                      <a:r>
                        <a:rPr kumimoji="1" lang="ja-JP" altLang="en-US" sz="1400" b="0">
                          <a:latin typeface="Meiryo UI" panose="020B0604030504040204" pitchFamily="50" charset="-128"/>
                          <a:ea typeface="Meiryo UI" panose="020B0604030504040204" pitchFamily="50" charset="-128"/>
                        </a:rPr>
                        <a:t>各環境の役割について</a:t>
                      </a:r>
                    </a:p>
                  </a:txBody>
                  <a:tcPr/>
                </a:tc>
                <a:tc>
                  <a:txBody>
                    <a:bodyPr/>
                    <a:lstStyle/>
                    <a:p>
                      <a:r>
                        <a:rPr kumimoji="1" lang="ja-JP" altLang="en-US" sz="1400" b="0" i="0" u="none">
                          <a:latin typeface="Meiryo UI" panose="020B0604030504040204" pitchFamily="50" charset="-128"/>
                          <a:ea typeface="Meiryo UI" panose="020B0604030504040204" pitchFamily="50" charset="-128"/>
                        </a:rPr>
                        <a:t>次ページにてご質問</a:t>
                      </a:r>
                      <a:endParaRPr kumimoji="1" lang="en-US" altLang="ja-JP" sz="1400" b="0" i="0" u="none">
                        <a:latin typeface="Meiryo UI" panose="020B0604030504040204" pitchFamily="50" charset="-128"/>
                        <a:ea typeface="Meiryo UI" panose="020B0604030504040204" pitchFamily="50" charset="-128"/>
                      </a:endParaRPr>
                    </a:p>
                  </a:txBody>
                  <a:tcPr/>
                </a:tc>
                <a:tc>
                  <a:txBody>
                    <a:bodyPr/>
                    <a:lstStyle/>
                    <a:p>
                      <a:r>
                        <a:rPr kumimoji="1" lang="ja-JP" altLang="en-US" sz="1400" b="0">
                          <a:latin typeface="Meiryo UI" panose="020B0604030504040204" pitchFamily="50" charset="-128"/>
                          <a:ea typeface="Meiryo UI" panose="020B0604030504040204" pitchFamily="50" charset="-128"/>
                        </a:rPr>
                        <a:t>日立としてのご提案の仕方が変わるため</a:t>
                      </a:r>
                    </a:p>
                  </a:txBody>
                  <a:tcPr/>
                </a:tc>
                <a:tc rowSpan="2">
                  <a:txBody>
                    <a:bodyPr/>
                    <a:lstStyle/>
                    <a:p>
                      <a:r>
                        <a:rPr kumimoji="1" lang="ja-JP" altLang="en-US" sz="1400" b="0">
                          <a:solidFill>
                            <a:schemeClr val="tx1"/>
                          </a:solidFill>
                          <a:latin typeface="Meiryo UI" panose="020B0604030504040204" pitchFamily="50" charset="-128"/>
                          <a:ea typeface="Meiryo UI" panose="020B0604030504040204" pitchFamily="50" charset="-128"/>
                        </a:rPr>
                        <a:t>・データ共通化基盤については現状</a:t>
                      </a:r>
                      <a:r>
                        <a:rPr kumimoji="1" lang="en-US" altLang="ja-JP" sz="1400" b="0">
                          <a:solidFill>
                            <a:schemeClr val="tx1"/>
                          </a:solidFill>
                          <a:latin typeface="Meiryo UI" panose="020B0604030504040204" pitchFamily="50" charset="-128"/>
                          <a:ea typeface="Meiryo UI" panose="020B0604030504040204" pitchFamily="50" charset="-128"/>
                        </a:rPr>
                        <a:t>C-NET</a:t>
                      </a:r>
                      <a:r>
                        <a:rPr kumimoji="1" lang="ja-JP" altLang="en-US" sz="1400" b="0">
                          <a:solidFill>
                            <a:schemeClr val="tx1"/>
                          </a:solidFill>
                          <a:latin typeface="Meiryo UI" panose="020B0604030504040204" pitchFamily="50" charset="-128"/>
                          <a:ea typeface="Meiryo UI" panose="020B0604030504040204" pitchFamily="50" charset="-128"/>
                        </a:rPr>
                        <a:t>基盤に作成しているが、別基盤への移行を検討している。</a:t>
                      </a:r>
                      <a:endParaRPr kumimoji="1" lang="en-US" altLang="ja-JP" sz="1400" b="0">
                        <a:solidFill>
                          <a:schemeClr val="tx1"/>
                        </a:solidFill>
                        <a:latin typeface="Meiryo UI" panose="020B0604030504040204" pitchFamily="50" charset="-128"/>
                        <a:ea typeface="Meiryo UI" panose="020B0604030504040204" pitchFamily="50" charset="-128"/>
                      </a:endParaRPr>
                    </a:p>
                    <a:p>
                      <a:r>
                        <a:rPr kumimoji="1" lang="en-US" altLang="ja-JP" sz="1400" b="0">
                          <a:solidFill>
                            <a:schemeClr val="tx1"/>
                          </a:solidFill>
                          <a:latin typeface="Meiryo UI" panose="020B0604030504040204" pitchFamily="50" charset="-128"/>
                          <a:ea typeface="Meiryo UI" panose="020B0604030504040204" pitchFamily="50" charset="-128"/>
                        </a:rPr>
                        <a:t>(</a:t>
                      </a:r>
                      <a:r>
                        <a:rPr kumimoji="1" lang="ja-JP" altLang="en-US" sz="1400" b="0">
                          <a:solidFill>
                            <a:schemeClr val="tx1"/>
                          </a:solidFill>
                          <a:latin typeface="Meiryo UI" panose="020B0604030504040204" pitchFamily="50" charset="-128"/>
                          <a:ea typeface="Meiryo UI" panose="020B0604030504040204" pitchFamily="50" charset="-128"/>
                        </a:rPr>
                        <a:t>ベンダーや実現方式検討中</a:t>
                      </a:r>
                      <a:r>
                        <a:rPr kumimoji="1" lang="en-US" altLang="ja-JP" sz="1400" b="0">
                          <a:solidFill>
                            <a:schemeClr val="tx1"/>
                          </a:solidFill>
                          <a:latin typeface="Meiryo UI" panose="020B0604030504040204" pitchFamily="50" charset="-128"/>
                          <a:ea typeface="Meiryo UI" panose="020B0604030504040204" pitchFamily="50" charset="-128"/>
                        </a:rPr>
                        <a:t>)</a:t>
                      </a:r>
                    </a:p>
                    <a:p>
                      <a:endParaRPr kumimoji="1" lang="en-US" altLang="ja-JP" sz="1400" b="0">
                        <a:solidFill>
                          <a:schemeClr val="tx1"/>
                        </a:solidFill>
                        <a:latin typeface="Meiryo UI" panose="020B0604030504040204" pitchFamily="50" charset="-128"/>
                        <a:ea typeface="Meiryo UI" panose="020B0604030504040204" pitchFamily="50" charset="-128"/>
                      </a:endParaRPr>
                    </a:p>
                    <a:p>
                      <a:r>
                        <a:rPr kumimoji="1" lang="ja-JP" altLang="en-US" sz="1400" b="0">
                          <a:solidFill>
                            <a:schemeClr val="tx1"/>
                          </a:solidFill>
                          <a:latin typeface="Meiryo UI" panose="020B0604030504040204" pitchFamily="50" charset="-128"/>
                          <a:ea typeface="Meiryo UI" panose="020B0604030504040204" pitchFamily="50" charset="-128"/>
                        </a:rPr>
                        <a:t>＜以下各基盤に対するヒアリング内容＞</a:t>
                      </a:r>
                      <a:endParaRPr kumimoji="1" lang="en-US" altLang="ja-JP" sz="1400" b="0">
                        <a:solidFill>
                          <a:schemeClr val="tx1"/>
                        </a:solidFill>
                        <a:latin typeface="Meiryo UI" panose="020B0604030504040204" pitchFamily="50" charset="-128"/>
                        <a:ea typeface="Meiryo UI" panose="020B0604030504040204" pitchFamily="50" charset="-128"/>
                      </a:endParaRPr>
                    </a:p>
                    <a:p>
                      <a:r>
                        <a:rPr kumimoji="1" lang="ja-JP" altLang="en-US" sz="1400" b="0">
                          <a:solidFill>
                            <a:schemeClr val="tx1"/>
                          </a:solidFill>
                          <a:latin typeface="Meiryo UI" panose="020B0604030504040204" pitchFamily="50" charset="-128"/>
                          <a:ea typeface="Meiryo UI" panose="020B0604030504040204" pitchFamily="50" charset="-128"/>
                        </a:rPr>
                        <a:t>■データ共通化基盤</a:t>
                      </a:r>
                      <a:endParaRPr kumimoji="1" lang="en-US" altLang="ja-JP" sz="1400" b="0">
                        <a:solidFill>
                          <a:schemeClr val="tx1"/>
                        </a:solidFill>
                        <a:latin typeface="Meiryo UI" panose="020B0604030504040204" pitchFamily="50" charset="-128"/>
                        <a:ea typeface="Meiryo UI" panose="020B0604030504040204" pitchFamily="50" charset="-128"/>
                      </a:endParaRPr>
                    </a:p>
                    <a:p>
                      <a:r>
                        <a:rPr kumimoji="1" lang="ja-JP" altLang="en-US" sz="1400" b="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項目更新履歴の様に項目別にそれぞれ更新履歴を格納したい</a:t>
                      </a:r>
                      <a:br>
                        <a:rPr lang="ja-JP" altLang="en-US" sz="1400">
                          <a:solidFill>
                            <a:schemeClr val="tx1"/>
                          </a:solidFill>
                          <a:latin typeface="Meiryo UI" panose="020B0604030504040204" pitchFamily="50" charset="-128"/>
                          <a:ea typeface="Meiryo UI" panose="020B0604030504040204" pitchFamily="50" charset="-128"/>
                        </a:rPr>
                      </a:br>
                      <a:r>
                        <a:rPr lang="ja-JP" altLang="en-US" sz="1400">
                          <a:solidFill>
                            <a:schemeClr val="tx1"/>
                          </a:solidFill>
                          <a:latin typeface="Meiryo UI" panose="020B0604030504040204" pitchFamily="50" charset="-128"/>
                          <a:ea typeface="Meiryo UI" panose="020B0604030504040204" pitchFamily="50" charset="-128"/>
                        </a:rPr>
                        <a:t>・最新のマスタとしても扱うため、参照も必要</a:t>
                      </a:r>
                      <a:br>
                        <a:rPr lang="ja-JP" altLang="en-US" sz="1400">
                          <a:solidFill>
                            <a:schemeClr val="tx1"/>
                          </a:solidFill>
                          <a:latin typeface="Meiryo UI" panose="020B0604030504040204" pitchFamily="50" charset="-128"/>
                          <a:ea typeface="Meiryo UI" panose="020B0604030504040204" pitchFamily="50" charset="-128"/>
                        </a:rPr>
                      </a:br>
                      <a:r>
                        <a:rPr lang="ja-JP" altLang="en-US" sz="1400">
                          <a:solidFill>
                            <a:schemeClr val="tx1"/>
                          </a:solidFill>
                          <a:latin typeface="Meiryo UI" panose="020B0604030504040204" pitchFamily="50" charset="-128"/>
                          <a:ea typeface="Meiryo UI" panose="020B0604030504040204" pitchFamily="50" charset="-128"/>
                        </a:rPr>
                        <a:t>・クロールしたデータの選別／名寄せは入力システム側で実施</a:t>
                      </a:r>
                      <a:endParaRPr lang="en-US" altLang="ja-JP" sz="1400">
                        <a:solidFill>
                          <a:schemeClr val="tx1"/>
                        </a:solidFill>
                        <a:latin typeface="Meiryo UI" panose="020B0604030504040204" pitchFamily="50" charset="-128"/>
                        <a:ea typeface="Meiryo UI" panose="020B0604030504040204" pitchFamily="50" charset="-128"/>
                      </a:endParaRPr>
                    </a:p>
                    <a:p>
                      <a:r>
                        <a:rPr lang="en-US" altLang="ja-JP" sz="1400">
                          <a:solidFill>
                            <a:schemeClr val="tx1"/>
                          </a:solidFill>
                          <a:latin typeface="Meiryo UI" panose="020B0604030504040204" pitchFamily="50" charset="-128"/>
                          <a:ea typeface="Meiryo UI" panose="020B0604030504040204" pitchFamily="50" charset="-128"/>
                        </a:rPr>
                        <a:t> (</a:t>
                      </a:r>
                      <a:r>
                        <a:rPr lang="ja-JP" altLang="en-US" sz="1400">
                          <a:solidFill>
                            <a:schemeClr val="tx1"/>
                          </a:solidFill>
                          <a:latin typeface="Meiryo UI" panose="020B0604030504040204" pitchFamily="50" charset="-128"/>
                          <a:ea typeface="Meiryo UI" panose="020B0604030504040204" pitchFamily="50" charset="-128"/>
                        </a:rPr>
                        <a:t>データ共通化基盤では実施しない</a:t>
                      </a:r>
                      <a:r>
                        <a:rPr lang="en-US" altLang="ja-JP" sz="1400">
                          <a:solidFill>
                            <a:schemeClr val="tx1"/>
                          </a:solidFill>
                          <a:latin typeface="Meiryo UI" panose="020B0604030504040204" pitchFamily="50" charset="-128"/>
                          <a:ea typeface="Meiryo UI" panose="020B0604030504040204" pitchFamily="50" charset="-128"/>
                        </a:rPr>
                        <a:t>)</a:t>
                      </a:r>
                      <a:br>
                        <a:rPr lang="ja-JP" altLang="en-US" sz="1400">
                          <a:solidFill>
                            <a:schemeClr val="tx1"/>
                          </a:solidFill>
                          <a:latin typeface="Meiryo UI" panose="020B0604030504040204" pitchFamily="50" charset="-128"/>
                          <a:ea typeface="Meiryo UI" panose="020B0604030504040204" pitchFamily="50" charset="-128"/>
                        </a:rPr>
                      </a:br>
                      <a:r>
                        <a:rPr lang="ja-JP" altLang="en-US" sz="1400">
                          <a:solidFill>
                            <a:schemeClr val="tx1"/>
                          </a:solidFill>
                          <a:latin typeface="Meiryo UI" panose="020B0604030504040204" pitchFamily="50" charset="-128"/>
                          <a:ea typeface="Meiryo UI" panose="020B0604030504040204" pitchFamily="50" charset="-128"/>
                        </a:rPr>
                        <a:t>・システム連携における</a:t>
                      </a:r>
                      <a:r>
                        <a:rPr lang="en-US" altLang="ja-JP" sz="1400">
                          <a:solidFill>
                            <a:schemeClr val="tx1"/>
                          </a:solidFill>
                          <a:latin typeface="Meiryo UI" panose="020B0604030504040204" pitchFamily="50" charset="-128"/>
                          <a:ea typeface="Meiryo UI" panose="020B0604030504040204" pitchFamily="50" charset="-128"/>
                        </a:rPr>
                        <a:t>HULFT</a:t>
                      </a:r>
                      <a:r>
                        <a:rPr lang="ja-JP" altLang="en-US" sz="1400">
                          <a:solidFill>
                            <a:schemeClr val="tx1"/>
                          </a:solidFill>
                          <a:latin typeface="Meiryo UI" panose="020B0604030504040204" pitchFamily="50" charset="-128"/>
                          <a:ea typeface="Meiryo UI" panose="020B0604030504040204" pitchFamily="50" charset="-128"/>
                        </a:rPr>
                        <a:t>はやめていきたい。</a:t>
                      </a:r>
                      <a:br>
                        <a:rPr lang="ja-JP" altLang="en-US" sz="1400">
                          <a:solidFill>
                            <a:schemeClr val="tx1"/>
                          </a:solidFill>
                          <a:latin typeface="Meiryo UI" panose="020B0604030504040204" pitchFamily="50" charset="-128"/>
                          <a:ea typeface="Meiryo UI" panose="020B0604030504040204" pitchFamily="50" charset="-128"/>
                        </a:rPr>
                      </a:br>
                      <a:r>
                        <a:rPr lang="ja-JP" altLang="en-US" sz="1400">
                          <a:solidFill>
                            <a:schemeClr val="tx1"/>
                          </a:solidFill>
                          <a:latin typeface="Meiryo UI" panose="020B0604030504040204" pitchFamily="50" charset="-128"/>
                          <a:ea typeface="Meiryo UI" panose="020B0604030504040204" pitchFamily="50" charset="-128"/>
                        </a:rPr>
                        <a:t>・システム別に個別最適化しているが、</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　集中管理し全体最適していく必要がある</a:t>
                      </a:r>
                    </a:p>
                    <a:p>
                      <a:r>
                        <a:rPr lang="ja-JP" altLang="en-US" sz="1400">
                          <a:solidFill>
                            <a:schemeClr val="tx1"/>
                          </a:solidFill>
                          <a:latin typeface="Meiryo UI" panose="020B0604030504040204" pitchFamily="50" charset="-128"/>
                          <a:ea typeface="Meiryo UI" panose="020B0604030504040204" pitchFamily="50" charset="-128"/>
                        </a:rPr>
                        <a:t> </a:t>
                      </a:r>
                    </a:p>
                    <a:p>
                      <a:r>
                        <a:rPr lang="ja-JP" altLang="en-US" sz="1400">
                          <a:solidFill>
                            <a:schemeClr val="tx1"/>
                          </a:solidFill>
                          <a:latin typeface="Meiryo UI" panose="020B0604030504040204" pitchFamily="50" charset="-128"/>
                          <a:ea typeface="Meiryo UI" panose="020B0604030504040204" pitchFamily="50" charset="-128"/>
                        </a:rPr>
                        <a:t>■サービス提供</a:t>
                      </a:r>
                      <a:br>
                        <a:rPr lang="ja-JP" altLang="en-US" sz="1400">
                          <a:solidFill>
                            <a:schemeClr val="tx1"/>
                          </a:solidFill>
                          <a:latin typeface="Meiryo UI" panose="020B0604030504040204" pitchFamily="50" charset="-128"/>
                          <a:ea typeface="Meiryo UI" panose="020B0604030504040204" pitchFamily="50" charset="-128"/>
                        </a:rPr>
                      </a:br>
                      <a:r>
                        <a:rPr lang="ja-JP" altLang="en-US" sz="1400">
                          <a:solidFill>
                            <a:schemeClr val="tx1"/>
                          </a:solidFill>
                          <a:latin typeface="Meiryo UI" panose="020B0604030504040204" pitchFamily="50" charset="-128"/>
                          <a:ea typeface="Meiryo UI" panose="020B0604030504040204" pitchFamily="50" charset="-128"/>
                        </a:rPr>
                        <a:t>・鮮度優先か量優先か柔軟に対応できるようにしていく必要がある</a:t>
                      </a:r>
                      <a:endParaRPr lang="en-US" altLang="ja-JP" sz="1400">
                        <a:solidFill>
                          <a:schemeClr val="tx1"/>
                        </a:solidFill>
                        <a:latin typeface="Meiryo UI" panose="020B0604030504040204" pitchFamily="50" charset="-128"/>
                        <a:ea typeface="Meiryo UI" panose="020B0604030504040204" pitchFamily="50" charset="-128"/>
                      </a:endParaRPr>
                    </a:p>
                    <a:p>
                      <a:endParaRPr lang="ja-JP" altLang="en-US" sz="1400">
                        <a:solidFill>
                          <a:schemeClr val="tx1"/>
                        </a:solidFill>
                        <a:latin typeface="Meiryo UI" panose="020B0604030504040204" pitchFamily="50" charset="-128"/>
                        <a:ea typeface="Meiryo UI" panose="020B0604030504040204" pitchFamily="50" charset="-128"/>
                      </a:endParaRPr>
                    </a:p>
                    <a:p>
                      <a:endParaRPr kumimoji="1" lang="ja-JP" altLang="en-US" sz="1400" b="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08868866"/>
                  </a:ext>
                </a:extLst>
              </a:tr>
              <a:tr h="685800">
                <a:tc>
                  <a:txBody>
                    <a:bodyPr/>
                    <a:lstStyle/>
                    <a:p>
                      <a:r>
                        <a:rPr kumimoji="1" lang="en-US" altLang="ja-JP" sz="1400" b="0">
                          <a:latin typeface="Meiryo UI" panose="020B0604030504040204" pitchFamily="50" charset="-128"/>
                          <a:ea typeface="Meiryo UI" panose="020B0604030504040204" pitchFamily="50" charset="-128"/>
                        </a:rPr>
                        <a:t>3</a:t>
                      </a:r>
                    </a:p>
                  </a:txBody>
                  <a:tcPr/>
                </a:tc>
                <a:tc>
                  <a:txBody>
                    <a:bodyPr/>
                    <a:lstStyle/>
                    <a:p>
                      <a:r>
                        <a:rPr kumimoji="1" lang="ja-JP" altLang="en-US" sz="1400" b="0">
                          <a:latin typeface="Meiryo UI" panose="020B0604030504040204" pitchFamily="50" charset="-128"/>
                          <a:ea typeface="Meiryo UI" panose="020B0604030504040204" pitchFamily="50" charset="-128"/>
                        </a:rPr>
                        <a:t>検討スコープ</a:t>
                      </a:r>
                    </a:p>
                  </a:txBody>
                  <a:tcPr/>
                </a:tc>
                <a:tc>
                  <a:txBody>
                    <a:bodyPr/>
                    <a:lstStyle/>
                    <a:p>
                      <a:r>
                        <a:rPr kumimoji="1" lang="en-US" altLang="ja-JP" sz="1400" b="0" i="0" u="none">
                          <a:latin typeface="Meiryo UI" panose="020B0604030504040204" pitchFamily="50" charset="-128"/>
                          <a:ea typeface="Meiryo UI" panose="020B0604030504040204" pitchFamily="50" charset="-128"/>
                        </a:rPr>
                        <a:t>#2 </a:t>
                      </a:r>
                      <a:r>
                        <a:rPr kumimoji="1" lang="ja-JP" altLang="en-US" sz="1400" b="0" i="0" u="none">
                          <a:latin typeface="Meiryo UI" panose="020B0604030504040204" pitchFamily="50" charset="-128"/>
                          <a:ea typeface="Meiryo UI" panose="020B0604030504040204" pitchFamily="50" charset="-128"/>
                        </a:rPr>
                        <a:t>各環境の機能で想定されている役割を踏まえて、</a:t>
                      </a:r>
                      <a:endParaRPr kumimoji="1" lang="en-US" altLang="ja-JP" sz="1400" b="0" i="0" u="none">
                        <a:latin typeface="Meiryo UI" panose="020B0604030504040204" pitchFamily="50" charset="-128"/>
                        <a:ea typeface="Meiryo UI" panose="020B0604030504040204" pitchFamily="50" charset="-128"/>
                      </a:endParaRPr>
                    </a:p>
                    <a:p>
                      <a:r>
                        <a:rPr kumimoji="1" lang="en-US" altLang="ja-JP" sz="1400" b="0" i="0" u="none">
                          <a:latin typeface="Meiryo UI" panose="020B0604030504040204" pitchFamily="50" charset="-128"/>
                          <a:ea typeface="Meiryo UI" panose="020B0604030504040204" pitchFamily="50" charset="-128"/>
                        </a:rPr>
                        <a:t>C2/CUSTOM</a:t>
                      </a:r>
                      <a:r>
                        <a:rPr kumimoji="1" lang="ja-JP" altLang="en-US" sz="1400" b="0" i="0" u="none">
                          <a:latin typeface="Meiryo UI" panose="020B0604030504040204" pitchFamily="50" charset="-128"/>
                          <a:ea typeface="Meiryo UI" panose="020B0604030504040204" pitchFamily="50" charset="-128"/>
                        </a:rPr>
                        <a:t>のご提案スコープとして期待されている範囲を確認させて頂けますでしょうか。</a:t>
                      </a:r>
                      <a:endParaRPr kumimoji="1" lang="en-US" altLang="ja-JP" sz="1400" b="0" i="0" u="none">
                        <a:latin typeface="Meiryo UI" panose="020B0604030504040204" pitchFamily="50" charset="-128"/>
                        <a:ea typeface="Meiryo UI" panose="020B0604030504040204" pitchFamily="50" charset="-128"/>
                      </a:endParaRPr>
                    </a:p>
                    <a:p>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例えばデータ共通基盤へのデータ蓄積のルール等は</a:t>
                      </a:r>
                      <a:r>
                        <a:rPr kumimoji="1" lang="en-US" altLang="ja-JP" sz="1400" b="0" i="0" u="none">
                          <a:latin typeface="Meiryo UI" panose="020B0604030504040204" pitchFamily="50" charset="-128"/>
                          <a:ea typeface="Meiryo UI" panose="020B0604030504040204" pitchFamily="50" charset="-128"/>
                        </a:rPr>
                        <a:t>TDB</a:t>
                      </a:r>
                      <a:r>
                        <a:rPr kumimoji="1" lang="ja-JP" altLang="en-US" sz="1400" b="0" i="0" u="none">
                          <a:latin typeface="Meiryo UI" panose="020B0604030504040204" pitchFamily="50" charset="-128"/>
                          <a:ea typeface="Meiryo UI" panose="020B0604030504040204" pitchFamily="50" charset="-128"/>
                        </a:rPr>
                        <a:t>様で決められて、それにあわせてどのように入力システムである</a:t>
                      </a:r>
                      <a:r>
                        <a:rPr kumimoji="1" lang="en-US" altLang="ja-JP" sz="1400" b="0" i="0" u="none">
                          <a:latin typeface="Meiryo UI" panose="020B0604030504040204" pitchFamily="50" charset="-128"/>
                          <a:ea typeface="Meiryo UI" panose="020B0604030504040204" pitchFamily="50" charset="-128"/>
                        </a:rPr>
                        <a:t>DB</a:t>
                      </a:r>
                      <a:r>
                        <a:rPr kumimoji="1" lang="ja-JP" altLang="en-US" sz="1400" b="0" i="0" u="none">
                          <a:latin typeface="Meiryo UI" panose="020B0604030504040204" pitchFamily="50" charset="-128"/>
                          <a:ea typeface="Meiryo UI" panose="020B0604030504040204" pitchFamily="50" charset="-128"/>
                        </a:rPr>
                        <a:t>メンテシステムはつくる、というご提案を期待されてますでしょうか。</a:t>
                      </a:r>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その場合はデータ共通基盤側の設計思想についてご共有をお願い致します。</a:t>
                      </a:r>
                      <a:endParaRPr kumimoji="1" lang="en-US" altLang="ja-JP" sz="1400" b="0" i="0" u="none">
                        <a:latin typeface="Meiryo UI" panose="020B0604030504040204" pitchFamily="50" charset="-128"/>
                        <a:ea typeface="Meiryo UI" panose="020B0604030504040204" pitchFamily="50" charset="-128"/>
                      </a:endParaRPr>
                    </a:p>
                    <a:p>
                      <a:endParaRPr kumimoji="1" lang="en-US" altLang="ja-JP" sz="1400" b="0" i="0" u="none">
                        <a:latin typeface="Meiryo UI" panose="020B0604030504040204" pitchFamily="50" charset="-128"/>
                        <a:ea typeface="Meiryo UI" panose="020B0604030504040204" pitchFamily="50" charset="-128"/>
                      </a:endParaRPr>
                    </a:p>
                  </a:txBody>
                  <a:tcPr/>
                </a:tc>
                <a:tc>
                  <a:txBody>
                    <a:bodyPr/>
                    <a:lstStyle/>
                    <a:p>
                      <a:r>
                        <a:rPr kumimoji="1" lang="ja-JP" altLang="en-US" sz="1400" b="0" i="0" u="none">
                          <a:latin typeface="Meiryo UI" panose="020B0604030504040204" pitchFamily="50" charset="-128"/>
                          <a:ea typeface="Meiryo UI" panose="020B0604030504040204" pitchFamily="50" charset="-128"/>
                        </a:rPr>
                        <a:t>日立の検討スコープがどこかによって、</a:t>
                      </a:r>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ご提案の仕方が変わるため</a:t>
                      </a:r>
                      <a:endParaRPr kumimoji="1" lang="en-US" altLang="ja-JP" sz="1400" b="0" i="0" u="none">
                        <a:latin typeface="Meiryo UI" panose="020B0604030504040204" pitchFamily="50" charset="-128"/>
                        <a:ea typeface="Meiryo UI" panose="020B0604030504040204" pitchFamily="50" charset="-128"/>
                      </a:endParaRPr>
                    </a:p>
                  </a:txBody>
                  <a:tcPr/>
                </a:tc>
                <a:tc vMerge="1">
                  <a:txBody>
                    <a:bodyPr/>
                    <a:lstStyle/>
                    <a:p>
                      <a:endParaRPr kumimoji="1" lang="en-US" altLang="ja-JP" sz="1400" b="0" i="0" u="none">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20798078"/>
                  </a:ext>
                </a:extLst>
              </a:tr>
            </a:tbl>
          </a:graphicData>
        </a:graphic>
      </p:graphicFrame>
      <p:sp>
        <p:nvSpPr>
          <p:cNvPr id="10" name="タイトル 5">
            <a:extLst>
              <a:ext uri="{FF2B5EF4-FFF2-40B4-BE49-F238E27FC236}">
                <a16:creationId xmlns:a16="http://schemas.microsoft.com/office/drawing/2014/main" id="{E2BCEBF9-EDBB-4570-8166-7EFF06959A0E}"/>
              </a:ext>
            </a:extLst>
          </p:cNvPr>
          <p:cNvSpPr txBox="1">
            <a:spLocks/>
          </p:cNvSpPr>
          <p:nvPr/>
        </p:nvSpPr>
        <p:spPr>
          <a:xfrm>
            <a:off x="526801" y="171336"/>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ja-JP" altLang="en-US" b="0" kern="0"/>
              <a:t>再掲</a:t>
            </a:r>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TDB</a:t>
            </a:r>
            <a:r>
              <a:rPr lang="ja-JP" altLang="en-US" b="0" kern="0"/>
              <a:t>様グランドイメージに関するご質問</a:t>
            </a:r>
            <a:r>
              <a:rPr lang="en-US" altLang="ja-JP" b="0" kern="0"/>
              <a:t>(</a:t>
            </a:r>
            <a:r>
              <a:rPr lang="ja-JP" altLang="en-US" b="0" kern="0"/>
              <a:t>振り返り</a:t>
            </a:r>
            <a:r>
              <a:rPr lang="en-US" altLang="ja-JP" b="0" kern="0"/>
              <a:t>)</a:t>
            </a:r>
            <a:endParaRPr lang="ja-JP" altLang="en-US" b="0" kern="0"/>
          </a:p>
        </p:txBody>
      </p:sp>
      <p:sp>
        <p:nvSpPr>
          <p:cNvPr id="3" name="テキスト ボックス 2">
            <a:extLst>
              <a:ext uri="{FF2B5EF4-FFF2-40B4-BE49-F238E27FC236}">
                <a16:creationId xmlns:a16="http://schemas.microsoft.com/office/drawing/2014/main" id="{319228DB-DE4B-2B18-641F-B0752C98A220}"/>
              </a:ext>
            </a:extLst>
          </p:cNvPr>
          <p:cNvSpPr txBox="1"/>
          <p:nvPr/>
        </p:nvSpPr>
        <p:spPr>
          <a:xfrm>
            <a:off x="316318" y="979686"/>
            <a:ext cx="11559364" cy="313932"/>
          </a:xfrm>
          <a:prstGeom prst="rect">
            <a:avLst/>
          </a:prstGeom>
          <a:noFill/>
        </p:spPr>
        <p:txBody>
          <a:bodyPr wrap="square" rtlCol="0">
            <a:spAutoFit/>
          </a:bodyPr>
          <a:lstStyle/>
          <a:p>
            <a:r>
              <a:rPr lang="ja-JP" altLang="en-US" sz="1600">
                <a:solidFill>
                  <a:schemeClr val="tx1"/>
                </a:solidFill>
                <a:latin typeface="Meiryo UI" panose="020B0604030504040204" pitchFamily="50" charset="-128"/>
                <a:ea typeface="Meiryo UI" panose="020B0604030504040204" pitchFamily="50" charset="-128"/>
              </a:rPr>
              <a:t>・</a:t>
            </a:r>
            <a:r>
              <a:rPr lang="en-US" altLang="ja-JP" sz="1600">
                <a:solidFill>
                  <a:schemeClr val="tx1"/>
                </a:solidFill>
                <a:latin typeface="Meiryo UI" panose="020B0604030504040204" pitchFamily="50" charset="-128"/>
                <a:ea typeface="Meiryo UI" panose="020B0604030504040204" pitchFamily="50" charset="-128"/>
              </a:rPr>
              <a:t>2/21</a:t>
            </a:r>
            <a:r>
              <a:rPr lang="ja-JP" altLang="en-US" sz="1600">
                <a:solidFill>
                  <a:schemeClr val="tx1"/>
                </a:solidFill>
                <a:latin typeface="Meiryo UI" panose="020B0604030504040204" pitchFamily="50" charset="-128"/>
                <a:ea typeface="Meiryo UI" panose="020B0604030504040204" pitchFamily="50" charset="-128"/>
              </a:rPr>
              <a:t>に会話させて頂きました内容としては以下と認識しております。</a:t>
            </a:r>
            <a:endParaRPr lang="en-US" altLang="ja-JP" sz="16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31406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F99DB-FBF6-D3C5-CEFC-FF140B71E5F6}"/>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84423737-D3A7-895D-4888-1C7EDDE85EBD}"/>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22</a:t>
            </a:fld>
            <a:endParaRPr lang="en-US" altLang="ja-JP"/>
          </a:p>
        </p:txBody>
      </p:sp>
      <p:graphicFrame>
        <p:nvGraphicFramePr>
          <p:cNvPr id="2" name="表 1">
            <a:extLst>
              <a:ext uri="{FF2B5EF4-FFF2-40B4-BE49-F238E27FC236}">
                <a16:creationId xmlns:a16="http://schemas.microsoft.com/office/drawing/2014/main" id="{97639D61-8427-EADD-C3DB-45BE6FC9A38F}"/>
              </a:ext>
            </a:extLst>
          </p:cNvPr>
          <p:cNvGraphicFramePr>
            <a:graphicFrameLocks noGrp="1"/>
          </p:cNvGraphicFramePr>
          <p:nvPr>
            <p:extLst>
              <p:ext uri="{D42A27DB-BD31-4B8C-83A1-F6EECF244321}">
                <p14:modId xmlns:p14="http://schemas.microsoft.com/office/powerpoint/2010/main" val="1623563386"/>
              </p:ext>
            </p:extLst>
          </p:nvPr>
        </p:nvGraphicFramePr>
        <p:xfrm>
          <a:off x="190252" y="1158240"/>
          <a:ext cx="12001748" cy="5699760"/>
        </p:xfrm>
        <a:graphic>
          <a:graphicData uri="http://schemas.openxmlformats.org/drawingml/2006/table">
            <a:tbl>
              <a:tblPr firstRow="1" bandRow="1">
                <a:tableStyleId>{5C22544A-7EE6-4342-B048-85BDC9FD1C3A}</a:tableStyleId>
              </a:tblPr>
              <a:tblGrid>
                <a:gridCol w="1036317">
                  <a:extLst>
                    <a:ext uri="{9D8B030D-6E8A-4147-A177-3AD203B41FA5}">
                      <a16:colId xmlns:a16="http://schemas.microsoft.com/office/drawing/2014/main" val="3435133766"/>
                    </a:ext>
                  </a:extLst>
                </a:gridCol>
                <a:gridCol w="2230587">
                  <a:extLst>
                    <a:ext uri="{9D8B030D-6E8A-4147-A177-3AD203B41FA5}">
                      <a16:colId xmlns:a16="http://schemas.microsoft.com/office/drawing/2014/main" val="2794285621"/>
                    </a:ext>
                  </a:extLst>
                </a:gridCol>
                <a:gridCol w="5013657">
                  <a:extLst>
                    <a:ext uri="{9D8B030D-6E8A-4147-A177-3AD203B41FA5}">
                      <a16:colId xmlns:a16="http://schemas.microsoft.com/office/drawing/2014/main" val="4019909945"/>
                    </a:ext>
                  </a:extLst>
                </a:gridCol>
                <a:gridCol w="3721187">
                  <a:extLst>
                    <a:ext uri="{9D8B030D-6E8A-4147-A177-3AD203B41FA5}">
                      <a16:colId xmlns:a16="http://schemas.microsoft.com/office/drawing/2014/main" val="1589804994"/>
                    </a:ext>
                  </a:extLst>
                </a:gridCol>
              </a:tblGrid>
              <a:tr h="275677">
                <a:tc>
                  <a:txBody>
                    <a:bodyPr/>
                    <a:lstStyle/>
                    <a:p>
                      <a:r>
                        <a:rPr kumimoji="1" lang="en-US" altLang="ja-JP" sz="1400" b="0">
                          <a:latin typeface="Meiryo UI" panose="020B0604030504040204" pitchFamily="50" charset="-128"/>
                          <a:ea typeface="Meiryo UI" panose="020B0604030504040204" pitchFamily="50" charset="-128"/>
                        </a:rPr>
                        <a:t>#</a:t>
                      </a:r>
                      <a:endParaRPr kumimoji="1" lang="ja-JP" altLang="en-US" sz="1400" b="0">
                        <a:latin typeface="Meiryo UI" panose="020B0604030504040204" pitchFamily="50" charset="-128"/>
                        <a:ea typeface="Meiryo UI" panose="020B0604030504040204" pitchFamily="50" charset="-128"/>
                      </a:endParaRPr>
                    </a:p>
                  </a:txBody>
                  <a:tcPr/>
                </a:tc>
                <a:tc>
                  <a:txBody>
                    <a:bodyPr/>
                    <a:lstStyle/>
                    <a:p>
                      <a:r>
                        <a:rPr kumimoji="1" lang="ja-JP" altLang="en-US" sz="1400" b="0">
                          <a:latin typeface="Meiryo UI" panose="020B0604030504040204" pitchFamily="50" charset="-128"/>
                          <a:ea typeface="Meiryo UI" panose="020B0604030504040204" pitchFamily="50" charset="-128"/>
                        </a:rPr>
                        <a:t>分類</a:t>
                      </a:r>
                    </a:p>
                  </a:txBody>
                  <a:tcPr/>
                </a:tc>
                <a:tc>
                  <a:txBody>
                    <a:bodyPr/>
                    <a:lstStyle/>
                    <a:p>
                      <a:r>
                        <a:rPr kumimoji="1" lang="ja-JP" altLang="en-US" sz="1400">
                          <a:latin typeface="Meiryo UI" panose="020B0604030504040204" pitchFamily="50" charset="-128"/>
                          <a:ea typeface="Meiryo UI" panose="020B0604030504040204" pitchFamily="50" charset="-128"/>
                        </a:rPr>
                        <a:t>内容</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2/28 </a:t>
                      </a:r>
                      <a:r>
                        <a:rPr kumimoji="1" lang="ja-JP" altLang="en-US" sz="1400">
                          <a:latin typeface="Meiryo UI" panose="020B0604030504040204" pitchFamily="50" charset="-128"/>
                          <a:ea typeface="Meiryo UI" panose="020B0604030504040204" pitchFamily="50" charset="-128"/>
                        </a:rPr>
                        <a:t>ご回答</a:t>
                      </a:r>
                      <a:r>
                        <a:rPr kumimoji="1" lang="en-US" altLang="ja-JP" sz="1400">
                          <a:latin typeface="Meiryo UI" panose="020B0604030504040204" pitchFamily="50" charset="-128"/>
                          <a:ea typeface="Meiryo UI" panose="020B0604030504040204" pitchFamily="50" charset="-128"/>
                        </a:rPr>
                        <a:t>(</a:t>
                      </a:r>
                      <a:r>
                        <a:rPr kumimoji="1" lang="ja-JP" altLang="en-US" sz="1400">
                          <a:latin typeface="Meiryo UI" panose="020B0604030504040204" pitchFamily="50" charset="-128"/>
                          <a:ea typeface="Meiryo UI" panose="020B0604030504040204" pitchFamily="50" charset="-128"/>
                        </a:rPr>
                        <a:t>打ち合わせ内容を日立にて記載</a:t>
                      </a:r>
                      <a:r>
                        <a:rPr kumimoji="1" lang="en-US" altLang="ja-JP" sz="1400">
                          <a:latin typeface="Meiryo UI" panose="020B0604030504040204" pitchFamily="50" charset="-128"/>
                          <a:ea typeface="Meiryo UI" panose="020B0604030504040204" pitchFamily="50" charset="-128"/>
                        </a:rPr>
                        <a: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583235206"/>
                  </a:ext>
                </a:extLst>
              </a:tr>
              <a:tr h="472440">
                <a:tc>
                  <a:txBody>
                    <a:bodyPr/>
                    <a:lstStyle/>
                    <a:p>
                      <a:r>
                        <a:rPr kumimoji="1" lang="en-US" altLang="ja-JP" sz="1400" b="0">
                          <a:latin typeface="Meiryo UI" panose="020B0604030504040204" pitchFamily="50" charset="-128"/>
                          <a:ea typeface="Meiryo UI" panose="020B0604030504040204" pitchFamily="50" charset="-128"/>
                        </a:rPr>
                        <a:t>1</a:t>
                      </a:r>
                      <a:endParaRPr kumimoji="1" lang="ja-JP" altLang="en-US" sz="1400" b="0">
                        <a:latin typeface="Meiryo UI" panose="020B0604030504040204" pitchFamily="50" charset="-128"/>
                        <a:ea typeface="Meiryo UI" panose="020B0604030504040204" pitchFamily="50" charset="-128"/>
                      </a:endParaRPr>
                    </a:p>
                  </a:txBody>
                  <a:tcPr/>
                </a:tc>
                <a:tc>
                  <a:txBody>
                    <a:bodyPr/>
                    <a:lstStyle/>
                    <a:p>
                      <a:r>
                        <a:rPr kumimoji="1" lang="en-US" altLang="ja-JP" sz="1400" b="0">
                          <a:latin typeface="Meiryo UI" panose="020B0604030504040204" pitchFamily="50" charset="-128"/>
                          <a:ea typeface="Meiryo UI" panose="020B0604030504040204" pitchFamily="50" charset="-128"/>
                        </a:rPr>
                        <a:t>C2</a:t>
                      </a:r>
                      <a:r>
                        <a:rPr kumimoji="1" lang="ja-JP" altLang="en-US" sz="1400" b="0">
                          <a:latin typeface="Meiryo UI" panose="020B0604030504040204" pitchFamily="50" charset="-128"/>
                          <a:ea typeface="Meiryo UI" panose="020B0604030504040204" pitchFamily="50" charset="-128"/>
                        </a:rPr>
                        <a:t>を刷新することの目的について</a:t>
                      </a:r>
                      <a:endParaRPr kumimoji="1" lang="en-US" altLang="ja-JP" sz="1400" b="0">
                        <a:latin typeface="Meiryo UI" panose="020B0604030504040204" pitchFamily="50" charset="-128"/>
                        <a:ea typeface="Meiryo UI" panose="020B0604030504040204" pitchFamily="50" charset="-128"/>
                      </a:endParaRPr>
                    </a:p>
                    <a:p>
                      <a:endParaRPr kumimoji="1" lang="ja-JP" altLang="en-US" sz="1400" b="0">
                        <a:latin typeface="Meiryo UI" panose="020B0604030504040204" pitchFamily="50" charset="-128"/>
                        <a:ea typeface="Meiryo UI" panose="020B0604030504040204" pitchFamily="50" charset="-128"/>
                      </a:endParaRP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■業務観点</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・柔軟な</a:t>
                      </a:r>
                      <a:r>
                        <a:rPr lang="en-US" altLang="ja-JP" sz="1400">
                          <a:solidFill>
                            <a:schemeClr val="tx1"/>
                          </a:solidFill>
                          <a:latin typeface="Meiryo UI" panose="020B0604030504040204" pitchFamily="50" charset="-128"/>
                          <a:ea typeface="Meiryo UI" panose="020B0604030504040204" pitchFamily="50" charset="-128"/>
                        </a:rPr>
                        <a:t>C2</a:t>
                      </a:r>
                      <a:r>
                        <a:rPr lang="ja-JP" altLang="en-US" sz="1400">
                          <a:solidFill>
                            <a:schemeClr val="tx1"/>
                          </a:solidFill>
                          <a:latin typeface="Meiryo UI" panose="020B0604030504040204" pitchFamily="50" charset="-128"/>
                          <a:ea typeface="Meiryo UI" panose="020B0604030504040204" pitchFamily="50" charset="-128"/>
                        </a:rPr>
                        <a:t>商品への項目追加の実現</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・取材管理の最適化</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回収管理での取材管理の見直し</a:t>
                      </a:r>
                      <a:r>
                        <a:rPr lang="en-US" altLang="ja-JP" sz="1400">
                          <a:solidFill>
                            <a:schemeClr val="tx1"/>
                          </a:solidFill>
                          <a:latin typeface="Meiryo UI" panose="020B0604030504040204" pitchFamily="50" charset="-128"/>
                          <a:ea typeface="Meiryo UI" panose="020B0604030504040204" pitchFamily="50" charset="-128"/>
                        </a:rPr>
                        <a:t>) </a:t>
                      </a:r>
                    </a:p>
                    <a:p>
                      <a:r>
                        <a:rPr lang="ja-JP" altLang="en-US" sz="1400">
                          <a:solidFill>
                            <a:schemeClr val="tx1"/>
                          </a:solidFill>
                          <a:latin typeface="Meiryo UI" panose="020B0604030504040204" pitchFamily="50" charset="-128"/>
                          <a:ea typeface="Meiryo UI" panose="020B0604030504040204" pitchFamily="50" charset="-128"/>
                        </a:rPr>
                        <a:t>・データベース構造を見直しデータ共通化基盤・サービス提供基盤で</a:t>
                      </a:r>
                      <a:r>
                        <a:rPr lang="en-US" altLang="ja-JP" sz="1400">
                          <a:solidFill>
                            <a:schemeClr val="tx1"/>
                          </a:solidFill>
                          <a:latin typeface="Meiryo UI" panose="020B0604030504040204" pitchFamily="50" charset="-128"/>
                          <a:ea typeface="Meiryo UI" panose="020B0604030504040204" pitchFamily="50" charset="-128"/>
                        </a:rPr>
                        <a:t>2</a:t>
                      </a:r>
                      <a:r>
                        <a:rPr lang="ja-JP" altLang="en-US" sz="1400">
                          <a:solidFill>
                            <a:schemeClr val="tx1"/>
                          </a:solidFill>
                          <a:latin typeface="Meiryo UI" panose="020B0604030504040204" pitchFamily="50" charset="-128"/>
                          <a:ea typeface="Meiryo UI" panose="020B0604030504040204" pitchFamily="50" charset="-128"/>
                        </a:rPr>
                        <a:t>次利用しやすい形とする</a:t>
                      </a:r>
                      <a:endParaRPr lang="en-US" altLang="ja-JP" sz="1400">
                        <a:solidFill>
                          <a:schemeClr val="tx1"/>
                        </a:solidFill>
                        <a:latin typeface="Meiryo UI" panose="020B0604030504040204" pitchFamily="50" charset="-128"/>
                        <a:ea typeface="Meiryo UI" panose="020B0604030504040204" pitchFamily="50" charset="-128"/>
                      </a:endParaRPr>
                    </a:p>
                    <a:p>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■システム観点</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・レガシー資産の脱却</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　</a:t>
                      </a:r>
                      <a:r>
                        <a:rPr lang="en-US" altLang="ja-JP" sz="1400">
                          <a:solidFill>
                            <a:schemeClr val="tx1"/>
                          </a:solidFill>
                          <a:latin typeface="Meiryo UI" panose="020B0604030504040204" pitchFamily="50" charset="-128"/>
                          <a:ea typeface="Meiryo UI" panose="020B0604030504040204" pitchFamily="50" charset="-128"/>
                        </a:rPr>
                        <a:t>Windows2016</a:t>
                      </a:r>
                      <a:r>
                        <a:rPr lang="ja-JP" altLang="en-US" sz="1400">
                          <a:solidFill>
                            <a:schemeClr val="tx1"/>
                          </a:solidFill>
                          <a:latin typeface="Meiryo UI" panose="020B0604030504040204" pitchFamily="50" charset="-128"/>
                          <a:ea typeface="Meiryo UI" panose="020B0604030504040204" pitchFamily="50" charset="-128"/>
                        </a:rPr>
                        <a:t>対応</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セキュリティ観点含む</a:t>
                      </a:r>
                      <a:r>
                        <a:rPr lang="en-US" altLang="ja-JP" sz="1400">
                          <a:solidFill>
                            <a:schemeClr val="tx1"/>
                          </a:solidFill>
                          <a:latin typeface="Meiryo UI" panose="020B0604030504040204" pitchFamily="50" charset="-128"/>
                          <a:ea typeface="Meiryo UI" panose="020B0604030504040204" pitchFamily="50" charset="-128"/>
                        </a:rPr>
                        <a:t>)</a:t>
                      </a:r>
                    </a:p>
                    <a:p>
                      <a:r>
                        <a:rPr lang="en-US" altLang="ja-JP" sz="1400">
                          <a:solidFill>
                            <a:schemeClr val="tx1"/>
                          </a:solidFill>
                          <a:latin typeface="Meiryo UI" panose="020B0604030504040204" pitchFamily="50" charset="-128"/>
                          <a:ea typeface="Meiryo UI" panose="020B0604030504040204" pitchFamily="50" charset="-128"/>
                        </a:rPr>
                        <a:t>  </a:t>
                      </a:r>
                      <a:r>
                        <a:rPr lang="ja-JP" altLang="en-US" sz="1400">
                          <a:solidFill>
                            <a:schemeClr val="tx1"/>
                          </a:solidFill>
                          <a:latin typeface="Meiryo UI" panose="020B0604030504040204" pitchFamily="50" charset="-128"/>
                          <a:ea typeface="Meiryo UI" panose="020B0604030504040204" pitchFamily="50" charset="-128"/>
                        </a:rPr>
                        <a:t>脱</a:t>
                      </a:r>
                      <a:r>
                        <a:rPr lang="en-US" altLang="ja-JP" sz="1400">
                          <a:solidFill>
                            <a:schemeClr val="tx1"/>
                          </a:solidFill>
                          <a:latin typeface="Meiryo UI" panose="020B0604030504040204" pitchFamily="50" charset="-128"/>
                          <a:ea typeface="Meiryo UI" panose="020B0604030504040204" pitchFamily="50" charset="-128"/>
                        </a:rPr>
                        <a:t>COBOL</a:t>
                      </a:r>
                    </a:p>
                  </a:txBody>
                  <a:tcPr/>
                </a:tc>
                <a:tc>
                  <a:txBody>
                    <a:bodyPr/>
                    <a:lstStyle/>
                    <a:p>
                      <a:r>
                        <a:rPr lang="ja-JP" altLang="en-US" sz="1400">
                          <a:solidFill>
                            <a:srgbClr val="FF0000"/>
                          </a:solidFill>
                          <a:latin typeface="Meiryo UI" panose="020B0604030504040204" pitchFamily="50" charset="-128"/>
                          <a:ea typeface="Meiryo UI" panose="020B0604030504040204" pitchFamily="50" charset="-128"/>
                        </a:rPr>
                        <a:t>・紙運用が前提となっていることによる業務・仕組みの複雑化</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・属人化</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a:t>
                      </a:r>
                      <a:r>
                        <a:rPr lang="en-US" altLang="ja-JP" sz="1400">
                          <a:solidFill>
                            <a:srgbClr val="FF0000"/>
                          </a:solidFill>
                          <a:latin typeface="Meiryo UI" panose="020B0604030504040204" pitchFamily="50" charset="-128"/>
                          <a:ea typeface="Meiryo UI" panose="020B0604030504040204" pitchFamily="50" charset="-128"/>
                        </a:rPr>
                        <a:t>C2</a:t>
                      </a:r>
                      <a:r>
                        <a:rPr lang="ja-JP" altLang="en-US" sz="1400">
                          <a:solidFill>
                            <a:srgbClr val="FF0000"/>
                          </a:solidFill>
                          <a:latin typeface="Meiryo UI" panose="020B0604030504040204" pitchFamily="50" charset="-128"/>
                          <a:ea typeface="Meiryo UI" panose="020B0604030504040204" pitchFamily="50" charset="-128"/>
                        </a:rPr>
                        <a:t>システムの</a:t>
                      </a:r>
                      <a:r>
                        <a:rPr lang="en-US" altLang="ja-JP" sz="1400">
                          <a:solidFill>
                            <a:srgbClr val="FF0000"/>
                          </a:solidFill>
                          <a:latin typeface="Meiryo UI" panose="020B0604030504040204" pitchFamily="50" charset="-128"/>
                          <a:ea typeface="Meiryo UI" panose="020B0604030504040204" pitchFamily="50" charset="-128"/>
                        </a:rPr>
                        <a:t>DB</a:t>
                      </a:r>
                      <a:r>
                        <a:rPr lang="ja-JP" altLang="en-US" sz="1400">
                          <a:solidFill>
                            <a:srgbClr val="FF0000"/>
                          </a:solidFill>
                          <a:latin typeface="Meiryo UI" panose="020B0604030504040204" pitchFamily="50" charset="-128"/>
                          <a:ea typeface="Meiryo UI" panose="020B0604030504040204" pitchFamily="50" charset="-128"/>
                        </a:rPr>
                        <a:t>が必要とされる機能に対して最適でない</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・システム外の業務が大量に存在</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　</a:t>
                      </a:r>
                      <a:r>
                        <a:rPr lang="en-US" altLang="ja-JP" sz="1400">
                          <a:solidFill>
                            <a:srgbClr val="FF0000"/>
                          </a:solidFill>
                          <a:latin typeface="Meiryo UI" panose="020B0604030504040204" pitchFamily="50" charset="-128"/>
                          <a:ea typeface="Meiryo UI" panose="020B0604030504040204" pitchFamily="50" charset="-128"/>
                        </a:rPr>
                        <a:t>(</a:t>
                      </a:r>
                      <a:r>
                        <a:rPr lang="ja-JP" altLang="en-US" sz="1400">
                          <a:solidFill>
                            <a:srgbClr val="FF0000"/>
                          </a:solidFill>
                          <a:latin typeface="Meiryo UI" panose="020B0604030504040204" pitchFamily="50" charset="-128"/>
                          <a:ea typeface="Meiryo UI" panose="020B0604030504040204" pitchFamily="50" charset="-128"/>
                        </a:rPr>
                        <a:t>今のシステム・業務→エクセル配る、</a:t>
                      </a:r>
                      <a:r>
                        <a:rPr lang="en-US" altLang="ja-JP" sz="1400">
                          <a:solidFill>
                            <a:srgbClr val="FF0000"/>
                          </a:solidFill>
                          <a:latin typeface="Meiryo UI" panose="020B0604030504040204" pitchFamily="50" charset="-128"/>
                          <a:ea typeface="Meiryo UI" panose="020B0604030504040204" pitchFamily="50" charset="-128"/>
                        </a:rPr>
                        <a:t>BI</a:t>
                      </a:r>
                      <a:r>
                        <a:rPr lang="ja-JP" altLang="en-US" sz="1400">
                          <a:solidFill>
                            <a:srgbClr val="FF0000"/>
                          </a:solidFill>
                          <a:latin typeface="Meiryo UI" panose="020B0604030504040204" pitchFamily="50" charset="-128"/>
                          <a:ea typeface="Meiryo UI" panose="020B0604030504040204" pitchFamily="50" charset="-128"/>
                        </a:rPr>
                        <a:t>にデータ配る等して、さらに業務を増やしている。</a:t>
                      </a:r>
                      <a:r>
                        <a:rPr lang="en-US" altLang="ja-JP" sz="1400">
                          <a:solidFill>
                            <a:srgbClr val="FF0000"/>
                          </a:solidFill>
                          <a:latin typeface="Meiryo UI" panose="020B0604030504040204" pitchFamily="50" charset="-128"/>
                          <a:ea typeface="Meiryo UI" panose="020B0604030504040204" pitchFamily="50" charset="-128"/>
                        </a:rPr>
                        <a:t>)</a:t>
                      </a:r>
                    </a:p>
                    <a:p>
                      <a:r>
                        <a:rPr lang="ja-JP" altLang="en-US" sz="1400">
                          <a:solidFill>
                            <a:srgbClr val="FF0000"/>
                          </a:solidFill>
                          <a:latin typeface="Meiryo UI" panose="020B0604030504040204" pitchFamily="50" charset="-128"/>
                          <a:ea typeface="Meiryo UI" panose="020B0604030504040204" pitchFamily="50" charset="-128"/>
                        </a:rPr>
                        <a:t>・年鑑等廃止機能によるシステムスリム化</a:t>
                      </a:r>
                      <a:endParaRPr lang="en-US" altLang="ja-JP" sz="1400">
                        <a:solidFill>
                          <a:srgbClr val="FF0000"/>
                        </a:solidFill>
                        <a:latin typeface="Meiryo UI" panose="020B0604030504040204" pitchFamily="50" charset="-128"/>
                        <a:ea typeface="Meiryo UI" panose="020B0604030504040204" pitchFamily="50" charset="-128"/>
                      </a:endParaRPr>
                    </a:p>
                    <a:p>
                      <a:endParaRPr lang="en-US" altLang="ja-JP" sz="1400">
                        <a:solidFill>
                          <a:srgbClr val="FF0000"/>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715403994"/>
                  </a:ext>
                </a:extLst>
              </a:tr>
              <a:tr h="472440">
                <a:tc>
                  <a:txBody>
                    <a:bodyPr/>
                    <a:lstStyle/>
                    <a:p>
                      <a:r>
                        <a:rPr kumimoji="1" lang="en-US" altLang="ja-JP" sz="1400" b="0">
                          <a:latin typeface="Meiryo UI" panose="020B0604030504040204" pitchFamily="50" charset="-128"/>
                          <a:ea typeface="Meiryo UI" panose="020B0604030504040204" pitchFamily="50" charset="-128"/>
                        </a:rPr>
                        <a:t>2</a:t>
                      </a:r>
                    </a:p>
                  </a:txBody>
                  <a:tcPr/>
                </a:tc>
                <a:tc>
                  <a:txBody>
                    <a:bodyPr/>
                    <a:lstStyle/>
                    <a:p>
                      <a:r>
                        <a:rPr kumimoji="1" lang="ja-JP" altLang="en-US" sz="1400" b="0">
                          <a:latin typeface="Meiryo UI" panose="020B0604030504040204" pitchFamily="50" charset="-128"/>
                          <a:ea typeface="Meiryo UI" panose="020B0604030504040204" pitchFamily="50" charset="-128"/>
                        </a:rPr>
                        <a:t>日立に期待頂くご提案のスコープについて</a:t>
                      </a:r>
                      <a:endParaRPr kumimoji="1" lang="en-US" altLang="ja-JP" sz="1400" b="0">
                        <a:latin typeface="Meiryo UI" panose="020B0604030504040204" pitchFamily="50" charset="-128"/>
                        <a:ea typeface="Meiryo UI" panose="020B0604030504040204" pitchFamily="50" charset="-128"/>
                      </a:endParaRPr>
                    </a:p>
                  </a:txBody>
                  <a:tcPr/>
                </a:tc>
                <a:tc>
                  <a:txBody>
                    <a:bodyPr/>
                    <a:lstStyle/>
                    <a:p>
                      <a:r>
                        <a:rPr kumimoji="1" lang="ja-JP" altLang="en-US" sz="1400" b="0" i="0" u="none">
                          <a:latin typeface="Meiryo UI" panose="020B0604030504040204" pitchFamily="50" charset="-128"/>
                          <a:ea typeface="Meiryo UI" panose="020B0604030504040204" pitchFamily="50" charset="-128"/>
                        </a:rPr>
                        <a:t>日立にご期待頂くご提案のスコープについて明確化させて頂きたく思います。</a:t>
                      </a:r>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大きく分けて以下</a:t>
                      </a:r>
                      <a:r>
                        <a:rPr kumimoji="1" lang="en-US" altLang="ja-JP" sz="1400" b="0" i="0" u="none">
                          <a:latin typeface="Meiryo UI" panose="020B0604030504040204" pitchFamily="50" charset="-128"/>
                          <a:ea typeface="Meiryo UI" panose="020B0604030504040204" pitchFamily="50" charset="-128"/>
                        </a:rPr>
                        <a:t>2</a:t>
                      </a:r>
                      <a:r>
                        <a:rPr kumimoji="1" lang="ja-JP" altLang="en-US" sz="1400" b="0" i="0" u="none">
                          <a:latin typeface="Meiryo UI" panose="020B0604030504040204" pitchFamily="50" charset="-128"/>
                          <a:ea typeface="Meiryo UI" panose="020B0604030504040204" pitchFamily="50" charset="-128"/>
                        </a:rPr>
                        <a:t>つの考え方があると考えております。</a:t>
                      </a:r>
                      <a:endParaRPr kumimoji="1" lang="en-US" altLang="ja-JP" sz="1400" b="0" i="0" u="none">
                        <a:latin typeface="Meiryo UI" panose="020B0604030504040204" pitchFamily="50" charset="-128"/>
                        <a:ea typeface="Meiryo UI" panose="020B0604030504040204" pitchFamily="50" charset="-128"/>
                      </a:endParaRPr>
                    </a:p>
                    <a:p>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①「データ共通化基盤」の構想・設計・開発は日立外で実施し、</a:t>
                      </a:r>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　上記に準じた入力システムとしての</a:t>
                      </a:r>
                      <a:r>
                        <a:rPr kumimoji="1" lang="en-US" altLang="ja-JP" sz="1400" b="0" i="0" u="none">
                          <a:latin typeface="Meiryo UI" panose="020B0604030504040204" pitchFamily="50" charset="-128"/>
                          <a:ea typeface="Meiryo UI" panose="020B0604030504040204" pitchFamily="50" charset="-128"/>
                        </a:rPr>
                        <a:t>C2</a:t>
                      </a:r>
                      <a:r>
                        <a:rPr kumimoji="1" lang="ja-JP" altLang="en-US" sz="1400" b="0" i="0" u="none">
                          <a:latin typeface="Meiryo UI" panose="020B0604030504040204" pitchFamily="50" charset="-128"/>
                          <a:ea typeface="Meiryo UI" panose="020B0604030504040204" pitchFamily="50" charset="-128"/>
                        </a:rPr>
                        <a:t>の在り方をご提案する</a:t>
                      </a:r>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②「データ共通化基盤」の構想含め、日立にて実施し、</a:t>
                      </a:r>
                      <a:endParaRPr kumimoji="1" lang="en-US" altLang="ja-JP" sz="1400" b="0" i="0" u="none">
                        <a:latin typeface="Meiryo UI" panose="020B0604030504040204" pitchFamily="50" charset="-128"/>
                        <a:ea typeface="Meiryo UI" panose="020B0604030504040204" pitchFamily="50" charset="-128"/>
                      </a:endParaRPr>
                    </a:p>
                    <a:p>
                      <a:r>
                        <a:rPr kumimoji="1" lang="ja-JP" altLang="en-US" sz="1400" b="0" i="0" u="none">
                          <a:latin typeface="Meiryo UI" panose="020B0604030504040204" pitchFamily="50" charset="-128"/>
                          <a:ea typeface="Meiryo UI" panose="020B0604030504040204" pitchFamily="50" charset="-128"/>
                        </a:rPr>
                        <a:t>　その中の</a:t>
                      </a:r>
                      <a:r>
                        <a:rPr kumimoji="1" lang="en-US" altLang="ja-JP" sz="1400" b="0" i="0" u="none">
                          <a:latin typeface="Meiryo UI" panose="020B0604030504040204" pitchFamily="50" charset="-128"/>
                          <a:ea typeface="Meiryo UI" panose="020B0604030504040204" pitchFamily="50" charset="-128"/>
                        </a:rPr>
                        <a:t>1</a:t>
                      </a:r>
                      <a:r>
                        <a:rPr kumimoji="1" lang="ja-JP" altLang="en-US" sz="1400" b="0" i="0" u="none">
                          <a:latin typeface="Meiryo UI" panose="020B0604030504040204" pitchFamily="50" charset="-128"/>
                          <a:ea typeface="Meiryo UI" panose="020B0604030504040204" pitchFamily="50" charset="-128"/>
                        </a:rPr>
                        <a:t>つの要素として、</a:t>
                      </a:r>
                      <a:r>
                        <a:rPr kumimoji="1" lang="en-US" altLang="ja-JP" sz="1400" b="0" i="0" u="none">
                          <a:latin typeface="Meiryo UI" panose="020B0604030504040204" pitchFamily="50" charset="-128"/>
                          <a:ea typeface="Meiryo UI" panose="020B0604030504040204" pitchFamily="50" charset="-128"/>
                        </a:rPr>
                        <a:t>C2</a:t>
                      </a:r>
                      <a:r>
                        <a:rPr kumimoji="1" lang="ja-JP" altLang="en-US" sz="1400" b="0" i="0" u="none">
                          <a:latin typeface="Meiryo UI" panose="020B0604030504040204" pitchFamily="50" charset="-128"/>
                          <a:ea typeface="Meiryo UI" panose="020B0604030504040204" pitchFamily="50" charset="-128"/>
                        </a:rPr>
                        <a:t>刷新をご提案</a:t>
                      </a:r>
                      <a:endParaRPr kumimoji="1" lang="en-US" altLang="ja-JP" sz="1400" b="0" i="0" u="none">
                        <a:latin typeface="Meiryo UI" panose="020B0604030504040204" pitchFamily="50" charset="-128"/>
                        <a:ea typeface="Meiryo UI" panose="020B0604030504040204" pitchFamily="50" charset="-128"/>
                      </a:endParaRPr>
                    </a:p>
                    <a:p>
                      <a:endParaRPr kumimoji="1" lang="en-US" altLang="ja-JP" sz="1400" b="0" i="0" u="none">
                        <a:latin typeface="Meiryo UI" panose="020B0604030504040204" pitchFamily="50" charset="-128"/>
                        <a:ea typeface="Meiryo UI" panose="020B0604030504040204" pitchFamily="50" charset="-128"/>
                      </a:endParaRPr>
                    </a:p>
                    <a:p>
                      <a:r>
                        <a:rPr kumimoji="1" lang="en-US" altLang="ja-JP" sz="1400" b="0" i="0" u="none">
                          <a:latin typeface="Meiryo UI" panose="020B0604030504040204" pitchFamily="50" charset="-128"/>
                          <a:ea typeface="Meiryo UI" panose="020B0604030504040204" pitchFamily="50" charset="-128"/>
                        </a:rPr>
                        <a:t>[</a:t>
                      </a:r>
                      <a:r>
                        <a:rPr kumimoji="1" lang="ja-JP" altLang="en-US" sz="1400" b="0" i="0" u="none">
                          <a:latin typeface="Meiryo UI" panose="020B0604030504040204" pitchFamily="50" charset="-128"/>
                          <a:ea typeface="Meiryo UI" panose="020B0604030504040204" pitchFamily="50" charset="-128"/>
                        </a:rPr>
                        <a:t>次ページ以降に詳細を記載致します。</a:t>
                      </a:r>
                      <a:r>
                        <a:rPr kumimoji="1" lang="en-US" altLang="ja-JP" sz="1400" b="0" i="0" u="none">
                          <a:latin typeface="Meiryo UI" panose="020B0604030504040204" pitchFamily="50" charset="-128"/>
                          <a:ea typeface="Meiryo UI" panose="020B0604030504040204" pitchFamily="50" charset="-128"/>
                        </a:rPr>
                        <a:t>]</a:t>
                      </a:r>
                    </a:p>
                  </a:txBody>
                  <a:tcPr/>
                </a:tc>
                <a:tc rowSpan="2">
                  <a:txBody>
                    <a:bodyPr/>
                    <a:lstStyle/>
                    <a:p>
                      <a:r>
                        <a:rPr kumimoji="1" lang="ja-JP" altLang="en-US" sz="1400" b="0" i="0" u="none">
                          <a:solidFill>
                            <a:srgbClr val="FF0000"/>
                          </a:solidFill>
                          <a:latin typeface="Meiryo UI" panose="020B0604030504040204" pitchFamily="50" charset="-128"/>
                          <a:ea typeface="Meiryo UI" panose="020B0604030504040204" pitchFamily="50" charset="-128"/>
                        </a:rPr>
                        <a:t>・①②共に並行して進める様なご提案</a:t>
                      </a:r>
                      <a:endParaRPr kumimoji="1" lang="en-US" altLang="ja-JP" sz="1400" b="0" i="0" u="none">
                        <a:solidFill>
                          <a:srgbClr val="FF0000"/>
                        </a:solidFill>
                        <a:latin typeface="Meiryo UI" panose="020B0604030504040204" pitchFamily="50" charset="-128"/>
                        <a:ea typeface="Meiryo UI" panose="020B0604030504040204" pitchFamily="50" charset="-128"/>
                      </a:endParaRPr>
                    </a:p>
                    <a:p>
                      <a:r>
                        <a:rPr kumimoji="1" lang="en-US" altLang="ja-JP" sz="1400" b="0" i="0" u="none">
                          <a:solidFill>
                            <a:srgbClr val="FF0000"/>
                          </a:solidFill>
                          <a:latin typeface="Meiryo UI" panose="020B0604030504040204" pitchFamily="50" charset="-128"/>
                          <a:ea typeface="Meiryo UI" panose="020B0604030504040204" pitchFamily="50" charset="-128"/>
                        </a:rPr>
                        <a:t>(</a:t>
                      </a:r>
                      <a:r>
                        <a:rPr kumimoji="1" lang="ja-JP" altLang="en-US" sz="1400" b="0" i="0" u="none">
                          <a:solidFill>
                            <a:srgbClr val="FF0000"/>
                          </a:solidFill>
                          <a:latin typeface="Meiryo UI" panose="020B0604030504040204" pitchFamily="50" charset="-128"/>
                          <a:ea typeface="Meiryo UI" panose="020B0604030504040204" pitchFamily="50" charset="-128"/>
                        </a:rPr>
                        <a:t>データ共通化基盤等がない前提で、</a:t>
                      </a:r>
                      <a:r>
                        <a:rPr kumimoji="1" lang="en-US" altLang="ja-JP" sz="1400" b="0" i="0" u="none">
                          <a:solidFill>
                            <a:srgbClr val="FF0000"/>
                          </a:solidFill>
                          <a:latin typeface="Meiryo UI" panose="020B0604030504040204" pitchFamily="50" charset="-128"/>
                          <a:ea typeface="Meiryo UI" panose="020B0604030504040204" pitchFamily="50" charset="-128"/>
                        </a:rPr>
                        <a:t>C2</a:t>
                      </a:r>
                      <a:r>
                        <a:rPr kumimoji="1" lang="ja-JP" altLang="en-US" sz="1400" b="0" i="0" u="none">
                          <a:solidFill>
                            <a:srgbClr val="FF0000"/>
                          </a:solidFill>
                          <a:latin typeface="Meiryo UI" panose="020B0604030504040204" pitchFamily="50" charset="-128"/>
                          <a:ea typeface="Meiryo UI" panose="020B0604030504040204" pitchFamily="50" charset="-128"/>
                        </a:rPr>
                        <a:t>固有の課題解決は行い、それと並行してデータ共通化基盤の検討を行う</a:t>
                      </a:r>
                      <a:r>
                        <a:rPr kumimoji="1" lang="en-US" altLang="ja-JP" sz="1400" b="0" i="0" u="none">
                          <a:solidFill>
                            <a:srgbClr val="FF0000"/>
                          </a:solidFill>
                          <a:latin typeface="Meiryo UI" panose="020B0604030504040204" pitchFamily="50" charset="-128"/>
                          <a:ea typeface="Meiryo UI" panose="020B0604030504040204" pitchFamily="50" charset="-128"/>
                        </a:rPr>
                        <a:t>)</a:t>
                      </a:r>
                    </a:p>
                    <a:p>
                      <a:r>
                        <a:rPr kumimoji="1" lang="ja-JP" altLang="en-US" sz="1400" b="0" i="0" u="none">
                          <a:solidFill>
                            <a:srgbClr val="FF0000"/>
                          </a:solidFill>
                          <a:latin typeface="Meiryo UI" panose="020B0604030504040204" pitchFamily="50" charset="-128"/>
                          <a:ea typeface="Meiryo UI" panose="020B0604030504040204" pitchFamily="50" charset="-128"/>
                        </a:rPr>
                        <a:t>・</a:t>
                      </a:r>
                      <a:r>
                        <a:rPr kumimoji="1" lang="en-US" altLang="ja-JP" sz="1400" b="0" i="0" u="none">
                          <a:solidFill>
                            <a:srgbClr val="FF0000"/>
                          </a:solidFill>
                          <a:latin typeface="Meiryo UI" panose="020B0604030504040204" pitchFamily="50" charset="-128"/>
                          <a:ea typeface="Meiryo UI" panose="020B0604030504040204" pitchFamily="50" charset="-128"/>
                        </a:rPr>
                        <a:t>TDB</a:t>
                      </a:r>
                      <a:r>
                        <a:rPr kumimoji="1" lang="ja-JP" altLang="en-US" sz="1400" b="0" i="0" u="none">
                          <a:solidFill>
                            <a:srgbClr val="FF0000"/>
                          </a:solidFill>
                          <a:latin typeface="Meiryo UI" panose="020B0604030504040204" pitchFamily="50" charset="-128"/>
                          <a:ea typeface="Meiryo UI" panose="020B0604030504040204" pitchFamily="50" charset="-128"/>
                        </a:rPr>
                        <a:t>様全体のデータ保持の課題</a:t>
                      </a:r>
                      <a:r>
                        <a:rPr kumimoji="1" lang="en-US" altLang="ja-JP" sz="1400" b="0" i="0" u="none">
                          <a:solidFill>
                            <a:srgbClr val="FF0000"/>
                          </a:solidFill>
                          <a:latin typeface="Meiryo UI" panose="020B0604030504040204" pitchFamily="50" charset="-128"/>
                          <a:ea typeface="Meiryo UI" panose="020B0604030504040204" pitchFamily="50" charset="-128"/>
                        </a:rPr>
                        <a:t>/</a:t>
                      </a:r>
                      <a:r>
                        <a:rPr kumimoji="1" lang="ja-JP" altLang="en-US" sz="1400" b="0" i="0" u="none">
                          <a:solidFill>
                            <a:srgbClr val="FF0000"/>
                          </a:solidFill>
                          <a:latin typeface="Meiryo UI" panose="020B0604030504040204" pitchFamily="50" charset="-128"/>
                          <a:ea typeface="Meiryo UI" panose="020B0604030504040204" pitchFamily="50" charset="-128"/>
                        </a:rPr>
                        <a:t>希望</a:t>
                      </a:r>
                      <a:endParaRPr kumimoji="1" lang="en-US" altLang="ja-JP" sz="1400" b="0" i="0" u="none">
                        <a:solidFill>
                          <a:srgbClr val="FF0000"/>
                        </a:solidFill>
                        <a:latin typeface="Meiryo UI" panose="020B0604030504040204" pitchFamily="50" charset="-128"/>
                        <a:ea typeface="Meiryo UI" panose="020B0604030504040204" pitchFamily="50" charset="-128"/>
                      </a:endParaRPr>
                    </a:p>
                    <a:p>
                      <a:r>
                        <a:rPr kumimoji="1" lang="ja-JP" altLang="en-US" sz="1400" b="0" i="0" u="none">
                          <a:solidFill>
                            <a:srgbClr val="FF0000"/>
                          </a:solidFill>
                          <a:latin typeface="Meiryo UI" panose="020B0604030504040204" pitchFamily="50" charset="-128"/>
                          <a:ea typeface="Meiryo UI" panose="020B0604030504040204" pitchFamily="50" charset="-128"/>
                        </a:rPr>
                        <a:t>　</a:t>
                      </a:r>
                      <a:r>
                        <a:rPr lang="ja-JP" altLang="en-US" sz="1400">
                          <a:solidFill>
                            <a:srgbClr val="FF0000"/>
                          </a:solidFill>
                          <a:latin typeface="Meiryo UI" panose="020B0604030504040204" pitchFamily="50" charset="-128"/>
                          <a:ea typeface="Meiryo UI" panose="020B0604030504040204" pitchFamily="50" charset="-128"/>
                        </a:rPr>
                        <a:t>データの値を経営判断に使いたいわけではない、　</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　商品生産に使いたい</a:t>
                      </a:r>
                      <a:r>
                        <a:rPr lang="en-US" altLang="ja-JP" sz="1400">
                          <a:solidFill>
                            <a:srgbClr val="FF0000"/>
                          </a:solidFill>
                          <a:latin typeface="Meiryo UI" panose="020B0604030504040204" pitchFamily="50" charset="-128"/>
                          <a:ea typeface="Meiryo UI" panose="020B0604030504040204" pitchFamily="50" charset="-128"/>
                        </a:rPr>
                        <a:t>(</a:t>
                      </a:r>
                      <a:r>
                        <a:rPr lang="ja-JP" altLang="en-US" sz="1400">
                          <a:solidFill>
                            <a:srgbClr val="FF0000"/>
                          </a:solidFill>
                          <a:latin typeface="Meiryo UI" panose="020B0604030504040204" pitchFamily="50" charset="-128"/>
                          <a:ea typeface="Meiryo UI" panose="020B0604030504040204" pitchFamily="50" charset="-128"/>
                        </a:rPr>
                        <a:t>製造業的なデータモデルを　</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　想像</a:t>
                      </a:r>
                      <a:r>
                        <a:rPr lang="en-US" altLang="ja-JP" sz="1400">
                          <a:solidFill>
                            <a:srgbClr val="FF0000"/>
                          </a:solidFill>
                          <a:latin typeface="Meiryo UI" panose="020B0604030504040204" pitchFamily="50" charset="-128"/>
                          <a:ea typeface="Meiryo UI" panose="020B0604030504040204" pitchFamily="50" charset="-128"/>
                        </a:rPr>
                        <a:t>)</a:t>
                      </a:r>
                      <a:r>
                        <a:rPr lang="ja-JP" altLang="en-US" sz="1400">
                          <a:solidFill>
                            <a:srgbClr val="FF0000"/>
                          </a:solidFill>
                          <a:latin typeface="Meiryo UI" panose="020B0604030504040204" pitchFamily="50" charset="-128"/>
                          <a:ea typeface="Meiryo UI" panose="020B0604030504040204" pitchFamily="50" charset="-128"/>
                        </a:rPr>
                        <a:t>それに対して最適な形としたい</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　概念モデルから。データマネジメント体制、</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　体制から提案してほしい</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　データの可用性を上げたい</a:t>
                      </a:r>
                      <a:r>
                        <a:rPr lang="en-US" altLang="ja-JP" sz="1400">
                          <a:solidFill>
                            <a:srgbClr val="FF0000"/>
                          </a:solidFill>
                          <a:latin typeface="Meiryo UI" panose="020B0604030504040204" pitchFamily="50" charset="-128"/>
                          <a:ea typeface="Meiryo UI" panose="020B0604030504040204" pitchFamily="50" charset="-128"/>
                        </a:rPr>
                        <a:t>(</a:t>
                      </a:r>
                      <a:r>
                        <a:rPr lang="ja-JP" altLang="en-US" sz="1400">
                          <a:solidFill>
                            <a:srgbClr val="FF0000"/>
                          </a:solidFill>
                          <a:latin typeface="Meiryo UI" panose="020B0604030504040204" pitchFamily="50" charset="-128"/>
                          <a:ea typeface="Meiryo UI" panose="020B0604030504040204" pitchFamily="50" charset="-128"/>
                        </a:rPr>
                        <a:t>便利な</a:t>
                      </a:r>
                      <a:r>
                        <a:rPr lang="en-US" altLang="ja-JP" sz="1400">
                          <a:solidFill>
                            <a:srgbClr val="FF0000"/>
                          </a:solidFill>
                          <a:latin typeface="Meiryo UI" panose="020B0604030504040204" pitchFamily="50" charset="-128"/>
                          <a:ea typeface="Meiryo UI" panose="020B0604030504040204" pitchFamily="50" charset="-128"/>
                        </a:rPr>
                        <a:t>UI</a:t>
                      </a:r>
                      <a:r>
                        <a:rPr lang="ja-JP" altLang="en-US" sz="1400">
                          <a:solidFill>
                            <a:srgbClr val="FF0000"/>
                          </a:solidFill>
                          <a:latin typeface="Meiryo UI" panose="020B0604030504040204" pitchFamily="50" charset="-128"/>
                          <a:ea typeface="Meiryo UI" panose="020B0604030504040204" pitchFamily="50" charset="-128"/>
                        </a:rPr>
                        <a:t>でエンド　</a:t>
                      </a:r>
                      <a:endParaRPr lang="en-US" altLang="ja-JP" sz="1400">
                        <a:solidFill>
                          <a:srgbClr val="FF0000"/>
                        </a:solidFill>
                        <a:latin typeface="Meiryo UI" panose="020B0604030504040204" pitchFamily="50" charset="-128"/>
                        <a:ea typeface="Meiryo UI" panose="020B0604030504040204" pitchFamily="50" charset="-128"/>
                      </a:endParaRPr>
                    </a:p>
                    <a:p>
                      <a:r>
                        <a:rPr lang="ja-JP" altLang="en-US" sz="1400">
                          <a:solidFill>
                            <a:srgbClr val="FF0000"/>
                          </a:solidFill>
                          <a:latin typeface="Meiryo UI" panose="020B0604030504040204" pitchFamily="50" charset="-128"/>
                          <a:ea typeface="Meiryo UI" panose="020B0604030504040204" pitchFamily="50" charset="-128"/>
                        </a:rPr>
                        <a:t>　ユーザにスピード感をもって提供</a:t>
                      </a:r>
                      <a:r>
                        <a:rPr lang="en-US" altLang="ja-JP" sz="1400">
                          <a:solidFill>
                            <a:srgbClr val="FF0000"/>
                          </a:solidFill>
                          <a:latin typeface="Meiryo UI" panose="020B0604030504040204" pitchFamily="50" charset="-128"/>
                          <a:ea typeface="Meiryo UI" panose="020B0604030504040204" pitchFamily="50" charset="-128"/>
                        </a:rPr>
                        <a:t>)</a:t>
                      </a:r>
                    </a:p>
                    <a:p>
                      <a:r>
                        <a:rPr kumimoji="1" lang="ja-JP" altLang="en-US" sz="1400" b="0" i="0" u="none">
                          <a:solidFill>
                            <a:srgbClr val="FF0000"/>
                          </a:solidFill>
                          <a:latin typeface="Meiryo UI" panose="020B0604030504040204" pitchFamily="50" charset="-128"/>
                          <a:ea typeface="Meiryo UI" panose="020B0604030504040204" pitchFamily="50" charset="-128"/>
                        </a:rPr>
                        <a:t>・データ共通化基盤</a:t>
                      </a:r>
                      <a:r>
                        <a:rPr kumimoji="1" lang="en-US" altLang="ja-JP" sz="1400" b="0" i="0" u="none">
                          <a:solidFill>
                            <a:srgbClr val="FF0000"/>
                          </a:solidFill>
                          <a:latin typeface="Meiryo UI" panose="020B0604030504040204" pitchFamily="50" charset="-128"/>
                          <a:ea typeface="Meiryo UI" panose="020B0604030504040204" pitchFamily="50" charset="-128"/>
                        </a:rPr>
                        <a:t>/</a:t>
                      </a:r>
                      <a:r>
                        <a:rPr kumimoji="1" lang="ja-JP" altLang="en-US" sz="1400" b="0" i="0" u="none">
                          <a:solidFill>
                            <a:srgbClr val="FF0000"/>
                          </a:solidFill>
                          <a:latin typeface="Meiryo UI" panose="020B0604030504040204" pitchFamily="50" charset="-128"/>
                          <a:ea typeface="Meiryo UI" panose="020B0604030504040204" pitchFamily="50" charset="-128"/>
                        </a:rPr>
                        <a:t>サービス提供基盤作成後、入力システムの刷新も行う</a:t>
                      </a:r>
                      <a:endParaRPr kumimoji="1" lang="en-US" altLang="ja-JP" sz="1400" b="0" i="0" u="none">
                        <a:solidFill>
                          <a:srgbClr val="FF0000"/>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887806850"/>
                  </a:ext>
                </a:extLst>
              </a:tr>
              <a:tr h="472440">
                <a:tc>
                  <a:txBody>
                    <a:bodyPr/>
                    <a:lstStyle/>
                    <a:p>
                      <a:r>
                        <a:rPr kumimoji="1" lang="en-US" altLang="ja-JP" sz="1400" b="0">
                          <a:latin typeface="Meiryo UI" panose="020B0604030504040204" pitchFamily="50" charset="-128"/>
                          <a:ea typeface="Meiryo UI" panose="020B0604030504040204" pitchFamily="50" charset="-128"/>
                        </a:rPr>
                        <a:t>3</a:t>
                      </a:r>
                    </a:p>
                  </a:txBody>
                  <a:tcPr/>
                </a:tc>
                <a:tc>
                  <a:txBody>
                    <a:bodyPr/>
                    <a:lstStyle/>
                    <a:p>
                      <a:r>
                        <a:rPr kumimoji="1" lang="ja-JP" altLang="en-US" sz="1400" b="0">
                          <a:latin typeface="Meiryo UI" panose="020B0604030504040204" pitchFamily="50" charset="-128"/>
                          <a:ea typeface="Meiryo UI" panose="020B0604030504040204" pitchFamily="50" charset="-128"/>
                        </a:rPr>
                        <a:t>既存</a:t>
                      </a:r>
                      <a:r>
                        <a:rPr kumimoji="1" lang="en-US" altLang="ja-JP" sz="1400" b="0">
                          <a:latin typeface="Meiryo UI" panose="020B0604030504040204" pitchFamily="50" charset="-128"/>
                          <a:ea typeface="Meiryo UI" panose="020B0604030504040204" pitchFamily="50" charset="-128"/>
                        </a:rPr>
                        <a:t>C2</a:t>
                      </a:r>
                      <a:r>
                        <a:rPr kumimoji="1" lang="ja-JP" altLang="en-US" sz="1400" b="0">
                          <a:latin typeface="Meiryo UI" panose="020B0604030504040204" pitchFamily="50" charset="-128"/>
                          <a:ea typeface="Meiryo UI" panose="020B0604030504040204" pitchFamily="50" charset="-128"/>
                        </a:rPr>
                        <a:t>を刷新するにあたっての前提について</a:t>
                      </a:r>
                      <a:endParaRPr kumimoji="1" lang="en-US" altLang="ja-JP" sz="1400" b="0">
                        <a:latin typeface="Meiryo UI" panose="020B0604030504040204" pitchFamily="50" charset="-128"/>
                        <a:ea typeface="Meiryo UI" panose="020B0604030504040204" pitchFamily="50" charset="-128"/>
                      </a:endParaRPr>
                    </a:p>
                  </a:txBody>
                  <a:tcPr/>
                </a:tc>
                <a:tc>
                  <a:txBody>
                    <a:bodyPr/>
                    <a:lstStyle/>
                    <a:p>
                      <a:r>
                        <a:rPr lang="en-US" altLang="ja-JP" sz="1400">
                          <a:solidFill>
                            <a:schemeClr val="tx1"/>
                          </a:solidFill>
                          <a:latin typeface="Meiryo UI" panose="020B0604030504040204" pitchFamily="50" charset="-128"/>
                          <a:ea typeface="Meiryo UI" panose="020B0604030504040204" pitchFamily="50" charset="-128"/>
                        </a:rPr>
                        <a:t>C2</a:t>
                      </a:r>
                      <a:r>
                        <a:rPr lang="ja-JP" altLang="en-US" sz="1400">
                          <a:solidFill>
                            <a:schemeClr val="tx1"/>
                          </a:solidFill>
                          <a:latin typeface="Meiryo UI" panose="020B0604030504040204" pitchFamily="50" charset="-128"/>
                          <a:ea typeface="Meiryo UI" panose="020B0604030504040204" pitchFamily="50" charset="-128"/>
                        </a:rPr>
                        <a:t>刷新を行う前提として「データ共通化基盤」</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「サービス提供基盤」が運用可能かによって検討スコープが変わると考えます。</a:t>
                      </a:r>
                      <a:endParaRPr lang="en-US" altLang="ja-JP" sz="1400">
                        <a:solidFill>
                          <a:schemeClr val="tx1"/>
                        </a:solidFill>
                        <a:latin typeface="Meiryo UI" panose="020B0604030504040204" pitchFamily="50" charset="-128"/>
                        <a:ea typeface="Meiryo UI" panose="020B0604030504040204" pitchFamily="50" charset="-128"/>
                      </a:endParaRPr>
                    </a:p>
                    <a:p>
                      <a:endParaRPr lang="en-US" altLang="ja-JP" sz="1400">
                        <a:solidFill>
                          <a:schemeClr val="tx1"/>
                        </a:solidFill>
                        <a:latin typeface="Meiryo UI" panose="020B0604030504040204" pitchFamily="50" charset="-128"/>
                        <a:ea typeface="Meiryo UI" panose="020B0604030504040204" pitchFamily="50" charset="-128"/>
                      </a:endParaRPr>
                    </a:p>
                    <a:p>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次ページ以降に詳細を記載致します。</a:t>
                      </a:r>
                      <a:r>
                        <a:rPr lang="en-US" altLang="ja-JP" sz="1400">
                          <a:solidFill>
                            <a:schemeClr val="tx1"/>
                          </a:solidFill>
                          <a:latin typeface="Meiryo UI" panose="020B0604030504040204" pitchFamily="50" charset="-128"/>
                          <a:ea typeface="Meiryo UI" panose="020B0604030504040204" pitchFamily="50" charset="-128"/>
                        </a:rPr>
                        <a:t>]</a:t>
                      </a:r>
                    </a:p>
                  </a:txBody>
                  <a:tcPr/>
                </a:tc>
                <a:tc vMerge="1">
                  <a:txBody>
                    <a:bodyPr/>
                    <a:lstStyle/>
                    <a:p>
                      <a:endParaRPr lang="en-US" altLang="ja-JP" sz="14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69077603"/>
                  </a:ext>
                </a:extLst>
              </a:tr>
            </a:tbl>
          </a:graphicData>
        </a:graphic>
      </p:graphicFrame>
      <p:sp>
        <p:nvSpPr>
          <p:cNvPr id="8" name="タイトル 5">
            <a:extLst>
              <a:ext uri="{FF2B5EF4-FFF2-40B4-BE49-F238E27FC236}">
                <a16:creationId xmlns:a16="http://schemas.microsoft.com/office/drawing/2014/main" id="{5FB270BE-3CED-ADB9-0005-FF4F276CCF2A}"/>
              </a:ext>
            </a:extLst>
          </p:cNvPr>
          <p:cNvSpPr txBox="1">
            <a:spLocks/>
          </p:cNvSpPr>
          <p:nvPr/>
        </p:nvSpPr>
        <p:spPr>
          <a:xfrm>
            <a:off x="526801" y="171336"/>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TDB</a:t>
            </a:r>
            <a:r>
              <a:rPr lang="ja-JP" altLang="en-US" b="0" kern="0"/>
              <a:t>様グランドイメージに関するご質問</a:t>
            </a:r>
            <a:r>
              <a:rPr lang="en-US" altLang="ja-JP" b="0" kern="0"/>
              <a:t>(</a:t>
            </a:r>
            <a:r>
              <a:rPr lang="ja-JP" altLang="en-US" b="0" kern="0"/>
              <a:t>振り返り</a:t>
            </a:r>
            <a:r>
              <a:rPr lang="en-US" altLang="ja-JP" b="0" kern="0"/>
              <a:t>)</a:t>
            </a:r>
            <a:endParaRPr lang="ja-JP" altLang="en-US" b="0" kern="0"/>
          </a:p>
        </p:txBody>
      </p:sp>
      <p:sp>
        <p:nvSpPr>
          <p:cNvPr id="9" name="テキスト ボックス 8">
            <a:extLst>
              <a:ext uri="{FF2B5EF4-FFF2-40B4-BE49-F238E27FC236}">
                <a16:creationId xmlns:a16="http://schemas.microsoft.com/office/drawing/2014/main" id="{E5C7B216-D68A-0900-8FEB-0210B0857A27}"/>
              </a:ext>
            </a:extLst>
          </p:cNvPr>
          <p:cNvSpPr txBox="1"/>
          <p:nvPr/>
        </p:nvSpPr>
        <p:spPr>
          <a:xfrm>
            <a:off x="143686" y="844308"/>
            <a:ext cx="11559364" cy="313932"/>
          </a:xfrm>
          <a:prstGeom prst="rect">
            <a:avLst/>
          </a:prstGeom>
          <a:noFill/>
        </p:spPr>
        <p:txBody>
          <a:bodyPr wrap="square" rtlCol="0">
            <a:spAutoFit/>
          </a:bodyPr>
          <a:lstStyle/>
          <a:p>
            <a:r>
              <a:rPr lang="ja-JP" altLang="en-US" sz="1600">
                <a:solidFill>
                  <a:schemeClr val="tx1"/>
                </a:solidFill>
                <a:latin typeface="Meiryo UI" panose="020B0604030504040204" pitchFamily="50" charset="-128"/>
                <a:ea typeface="Meiryo UI" panose="020B0604030504040204" pitchFamily="50" charset="-128"/>
              </a:rPr>
              <a:t>・</a:t>
            </a:r>
            <a:r>
              <a:rPr lang="en-US" altLang="ja-JP" sz="1600">
                <a:solidFill>
                  <a:schemeClr val="tx1"/>
                </a:solidFill>
                <a:latin typeface="Meiryo UI" panose="020B0604030504040204" pitchFamily="50" charset="-128"/>
                <a:ea typeface="Meiryo UI" panose="020B0604030504040204" pitchFamily="50" charset="-128"/>
              </a:rPr>
              <a:t>2/28</a:t>
            </a:r>
            <a:r>
              <a:rPr lang="ja-JP" altLang="en-US" sz="1600">
                <a:solidFill>
                  <a:schemeClr val="tx1"/>
                </a:solidFill>
                <a:latin typeface="Meiryo UI" panose="020B0604030504040204" pitchFamily="50" charset="-128"/>
                <a:ea typeface="Meiryo UI" panose="020B0604030504040204" pitchFamily="50" charset="-128"/>
              </a:rPr>
              <a:t>に会話させて頂きました内容としては以下と認識しております。</a:t>
            </a:r>
            <a:endParaRPr lang="en-US" altLang="ja-JP" sz="16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31070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117CD-A79C-43CA-9C0C-7B88429CBEC6}"/>
            </a:ext>
          </a:extLst>
        </p:cNvPr>
        <p:cNvGrpSpPr/>
        <p:nvPr/>
      </p:nvGrpSpPr>
      <p:grpSpPr>
        <a:xfrm>
          <a:off x="0" y="0"/>
          <a:ext cx="0" cy="0"/>
          <a:chOff x="0" y="0"/>
          <a:chExt cx="0" cy="0"/>
        </a:xfrm>
      </p:grpSpPr>
      <p:pic>
        <p:nvPicPr>
          <p:cNvPr id="94" name="図 93">
            <a:extLst>
              <a:ext uri="{FF2B5EF4-FFF2-40B4-BE49-F238E27FC236}">
                <a16:creationId xmlns:a16="http://schemas.microsoft.com/office/drawing/2014/main" id="{5BFB2639-1A9A-3895-EDD1-67CE72F272FA}"/>
              </a:ext>
            </a:extLst>
          </p:cNvPr>
          <p:cNvPicPr>
            <a:picLocks noChangeAspect="1"/>
          </p:cNvPicPr>
          <p:nvPr/>
        </p:nvPicPr>
        <p:blipFill>
          <a:blip r:embed="rId3"/>
          <a:stretch>
            <a:fillRect/>
          </a:stretch>
        </p:blipFill>
        <p:spPr>
          <a:xfrm>
            <a:off x="3597750" y="2299108"/>
            <a:ext cx="7978310" cy="4462455"/>
          </a:xfrm>
          <a:prstGeom prst="rect">
            <a:avLst/>
          </a:prstGeom>
          <a:ln>
            <a:solidFill>
              <a:schemeClr val="tx1"/>
            </a:solidFill>
          </a:ln>
        </p:spPr>
      </p:pic>
      <p:sp>
        <p:nvSpPr>
          <p:cNvPr id="3" name="テキスト ボックス 2">
            <a:extLst>
              <a:ext uri="{FF2B5EF4-FFF2-40B4-BE49-F238E27FC236}">
                <a16:creationId xmlns:a16="http://schemas.microsoft.com/office/drawing/2014/main" id="{60F15821-1FD6-A308-38E5-A479F8530839}"/>
              </a:ext>
            </a:extLst>
          </p:cNvPr>
          <p:cNvSpPr txBox="1"/>
          <p:nvPr/>
        </p:nvSpPr>
        <p:spPr>
          <a:xfrm>
            <a:off x="311211" y="1022437"/>
            <a:ext cx="11559364" cy="757130"/>
          </a:xfrm>
          <a:prstGeom prst="rect">
            <a:avLst/>
          </a:prstGeom>
          <a:noFill/>
        </p:spPr>
        <p:txBody>
          <a:bodyPr wrap="square" rtlCol="0">
            <a:spAutoFit/>
          </a:bodyPr>
          <a:lstStyle/>
          <a:p>
            <a:r>
              <a:rPr lang="en-US" altLang="ja-JP" sz="1600" b="1">
                <a:solidFill>
                  <a:schemeClr val="tx1"/>
                </a:solidFill>
                <a:latin typeface="Meiryo UI" panose="020B0604030504040204" pitchFamily="50" charset="-128"/>
                <a:ea typeface="Meiryo UI" panose="020B0604030504040204" pitchFamily="50" charset="-128"/>
              </a:rPr>
              <a:t>#2</a:t>
            </a:r>
            <a:r>
              <a:rPr lang="ja-JP" altLang="en-US" sz="1600" b="1">
                <a:solidFill>
                  <a:schemeClr val="tx1"/>
                </a:solidFill>
                <a:latin typeface="Meiryo UI" panose="020B0604030504040204" pitchFamily="50" charset="-128"/>
                <a:ea typeface="Meiryo UI" panose="020B0604030504040204" pitchFamily="50" charset="-128"/>
              </a:rPr>
              <a:t>　</a:t>
            </a:r>
            <a:r>
              <a:rPr kumimoji="1" lang="ja-JP" altLang="en-US" sz="1600" b="1">
                <a:solidFill>
                  <a:schemeClr val="tx1"/>
                </a:solidFill>
                <a:latin typeface="Meiryo UI" panose="020B0604030504040204" pitchFamily="50" charset="-128"/>
                <a:ea typeface="Meiryo UI" panose="020B0604030504040204" pitchFamily="50" charset="-128"/>
              </a:rPr>
              <a:t>日立に期待頂くご提案のスコープについて</a:t>
            </a:r>
          </a:p>
          <a:p>
            <a:endParaRPr kumimoji="1" lang="ja-JP" altLang="en-US" sz="1600" b="0">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　</a:t>
            </a:r>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7" name="スライド番号プレースホルダー 1">
            <a:extLst>
              <a:ext uri="{FF2B5EF4-FFF2-40B4-BE49-F238E27FC236}">
                <a16:creationId xmlns:a16="http://schemas.microsoft.com/office/drawing/2014/main" id="{0B6C280D-C47B-E1D3-0802-EA69E46D7195}"/>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23</a:t>
            </a:fld>
            <a:endParaRPr lang="en-US" altLang="ja-JP"/>
          </a:p>
        </p:txBody>
      </p:sp>
      <p:sp>
        <p:nvSpPr>
          <p:cNvPr id="98" name="正方形/長方形 97">
            <a:extLst>
              <a:ext uri="{FF2B5EF4-FFF2-40B4-BE49-F238E27FC236}">
                <a16:creationId xmlns:a16="http://schemas.microsoft.com/office/drawing/2014/main" id="{A37A04FF-6EC2-E385-79C8-BD63146E3C03}"/>
              </a:ext>
            </a:extLst>
          </p:cNvPr>
          <p:cNvSpPr/>
          <p:nvPr/>
        </p:nvSpPr>
        <p:spPr bwMode="auto">
          <a:xfrm>
            <a:off x="3488266" y="3184406"/>
            <a:ext cx="2235200" cy="2090327"/>
          </a:xfrm>
          <a:prstGeom prst="rect">
            <a:avLst/>
          </a:prstGeom>
          <a:noFill/>
          <a:ln w="25400">
            <a:solidFill>
              <a:schemeClr val="accent6"/>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100" name="吹き出し: 線 99">
            <a:extLst>
              <a:ext uri="{FF2B5EF4-FFF2-40B4-BE49-F238E27FC236}">
                <a16:creationId xmlns:a16="http://schemas.microsoft.com/office/drawing/2014/main" id="{7E6117A1-4F57-8491-8DC1-C79B97C57394}"/>
              </a:ext>
            </a:extLst>
          </p:cNvPr>
          <p:cNvSpPr/>
          <p:nvPr/>
        </p:nvSpPr>
        <p:spPr bwMode="auto">
          <a:xfrm>
            <a:off x="311211" y="3100633"/>
            <a:ext cx="2776991" cy="1208899"/>
          </a:xfrm>
          <a:prstGeom prst="borderCallout1">
            <a:avLst>
              <a:gd name="adj1" fmla="val 30817"/>
              <a:gd name="adj2" fmla="val 100693"/>
              <a:gd name="adj3" fmla="val 25526"/>
              <a:gd name="adj4" fmla="val 114217"/>
            </a:avLst>
          </a:prstGeom>
          <a:solidFill>
            <a:schemeClr val="bg1"/>
          </a:solidFill>
          <a:ln w="12700">
            <a:solidFill>
              <a:schemeClr val="accent6"/>
            </a:solidFill>
            <a:miter lim="800000"/>
            <a:headEnd/>
            <a:tailEnd/>
          </a:ln>
          <a:effectLst/>
        </p:spPr>
        <p:txBody>
          <a:bodyPr wrap="none" rtlCol="0" anchor="ctr" anchorCtr="0">
            <a:noAutofit/>
          </a:bodyPr>
          <a:lstStyle/>
          <a:p>
            <a:r>
              <a:rPr lang="ja-JP" altLang="en-US" sz="1100">
                <a:solidFill>
                  <a:schemeClr val="tx1"/>
                </a:solidFill>
                <a:latin typeface="Meiryo UI" panose="020B0604030504040204" pitchFamily="50" charset="-128"/>
                <a:ea typeface="Meiryo UI" panose="020B0604030504040204" pitchFamily="50" charset="-128"/>
              </a:rPr>
              <a:t>①データ共通化基盤の設計思想を連携頂き、</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それを実現するための最適な「入力システム」</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としての在り方をご提案</a:t>
            </a:r>
            <a:endParaRPr lang="en-US" altLang="ja-JP" sz="1100">
              <a:solidFill>
                <a:schemeClr val="tx1"/>
              </a:solidFill>
              <a:latin typeface="Meiryo UI" panose="020B0604030504040204" pitchFamily="50" charset="-128"/>
              <a:ea typeface="Meiryo UI" panose="020B0604030504040204" pitchFamily="50" charset="-128"/>
            </a:endParaRPr>
          </a:p>
          <a:p>
            <a:r>
              <a:rPr lang="en-US" altLang="ja-JP" sz="1100">
                <a:solidFill>
                  <a:schemeClr val="tx1"/>
                </a:solidFill>
                <a:latin typeface="Meiryo UI" panose="020B0604030504040204" pitchFamily="50" charset="-128"/>
                <a:ea typeface="Meiryo UI" panose="020B0604030504040204" pitchFamily="50" charset="-128"/>
              </a:rPr>
              <a:t>(</a:t>
            </a:r>
            <a:r>
              <a:rPr lang="ja-JP" altLang="en-US" sz="1100">
                <a:solidFill>
                  <a:schemeClr val="tx1"/>
                </a:solidFill>
                <a:latin typeface="Meiryo UI" panose="020B0604030504040204" pitchFamily="50" charset="-128"/>
                <a:ea typeface="Meiryo UI" panose="020B0604030504040204" pitchFamily="50" charset="-128"/>
              </a:rPr>
              <a:t>その場合、まずは設計思想を連携頂くことが</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ご提案のスタートと考えております。</a:t>
            </a:r>
            <a:r>
              <a:rPr lang="en-US" altLang="ja-JP" sz="1100">
                <a:solidFill>
                  <a:schemeClr val="tx1"/>
                </a:solidFill>
                <a:latin typeface="Meiryo UI" panose="020B0604030504040204" pitchFamily="50" charset="-128"/>
                <a:ea typeface="Meiryo UI" panose="020B0604030504040204" pitchFamily="50" charset="-128"/>
              </a:rPr>
              <a:t>)</a:t>
            </a:r>
          </a:p>
        </p:txBody>
      </p:sp>
      <p:sp>
        <p:nvSpPr>
          <p:cNvPr id="10" name="テキスト ボックス 9">
            <a:extLst>
              <a:ext uri="{FF2B5EF4-FFF2-40B4-BE49-F238E27FC236}">
                <a16:creationId xmlns:a16="http://schemas.microsoft.com/office/drawing/2014/main" id="{8D002023-9994-2451-65CA-A8B75FA7F10E}"/>
              </a:ext>
            </a:extLst>
          </p:cNvPr>
          <p:cNvSpPr txBox="1"/>
          <p:nvPr/>
        </p:nvSpPr>
        <p:spPr>
          <a:xfrm>
            <a:off x="952499" y="1286933"/>
            <a:ext cx="10750551" cy="867930"/>
          </a:xfrm>
          <a:prstGeom prst="rect">
            <a:avLst/>
          </a:prstGeom>
          <a:noFill/>
        </p:spPr>
        <p:txBody>
          <a:bodyPr wrap="square">
            <a:spAutoFit/>
          </a:bodyPr>
          <a:lstStyle/>
          <a:p>
            <a:r>
              <a:rPr kumimoji="1" lang="ja-JP" altLang="en-US" sz="1400" b="0" i="0" u="none">
                <a:solidFill>
                  <a:schemeClr val="tx1"/>
                </a:solidFill>
                <a:latin typeface="Meiryo UI" panose="020B0604030504040204" pitchFamily="50" charset="-128"/>
                <a:ea typeface="Meiryo UI" panose="020B0604030504040204" pitchFamily="50" charset="-128"/>
              </a:rPr>
              <a:t>日立にご期待頂くご提案のスコープについて明確化させて頂きたく思います。</a:t>
            </a:r>
            <a:endParaRPr kumimoji="1" lang="en-US" altLang="ja-JP" sz="1400" b="0" i="0" u="none">
              <a:solidFill>
                <a:schemeClr val="tx1"/>
              </a:solidFill>
              <a:latin typeface="Meiryo UI" panose="020B0604030504040204" pitchFamily="50" charset="-128"/>
              <a:ea typeface="Meiryo UI" panose="020B0604030504040204" pitchFamily="50" charset="-128"/>
            </a:endParaRPr>
          </a:p>
          <a:p>
            <a:r>
              <a:rPr kumimoji="1" lang="ja-JP" altLang="en-US" sz="1400" b="0" i="0" u="none">
                <a:solidFill>
                  <a:schemeClr val="tx1"/>
                </a:solidFill>
                <a:latin typeface="Meiryo UI" panose="020B0604030504040204" pitchFamily="50" charset="-128"/>
                <a:ea typeface="Meiryo UI" panose="020B0604030504040204" pitchFamily="50" charset="-128"/>
              </a:rPr>
              <a:t>大きく分けて以下</a:t>
            </a:r>
            <a:r>
              <a:rPr kumimoji="1" lang="en-US" altLang="ja-JP" sz="1400" b="0" i="0" u="none">
                <a:solidFill>
                  <a:schemeClr val="tx1"/>
                </a:solidFill>
                <a:latin typeface="Meiryo UI" panose="020B0604030504040204" pitchFamily="50" charset="-128"/>
                <a:ea typeface="Meiryo UI" panose="020B0604030504040204" pitchFamily="50" charset="-128"/>
              </a:rPr>
              <a:t>2</a:t>
            </a:r>
            <a:r>
              <a:rPr kumimoji="1" lang="ja-JP" altLang="en-US" sz="1400" b="0" i="0" u="none">
                <a:solidFill>
                  <a:schemeClr val="tx1"/>
                </a:solidFill>
                <a:latin typeface="Meiryo UI" panose="020B0604030504040204" pitchFamily="50" charset="-128"/>
                <a:ea typeface="Meiryo UI" panose="020B0604030504040204" pitchFamily="50" charset="-128"/>
              </a:rPr>
              <a:t>つの考え方があると考えております。</a:t>
            </a:r>
            <a:endParaRPr kumimoji="1" lang="en-US" altLang="ja-JP" sz="1400" b="0" i="0" u="none">
              <a:solidFill>
                <a:schemeClr val="tx1"/>
              </a:solidFill>
              <a:latin typeface="Meiryo UI" panose="020B0604030504040204" pitchFamily="50" charset="-128"/>
              <a:ea typeface="Meiryo UI" panose="020B0604030504040204" pitchFamily="50" charset="-128"/>
            </a:endParaRPr>
          </a:p>
          <a:p>
            <a:r>
              <a:rPr kumimoji="1" lang="ja-JP" altLang="en-US" sz="1400" b="0" i="0" u="none">
                <a:solidFill>
                  <a:schemeClr val="accent6"/>
                </a:solidFill>
                <a:latin typeface="Meiryo UI" panose="020B0604030504040204" pitchFamily="50" charset="-128"/>
                <a:ea typeface="Meiryo UI" panose="020B0604030504040204" pitchFamily="50" charset="-128"/>
              </a:rPr>
              <a:t>①「データ共通化基盤」の構想・設計・開発は日立外で実施し、上記に準じた入力システムとしての</a:t>
            </a:r>
            <a:r>
              <a:rPr kumimoji="1" lang="en-US" altLang="ja-JP" sz="1400" b="0" i="0" u="none">
                <a:solidFill>
                  <a:schemeClr val="accent6"/>
                </a:solidFill>
                <a:latin typeface="Meiryo UI" panose="020B0604030504040204" pitchFamily="50" charset="-128"/>
                <a:ea typeface="Meiryo UI" panose="020B0604030504040204" pitchFamily="50" charset="-128"/>
              </a:rPr>
              <a:t>C2</a:t>
            </a:r>
            <a:r>
              <a:rPr kumimoji="1" lang="ja-JP" altLang="en-US" sz="1400" b="0" i="0" u="none">
                <a:solidFill>
                  <a:schemeClr val="accent6"/>
                </a:solidFill>
                <a:latin typeface="Meiryo UI" panose="020B0604030504040204" pitchFamily="50" charset="-128"/>
                <a:ea typeface="Meiryo UI" panose="020B0604030504040204" pitchFamily="50" charset="-128"/>
              </a:rPr>
              <a:t>の在り方をご提案する</a:t>
            </a:r>
            <a:endParaRPr kumimoji="1" lang="en-US" altLang="ja-JP" sz="1400" b="0" i="0" u="none">
              <a:solidFill>
                <a:schemeClr val="accent6"/>
              </a:solidFill>
              <a:latin typeface="Meiryo UI" panose="020B0604030504040204" pitchFamily="50" charset="-128"/>
              <a:ea typeface="Meiryo UI" panose="020B0604030504040204" pitchFamily="50" charset="-128"/>
            </a:endParaRPr>
          </a:p>
          <a:p>
            <a:r>
              <a:rPr kumimoji="1" lang="ja-JP" altLang="en-US" sz="1400" b="0" i="0" u="none">
                <a:solidFill>
                  <a:schemeClr val="accent1"/>
                </a:solidFill>
                <a:latin typeface="Meiryo UI" panose="020B0604030504040204" pitchFamily="50" charset="-128"/>
                <a:ea typeface="Meiryo UI" panose="020B0604030504040204" pitchFamily="50" charset="-128"/>
              </a:rPr>
              <a:t>②「データ共通化基盤」の構想含め、日立にて実施し、その中の</a:t>
            </a:r>
            <a:r>
              <a:rPr kumimoji="1" lang="en-US" altLang="ja-JP" sz="1400" b="0" i="0" u="none">
                <a:solidFill>
                  <a:schemeClr val="accent1"/>
                </a:solidFill>
                <a:latin typeface="Meiryo UI" panose="020B0604030504040204" pitchFamily="50" charset="-128"/>
                <a:ea typeface="Meiryo UI" panose="020B0604030504040204" pitchFamily="50" charset="-128"/>
              </a:rPr>
              <a:t>1</a:t>
            </a:r>
            <a:r>
              <a:rPr kumimoji="1" lang="ja-JP" altLang="en-US" sz="1400" b="0" i="0" u="none">
                <a:solidFill>
                  <a:schemeClr val="accent1"/>
                </a:solidFill>
                <a:latin typeface="Meiryo UI" panose="020B0604030504040204" pitchFamily="50" charset="-128"/>
                <a:ea typeface="Meiryo UI" panose="020B0604030504040204" pitchFamily="50" charset="-128"/>
              </a:rPr>
              <a:t>つの要素として、</a:t>
            </a:r>
            <a:r>
              <a:rPr kumimoji="1" lang="en-US" altLang="ja-JP" sz="1400" b="0" i="0" u="none">
                <a:solidFill>
                  <a:schemeClr val="accent1"/>
                </a:solidFill>
                <a:latin typeface="Meiryo UI" panose="020B0604030504040204" pitchFamily="50" charset="-128"/>
                <a:ea typeface="Meiryo UI" panose="020B0604030504040204" pitchFamily="50" charset="-128"/>
              </a:rPr>
              <a:t>C2</a:t>
            </a:r>
            <a:r>
              <a:rPr kumimoji="1" lang="ja-JP" altLang="en-US" sz="1400" b="0" i="0" u="none">
                <a:solidFill>
                  <a:schemeClr val="accent1"/>
                </a:solidFill>
                <a:latin typeface="Meiryo UI" panose="020B0604030504040204" pitchFamily="50" charset="-128"/>
                <a:ea typeface="Meiryo UI" panose="020B0604030504040204" pitchFamily="50" charset="-128"/>
              </a:rPr>
              <a:t>刷新をご提案</a:t>
            </a:r>
            <a:endParaRPr kumimoji="1" lang="en-US" altLang="ja-JP" sz="1400" b="0" i="0" u="none">
              <a:solidFill>
                <a:schemeClr val="accent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5D1468C5-9A02-AA56-F605-126C527E2FF0}"/>
              </a:ext>
            </a:extLst>
          </p:cNvPr>
          <p:cNvSpPr/>
          <p:nvPr/>
        </p:nvSpPr>
        <p:spPr bwMode="auto">
          <a:xfrm>
            <a:off x="3403601" y="3031067"/>
            <a:ext cx="4148666" cy="2540000"/>
          </a:xfrm>
          <a:prstGeom prst="rect">
            <a:avLst/>
          </a:prstGeom>
          <a:noFill/>
          <a:ln w="34925">
            <a:solidFill>
              <a:schemeClr val="accent1"/>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12" name="吹き出し: 線 11">
            <a:extLst>
              <a:ext uri="{FF2B5EF4-FFF2-40B4-BE49-F238E27FC236}">
                <a16:creationId xmlns:a16="http://schemas.microsoft.com/office/drawing/2014/main" id="{5ED0F2D6-4E55-0BEA-53B1-F5395902DB46}"/>
              </a:ext>
            </a:extLst>
          </p:cNvPr>
          <p:cNvSpPr/>
          <p:nvPr/>
        </p:nvSpPr>
        <p:spPr bwMode="auto">
          <a:xfrm>
            <a:off x="311211" y="5078434"/>
            <a:ext cx="2776991" cy="981083"/>
          </a:xfrm>
          <a:prstGeom prst="borderCallout1">
            <a:avLst>
              <a:gd name="adj1" fmla="val 30817"/>
              <a:gd name="adj2" fmla="val 100693"/>
              <a:gd name="adj3" fmla="val 24686"/>
              <a:gd name="adj4" fmla="val 111969"/>
            </a:avLst>
          </a:prstGeom>
          <a:solidFill>
            <a:schemeClr val="bg1"/>
          </a:solidFill>
          <a:ln w="12700">
            <a:solidFill>
              <a:schemeClr val="accent1"/>
            </a:solidFill>
            <a:miter lim="800000"/>
            <a:headEnd/>
            <a:tailEnd/>
          </a:ln>
          <a:effectLst/>
        </p:spPr>
        <p:txBody>
          <a:bodyPr wrap="none" rtlCol="0" anchor="ctr" anchorCtr="0">
            <a:noAutofit/>
          </a:bodyPr>
          <a:lstStyle/>
          <a:p>
            <a:r>
              <a:rPr lang="ja-JP" altLang="en-US" sz="1100">
                <a:solidFill>
                  <a:schemeClr val="tx1"/>
                </a:solidFill>
                <a:latin typeface="Meiryo UI" panose="020B0604030504040204" pitchFamily="50" charset="-128"/>
                <a:ea typeface="Meiryo UI" panose="020B0604030504040204" pitchFamily="50" charset="-128"/>
              </a:rPr>
              <a:t>②データ共通化基盤含めご提案スコープとし、</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実現するために</a:t>
            </a:r>
            <a:r>
              <a:rPr lang="en-US" altLang="ja-JP" sz="1100">
                <a:solidFill>
                  <a:schemeClr val="tx1"/>
                </a:solidFill>
                <a:latin typeface="Meiryo UI" panose="020B0604030504040204" pitchFamily="50" charset="-128"/>
                <a:ea typeface="Meiryo UI" panose="020B0604030504040204" pitchFamily="50" charset="-128"/>
              </a:rPr>
              <a:t>C2</a:t>
            </a:r>
            <a:r>
              <a:rPr lang="ja-JP" altLang="en-US" sz="1100">
                <a:solidFill>
                  <a:schemeClr val="tx1"/>
                </a:solidFill>
                <a:latin typeface="Meiryo UI" panose="020B0604030504040204" pitchFamily="50" charset="-128"/>
                <a:ea typeface="Meiryo UI" panose="020B0604030504040204" pitchFamily="50" charset="-128"/>
              </a:rPr>
              <a:t>刷新をどのように行うか</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ご提案</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16" name="タイトル 5">
            <a:extLst>
              <a:ext uri="{FF2B5EF4-FFF2-40B4-BE49-F238E27FC236}">
                <a16:creationId xmlns:a16="http://schemas.microsoft.com/office/drawing/2014/main" id="{C2D4D32C-6C48-0A15-0CC0-6A4E435BB770}"/>
              </a:ext>
            </a:extLst>
          </p:cNvPr>
          <p:cNvSpPr txBox="1">
            <a:spLocks/>
          </p:cNvSpPr>
          <p:nvPr/>
        </p:nvSpPr>
        <p:spPr>
          <a:xfrm>
            <a:off x="552927" y="171336"/>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ja-JP" altLang="en-US" b="0" kern="0"/>
              <a:t>再掲</a:t>
            </a:r>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TDB</a:t>
            </a:r>
            <a:r>
              <a:rPr lang="ja-JP" altLang="en-US" b="0" kern="0"/>
              <a:t>様グランドイメージに関するご質問</a:t>
            </a:r>
          </a:p>
        </p:txBody>
      </p:sp>
    </p:spTree>
    <p:extLst>
      <p:ext uri="{BB962C8B-B14F-4D97-AF65-F5344CB8AC3E}">
        <p14:creationId xmlns:p14="http://schemas.microsoft.com/office/powerpoint/2010/main" val="1338631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E04B1-EC22-A478-8E34-59C3623F2957}"/>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3F523526-A30D-E553-62AE-A2AE1EA0B603}"/>
              </a:ext>
            </a:extLst>
          </p:cNvPr>
          <p:cNvPicPr>
            <a:picLocks noChangeAspect="1"/>
          </p:cNvPicPr>
          <p:nvPr/>
        </p:nvPicPr>
        <p:blipFill>
          <a:blip r:embed="rId3"/>
          <a:stretch>
            <a:fillRect/>
          </a:stretch>
        </p:blipFill>
        <p:spPr>
          <a:xfrm>
            <a:off x="89752" y="3709724"/>
            <a:ext cx="1129772" cy="780872"/>
          </a:xfrm>
          <a:prstGeom prst="rect">
            <a:avLst/>
          </a:prstGeom>
        </p:spPr>
      </p:pic>
      <p:sp>
        <p:nvSpPr>
          <p:cNvPr id="3" name="テキスト ボックス 2">
            <a:extLst>
              <a:ext uri="{FF2B5EF4-FFF2-40B4-BE49-F238E27FC236}">
                <a16:creationId xmlns:a16="http://schemas.microsoft.com/office/drawing/2014/main" id="{D01390D3-DF65-F87E-4CE6-CC79FEE38354}"/>
              </a:ext>
            </a:extLst>
          </p:cNvPr>
          <p:cNvSpPr txBox="1"/>
          <p:nvPr/>
        </p:nvSpPr>
        <p:spPr>
          <a:xfrm>
            <a:off x="301321" y="878929"/>
            <a:ext cx="11559364" cy="757130"/>
          </a:xfrm>
          <a:prstGeom prst="rect">
            <a:avLst/>
          </a:prstGeom>
          <a:noFill/>
        </p:spPr>
        <p:txBody>
          <a:bodyPr wrap="square" rtlCol="0">
            <a:spAutoFit/>
          </a:bodyPr>
          <a:lstStyle/>
          <a:p>
            <a:r>
              <a:rPr lang="en-US" altLang="ja-JP" sz="1600" b="1">
                <a:solidFill>
                  <a:schemeClr val="tx1"/>
                </a:solidFill>
                <a:latin typeface="Meiryo UI" panose="020B0604030504040204" pitchFamily="50" charset="-128"/>
                <a:ea typeface="Meiryo UI" panose="020B0604030504040204" pitchFamily="50" charset="-128"/>
              </a:rPr>
              <a:t>#3</a:t>
            </a:r>
            <a:r>
              <a:rPr lang="ja-JP" altLang="en-US" sz="1600" b="1">
                <a:solidFill>
                  <a:schemeClr val="tx1"/>
                </a:solidFill>
                <a:latin typeface="Meiryo UI" panose="020B0604030504040204" pitchFamily="50" charset="-128"/>
                <a:ea typeface="Meiryo UI" panose="020B0604030504040204" pitchFamily="50" charset="-128"/>
              </a:rPr>
              <a:t>　</a:t>
            </a:r>
            <a:r>
              <a:rPr kumimoji="1" lang="en-US" altLang="ja-JP" sz="1600" b="1">
                <a:solidFill>
                  <a:schemeClr val="tx1"/>
                </a:solidFill>
                <a:latin typeface="Meiryo UI" panose="020B0604030504040204" pitchFamily="50" charset="-128"/>
                <a:ea typeface="Meiryo UI" panose="020B0604030504040204" pitchFamily="50" charset="-128"/>
              </a:rPr>
              <a:t>C2</a:t>
            </a:r>
            <a:r>
              <a:rPr kumimoji="1" lang="ja-JP" altLang="en-US" sz="1600" b="1">
                <a:solidFill>
                  <a:schemeClr val="tx1"/>
                </a:solidFill>
                <a:latin typeface="Meiryo UI" panose="020B0604030504040204" pitchFamily="50" charset="-128"/>
                <a:ea typeface="Meiryo UI" panose="020B0604030504040204" pitchFamily="50" charset="-128"/>
              </a:rPr>
              <a:t>を刷新するにあたっての前提について</a:t>
            </a:r>
            <a:endParaRPr kumimoji="1" lang="en-US" altLang="ja-JP" sz="1600" b="1">
              <a:solidFill>
                <a:schemeClr val="tx1"/>
              </a:solidFill>
              <a:latin typeface="Meiryo UI" panose="020B0604030504040204" pitchFamily="50" charset="-128"/>
              <a:ea typeface="Meiryo UI" panose="020B0604030504040204" pitchFamily="50" charset="-128"/>
            </a:endParaRPr>
          </a:p>
          <a:p>
            <a:r>
              <a:rPr lang="ja-JP" altLang="en-US" sz="1600">
                <a:solidFill>
                  <a:schemeClr val="tx1"/>
                </a:solidFill>
                <a:latin typeface="Meiryo UI" panose="020B0604030504040204" pitchFamily="50" charset="-128"/>
                <a:ea typeface="Meiryo UI" panose="020B0604030504040204" pitchFamily="50" charset="-128"/>
              </a:rPr>
              <a:t>　</a:t>
            </a:r>
            <a:r>
              <a:rPr lang="en-US" altLang="ja-JP" sz="1600">
                <a:solidFill>
                  <a:schemeClr val="tx1"/>
                </a:solidFill>
                <a:latin typeface="Meiryo UI" panose="020B0604030504040204" pitchFamily="50" charset="-128"/>
                <a:ea typeface="Meiryo UI" panose="020B0604030504040204" pitchFamily="50" charset="-128"/>
              </a:rPr>
              <a:t>C2</a:t>
            </a:r>
            <a:r>
              <a:rPr lang="ja-JP" altLang="en-US" sz="1600">
                <a:solidFill>
                  <a:schemeClr val="tx1"/>
                </a:solidFill>
                <a:latin typeface="Meiryo UI" panose="020B0604030504040204" pitchFamily="50" charset="-128"/>
                <a:ea typeface="Meiryo UI" panose="020B0604030504040204" pitchFamily="50" charset="-128"/>
              </a:rPr>
              <a:t>刷新を行う前提として「データ共通化基盤」</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「サービス提供基盤」が運用可能かによって検討スコープが変わると考えます。</a:t>
            </a:r>
            <a:endParaRPr lang="en-US" altLang="ja-JP" sz="1600">
              <a:solidFill>
                <a:schemeClr val="tx1"/>
              </a:solidFill>
              <a:latin typeface="Meiryo UI" panose="020B0604030504040204" pitchFamily="50" charset="-128"/>
              <a:ea typeface="Meiryo UI" panose="020B0604030504040204" pitchFamily="50" charset="-128"/>
            </a:endParaRPr>
          </a:p>
          <a:p>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7" name="スライド番号プレースホルダー 1">
            <a:extLst>
              <a:ext uri="{FF2B5EF4-FFF2-40B4-BE49-F238E27FC236}">
                <a16:creationId xmlns:a16="http://schemas.microsoft.com/office/drawing/2014/main" id="{81EFCA36-A1BF-60E3-2D1F-16B78CC58636}"/>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24</a:t>
            </a:fld>
            <a:endParaRPr lang="en-US" altLang="ja-JP"/>
          </a:p>
        </p:txBody>
      </p:sp>
      <p:sp>
        <p:nvSpPr>
          <p:cNvPr id="4" name="フローチャート: 磁気ディスク 3">
            <a:extLst>
              <a:ext uri="{FF2B5EF4-FFF2-40B4-BE49-F238E27FC236}">
                <a16:creationId xmlns:a16="http://schemas.microsoft.com/office/drawing/2014/main" id="{2EA8D214-E6FA-3EE4-7624-4E8B4880C347}"/>
              </a:ext>
            </a:extLst>
          </p:cNvPr>
          <p:cNvSpPr/>
          <p:nvPr/>
        </p:nvSpPr>
        <p:spPr bwMode="auto">
          <a:xfrm>
            <a:off x="1424381" y="3938318"/>
            <a:ext cx="1121790" cy="914400"/>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kumimoji="1" lang="ja-JP" altLang="en-US" sz="900">
                <a:solidFill>
                  <a:schemeClr val="tx1"/>
                </a:solidFill>
                <a:latin typeface="Meiryo UI" panose="020B0604030504040204" pitchFamily="50" charset="-128"/>
                <a:ea typeface="Meiryo UI" panose="020B0604030504040204" pitchFamily="50" charset="-128"/>
              </a:rPr>
              <a:t>入力システム</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として必要な</a:t>
            </a:r>
            <a:r>
              <a:rPr lang="en-US" altLang="ja-JP" sz="900">
                <a:solidFill>
                  <a:schemeClr val="tx1"/>
                </a:solidFill>
                <a:latin typeface="Meiryo UI" panose="020B0604030504040204" pitchFamily="50" charset="-128"/>
                <a:ea typeface="Meiryo UI" panose="020B0604030504040204" pitchFamily="50" charset="-128"/>
              </a:rPr>
              <a:t>DB</a:t>
            </a:r>
            <a:endParaRPr kumimoji="1" lang="ja-JP" altLang="en-US" sz="900">
              <a:solidFill>
                <a:schemeClr val="tx1"/>
              </a:solidFill>
              <a:latin typeface="Meiryo UI" panose="020B0604030504040204" pitchFamily="50" charset="-128"/>
              <a:ea typeface="Meiryo UI" panose="020B0604030504040204" pitchFamily="50" charset="-128"/>
            </a:endParaRPr>
          </a:p>
        </p:txBody>
      </p:sp>
      <p:sp>
        <p:nvSpPr>
          <p:cNvPr id="8" name="フローチャート: 磁気ディスク 7">
            <a:extLst>
              <a:ext uri="{FF2B5EF4-FFF2-40B4-BE49-F238E27FC236}">
                <a16:creationId xmlns:a16="http://schemas.microsoft.com/office/drawing/2014/main" id="{E6B433E2-DCD8-83EF-7404-BDADD5F75D30}"/>
              </a:ext>
            </a:extLst>
          </p:cNvPr>
          <p:cNvSpPr/>
          <p:nvPr/>
        </p:nvSpPr>
        <p:spPr bwMode="auto">
          <a:xfrm>
            <a:off x="3014882" y="3523291"/>
            <a:ext cx="1242842" cy="1610925"/>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kumimoji="1" lang="ja-JP" altLang="en-US" sz="900" b="1">
                <a:solidFill>
                  <a:schemeClr val="tx1"/>
                </a:solidFill>
                <a:latin typeface="Meiryo UI" panose="020B0604030504040204" pitchFamily="50" charset="-128"/>
                <a:ea typeface="Meiryo UI" panose="020B0604030504040204" pitchFamily="50" charset="-128"/>
              </a:rPr>
              <a:t>データ共通化基盤</a:t>
            </a:r>
            <a:endParaRPr kumimoji="1" lang="en-US" altLang="ja-JP" sz="900" b="1">
              <a:solidFill>
                <a:schemeClr val="tx1"/>
              </a:solidFill>
              <a:latin typeface="Meiryo UI" panose="020B0604030504040204" pitchFamily="50" charset="-128"/>
              <a:ea typeface="Meiryo UI" panose="020B0604030504040204" pitchFamily="50" charset="-128"/>
            </a:endParaRPr>
          </a:p>
          <a:p>
            <a:pPr algn="ctr"/>
            <a:r>
              <a:rPr lang="en-US" altLang="ja-JP" sz="900">
                <a:solidFill>
                  <a:schemeClr val="tx1"/>
                </a:solidFill>
                <a:latin typeface="Meiryo UI" panose="020B0604030504040204" pitchFamily="50" charset="-128"/>
                <a:ea typeface="Meiryo UI" panose="020B0604030504040204" pitchFamily="50" charset="-128"/>
              </a:rPr>
              <a:t>C2</a:t>
            </a:r>
            <a:r>
              <a:rPr lang="ja-JP" altLang="en-US" sz="900">
                <a:solidFill>
                  <a:schemeClr val="tx1"/>
                </a:solidFill>
                <a:latin typeface="Meiryo UI" panose="020B0604030504040204" pitchFamily="50" charset="-128"/>
                <a:ea typeface="Meiryo UI" panose="020B0604030504040204" pitchFamily="50" charset="-128"/>
              </a:rPr>
              <a:t>商品作成の</a:t>
            </a:r>
            <a:endParaRPr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ためのデータ</a:t>
            </a:r>
            <a:endParaRPr lang="en-US" altLang="ja-JP" sz="900">
              <a:solidFill>
                <a:schemeClr val="tx1"/>
              </a:solidFill>
              <a:latin typeface="Meiryo UI" panose="020B0604030504040204" pitchFamily="50" charset="-128"/>
              <a:ea typeface="Meiryo UI" panose="020B0604030504040204" pitchFamily="50" charset="-128"/>
            </a:endParaRPr>
          </a:p>
        </p:txBody>
      </p:sp>
      <p:sp>
        <p:nvSpPr>
          <p:cNvPr id="9" name="フローチャート: 磁気ディスク 8">
            <a:extLst>
              <a:ext uri="{FF2B5EF4-FFF2-40B4-BE49-F238E27FC236}">
                <a16:creationId xmlns:a16="http://schemas.microsoft.com/office/drawing/2014/main" id="{161ACD13-86BD-1D4B-2F44-9CAFD4E9234B}"/>
              </a:ext>
            </a:extLst>
          </p:cNvPr>
          <p:cNvSpPr/>
          <p:nvPr/>
        </p:nvSpPr>
        <p:spPr bwMode="auto">
          <a:xfrm>
            <a:off x="4618297" y="3523291"/>
            <a:ext cx="1259303" cy="1610925"/>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kumimoji="1" lang="ja-JP" altLang="en-US" sz="900" b="1">
                <a:solidFill>
                  <a:schemeClr val="tx1"/>
                </a:solidFill>
                <a:latin typeface="Meiryo UI" panose="020B0604030504040204" pitchFamily="50" charset="-128"/>
                <a:ea typeface="Meiryo UI" panose="020B0604030504040204" pitchFamily="50" charset="-128"/>
              </a:rPr>
              <a:t>サービス提供基盤</a:t>
            </a:r>
            <a:endParaRPr kumimoji="1" lang="en-US" altLang="ja-JP" sz="900" b="1">
              <a:solidFill>
                <a:schemeClr val="tx1"/>
              </a:solidFill>
              <a:latin typeface="Meiryo UI" panose="020B0604030504040204" pitchFamily="50" charset="-128"/>
              <a:ea typeface="Meiryo UI" panose="020B0604030504040204" pitchFamily="50" charset="-128"/>
            </a:endParaRPr>
          </a:p>
          <a:p>
            <a:pPr algn="ctr"/>
            <a:r>
              <a:rPr lang="en-US" altLang="ja-JP" sz="900">
                <a:solidFill>
                  <a:schemeClr val="tx1"/>
                </a:solidFill>
                <a:latin typeface="Meiryo UI" panose="020B0604030504040204" pitchFamily="50" charset="-128"/>
                <a:ea typeface="Meiryo UI" panose="020B0604030504040204" pitchFamily="50" charset="-128"/>
              </a:rPr>
              <a:t>C2</a:t>
            </a:r>
            <a:r>
              <a:rPr lang="ja-JP" altLang="en-US" sz="900">
                <a:solidFill>
                  <a:schemeClr val="tx1"/>
                </a:solidFill>
                <a:latin typeface="Meiryo UI" panose="020B0604030504040204" pitchFamily="50" charset="-128"/>
                <a:ea typeface="Meiryo UI" panose="020B0604030504040204" pitchFamily="50" charset="-128"/>
              </a:rPr>
              <a:t>商品向け</a:t>
            </a:r>
            <a:endParaRPr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他シス</a:t>
            </a:r>
            <a:r>
              <a:rPr lang="en-US" altLang="ja-JP" sz="900">
                <a:solidFill>
                  <a:schemeClr val="tx1"/>
                </a:solidFill>
                <a:latin typeface="Meiryo UI" panose="020B0604030504040204" pitchFamily="50" charset="-128"/>
                <a:ea typeface="Meiryo UI" panose="020B0604030504040204" pitchFamily="50" charset="-128"/>
              </a:rPr>
              <a:t>IF</a:t>
            </a:r>
            <a:r>
              <a:rPr lang="ja-JP" altLang="en-US" sz="900">
                <a:solidFill>
                  <a:schemeClr val="tx1"/>
                </a:solidFill>
                <a:latin typeface="Meiryo UI" panose="020B0604030504040204" pitchFamily="50" charset="-128"/>
                <a:ea typeface="Meiryo UI" panose="020B0604030504040204" pitchFamily="50" charset="-128"/>
              </a:rPr>
              <a:t>作成機能</a:t>
            </a:r>
            <a:endParaRPr kumimoji="1" lang="en-US" altLang="ja-JP" sz="900">
              <a:solidFill>
                <a:schemeClr val="tx1"/>
              </a:solidFill>
              <a:latin typeface="Meiryo UI" panose="020B0604030504040204" pitchFamily="50" charset="-128"/>
              <a:ea typeface="Meiryo UI" panose="020B0604030504040204" pitchFamily="50" charset="-128"/>
            </a:endParaRPr>
          </a:p>
        </p:txBody>
      </p:sp>
      <p:cxnSp>
        <p:nvCxnSpPr>
          <p:cNvPr id="11" name="直線矢印コネクタ 10">
            <a:extLst>
              <a:ext uri="{FF2B5EF4-FFF2-40B4-BE49-F238E27FC236}">
                <a16:creationId xmlns:a16="http://schemas.microsoft.com/office/drawing/2014/main" id="{B6180B93-7916-C71E-B19B-D78348967E05}"/>
              </a:ext>
            </a:extLst>
          </p:cNvPr>
          <p:cNvCxnSpPr>
            <a:cxnSpLocks/>
          </p:cNvCxnSpPr>
          <p:nvPr/>
        </p:nvCxnSpPr>
        <p:spPr bwMode="auto">
          <a:xfrm>
            <a:off x="2692836" y="4216157"/>
            <a:ext cx="249685" cy="0"/>
          </a:xfrm>
          <a:prstGeom prst="straightConnector1">
            <a:avLst/>
          </a:prstGeom>
          <a:noFill/>
          <a:ln w="9525" cap="flat" cmpd="sng" algn="ctr">
            <a:solidFill>
              <a:schemeClr val="tx1"/>
            </a:solidFill>
            <a:prstDash val="solid"/>
            <a:round/>
            <a:headEnd type="none" w="med" len="med"/>
            <a:tailEnd type="triangle"/>
          </a:ln>
          <a:effectLst/>
        </p:spPr>
      </p:cxnSp>
      <p:cxnSp>
        <p:nvCxnSpPr>
          <p:cNvPr id="12" name="直線矢印コネクタ 11">
            <a:extLst>
              <a:ext uri="{FF2B5EF4-FFF2-40B4-BE49-F238E27FC236}">
                <a16:creationId xmlns:a16="http://schemas.microsoft.com/office/drawing/2014/main" id="{8AAA4CD8-728F-B3EC-4E91-12203771F10D}"/>
              </a:ext>
            </a:extLst>
          </p:cNvPr>
          <p:cNvCxnSpPr>
            <a:cxnSpLocks/>
          </p:cNvCxnSpPr>
          <p:nvPr/>
        </p:nvCxnSpPr>
        <p:spPr bwMode="auto">
          <a:xfrm>
            <a:off x="4331317" y="4234713"/>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15" name="テキスト ボックス 14">
            <a:extLst>
              <a:ext uri="{FF2B5EF4-FFF2-40B4-BE49-F238E27FC236}">
                <a16:creationId xmlns:a16="http://schemas.microsoft.com/office/drawing/2014/main" id="{668EE30B-BCCC-0994-BD6F-1D18A3D72CED}"/>
              </a:ext>
            </a:extLst>
          </p:cNvPr>
          <p:cNvSpPr txBox="1"/>
          <p:nvPr/>
        </p:nvSpPr>
        <p:spPr>
          <a:xfrm>
            <a:off x="168247" y="4556408"/>
            <a:ext cx="1129772" cy="215047"/>
          </a:xfrm>
          <a:prstGeom prst="rect">
            <a:avLst/>
          </a:prstGeom>
          <a:noFill/>
        </p:spPr>
        <p:txBody>
          <a:bodyPr wrap="square" rtlCol="0">
            <a:spAutoFit/>
          </a:bodyPr>
          <a:lstStyle/>
          <a:p>
            <a:r>
              <a:rPr lang="en-US" altLang="ja-JP" sz="900">
                <a:solidFill>
                  <a:schemeClr val="tx1"/>
                </a:solidFill>
                <a:latin typeface="Meiryo UI" panose="020B0604030504040204" pitchFamily="50" charset="-128"/>
                <a:ea typeface="Meiryo UI" panose="020B0604030504040204" pitchFamily="50" charset="-128"/>
              </a:rPr>
              <a:t>DB</a:t>
            </a:r>
            <a:r>
              <a:rPr lang="ja-JP" altLang="en-US" sz="900">
                <a:solidFill>
                  <a:schemeClr val="tx1"/>
                </a:solidFill>
                <a:latin typeface="Meiryo UI" panose="020B0604030504040204" pitchFamily="50" charset="-128"/>
                <a:ea typeface="Meiryo UI" panose="020B0604030504040204" pitchFamily="50" charset="-128"/>
              </a:rPr>
              <a:t>メンテシステム</a:t>
            </a:r>
            <a:endParaRPr lang="en-US" altLang="ja-JP" sz="900">
              <a:solidFill>
                <a:schemeClr val="tx1"/>
              </a:solidFill>
              <a:latin typeface="Meiryo UI" panose="020B0604030504040204" pitchFamily="50" charset="-128"/>
              <a:ea typeface="Meiryo UI" panose="020B0604030504040204" pitchFamily="50" charset="-128"/>
            </a:endParaRPr>
          </a:p>
        </p:txBody>
      </p:sp>
      <p:cxnSp>
        <p:nvCxnSpPr>
          <p:cNvPr id="16" name="直線矢印コネクタ 15">
            <a:extLst>
              <a:ext uri="{FF2B5EF4-FFF2-40B4-BE49-F238E27FC236}">
                <a16:creationId xmlns:a16="http://schemas.microsoft.com/office/drawing/2014/main" id="{D42B3481-FC42-0212-32FC-BCF4D003C92B}"/>
              </a:ext>
            </a:extLst>
          </p:cNvPr>
          <p:cNvCxnSpPr>
            <a:cxnSpLocks/>
          </p:cNvCxnSpPr>
          <p:nvPr/>
        </p:nvCxnSpPr>
        <p:spPr bwMode="auto">
          <a:xfrm>
            <a:off x="1137588" y="4216157"/>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a:extLst>
              <a:ext uri="{FF2B5EF4-FFF2-40B4-BE49-F238E27FC236}">
                <a16:creationId xmlns:a16="http://schemas.microsoft.com/office/drawing/2014/main" id="{228B96BD-10A9-F558-5BEC-8937B923F5FD}"/>
              </a:ext>
            </a:extLst>
          </p:cNvPr>
          <p:cNvSpPr/>
          <p:nvPr/>
        </p:nvSpPr>
        <p:spPr bwMode="auto">
          <a:xfrm>
            <a:off x="96856" y="3089625"/>
            <a:ext cx="2689211" cy="2574765"/>
          </a:xfrm>
          <a:prstGeom prst="rect">
            <a:avLst/>
          </a:prstGeom>
          <a:noFill/>
          <a:ln w="25400">
            <a:solidFill>
              <a:schemeClr val="accent3"/>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28" name="テキスト ボックス 27">
            <a:extLst>
              <a:ext uri="{FF2B5EF4-FFF2-40B4-BE49-F238E27FC236}">
                <a16:creationId xmlns:a16="http://schemas.microsoft.com/office/drawing/2014/main" id="{14EAB68E-347F-8DE2-1186-694284F1A20D}"/>
              </a:ext>
            </a:extLst>
          </p:cNvPr>
          <p:cNvSpPr txBox="1"/>
          <p:nvPr/>
        </p:nvSpPr>
        <p:spPr>
          <a:xfrm>
            <a:off x="311211" y="2089073"/>
            <a:ext cx="4438590" cy="313932"/>
          </a:xfrm>
          <a:prstGeom prst="rect">
            <a:avLst/>
          </a:prstGeom>
          <a:noFill/>
        </p:spPr>
        <p:txBody>
          <a:bodyPr wrap="square" rtlCol="0">
            <a:spAutoFit/>
          </a:bodyPr>
          <a:lstStyle/>
          <a:p>
            <a:r>
              <a:rPr lang="ja-JP" altLang="en-US" sz="1600" b="1">
                <a:solidFill>
                  <a:schemeClr val="tx1"/>
                </a:solidFill>
                <a:latin typeface="Meiryo UI" panose="020B0604030504040204" pitchFamily="50" charset="-128"/>
                <a:ea typeface="Meiryo UI" panose="020B0604030504040204" pitchFamily="50" charset="-128"/>
              </a:rPr>
              <a:t>・「データ共通化基盤」</a:t>
            </a:r>
            <a:r>
              <a:rPr lang="en-US" altLang="ja-JP" sz="1600" b="1">
                <a:solidFill>
                  <a:schemeClr val="tx1"/>
                </a:solidFill>
                <a:latin typeface="Meiryo UI" panose="020B0604030504040204" pitchFamily="50" charset="-128"/>
                <a:ea typeface="Meiryo UI" panose="020B0604030504040204" pitchFamily="50" charset="-128"/>
              </a:rPr>
              <a:t>/</a:t>
            </a:r>
            <a:r>
              <a:rPr lang="ja-JP" altLang="en-US" sz="1600" b="1">
                <a:solidFill>
                  <a:schemeClr val="tx1"/>
                </a:solidFill>
                <a:latin typeface="Meiryo UI" panose="020B0604030504040204" pitchFamily="50" charset="-128"/>
                <a:ea typeface="Meiryo UI" panose="020B0604030504040204" pitchFamily="50" charset="-128"/>
              </a:rPr>
              <a:t>「サービス提供基盤」有り</a:t>
            </a:r>
            <a:endParaRPr lang="en-US" altLang="ja-JP" sz="1600" b="1">
              <a:solidFill>
                <a:schemeClr val="tx1"/>
              </a:solidFill>
              <a:latin typeface="Meiryo UI" panose="020B0604030504040204" pitchFamily="50" charset="-128"/>
              <a:ea typeface="Meiryo UI" panose="020B0604030504040204" pitchFamily="50" charset="-128"/>
            </a:endParaRPr>
          </a:p>
        </p:txBody>
      </p:sp>
      <p:pic>
        <p:nvPicPr>
          <p:cNvPr id="30" name="図 29">
            <a:extLst>
              <a:ext uri="{FF2B5EF4-FFF2-40B4-BE49-F238E27FC236}">
                <a16:creationId xmlns:a16="http://schemas.microsoft.com/office/drawing/2014/main" id="{0DEF39F9-D939-011A-B597-5CD94AC2CB97}"/>
              </a:ext>
            </a:extLst>
          </p:cNvPr>
          <p:cNvPicPr>
            <a:picLocks noChangeAspect="1"/>
          </p:cNvPicPr>
          <p:nvPr/>
        </p:nvPicPr>
        <p:blipFill>
          <a:blip r:embed="rId3"/>
          <a:stretch>
            <a:fillRect/>
          </a:stretch>
        </p:blipFill>
        <p:spPr>
          <a:xfrm>
            <a:off x="6200718" y="3693099"/>
            <a:ext cx="1129772" cy="780872"/>
          </a:xfrm>
          <a:prstGeom prst="rect">
            <a:avLst/>
          </a:prstGeom>
        </p:spPr>
      </p:pic>
      <p:sp>
        <p:nvSpPr>
          <p:cNvPr id="31" name="フローチャート: 磁気ディスク 30">
            <a:extLst>
              <a:ext uri="{FF2B5EF4-FFF2-40B4-BE49-F238E27FC236}">
                <a16:creationId xmlns:a16="http://schemas.microsoft.com/office/drawing/2014/main" id="{3B107198-8EDA-2139-47BD-CF45039FC30E}"/>
              </a:ext>
            </a:extLst>
          </p:cNvPr>
          <p:cNvSpPr/>
          <p:nvPr/>
        </p:nvSpPr>
        <p:spPr bwMode="auto">
          <a:xfrm>
            <a:off x="7659579" y="3720492"/>
            <a:ext cx="1121790" cy="914400"/>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r>
              <a:rPr kumimoji="1" lang="ja-JP" altLang="en-US" sz="900">
                <a:solidFill>
                  <a:schemeClr val="tx1"/>
                </a:solidFill>
                <a:latin typeface="Meiryo UI" panose="020B0604030504040204" pitchFamily="50" charset="-128"/>
                <a:ea typeface="Meiryo UI" panose="020B0604030504040204" pitchFamily="50" charset="-128"/>
              </a:rPr>
              <a:t>入力システム</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として必要な</a:t>
            </a:r>
            <a:r>
              <a:rPr lang="en-US" altLang="ja-JP" sz="900">
                <a:solidFill>
                  <a:schemeClr val="tx1"/>
                </a:solidFill>
                <a:latin typeface="Meiryo UI" panose="020B0604030504040204" pitchFamily="50" charset="-128"/>
                <a:ea typeface="Meiryo UI" panose="020B0604030504040204" pitchFamily="50" charset="-128"/>
              </a:rPr>
              <a:t>DB</a:t>
            </a:r>
            <a:endParaRPr kumimoji="1" lang="ja-JP" altLang="en-US" sz="900">
              <a:solidFill>
                <a:schemeClr val="tx1"/>
              </a:solidFill>
              <a:latin typeface="Meiryo UI" panose="020B0604030504040204" pitchFamily="50" charset="-128"/>
              <a:ea typeface="Meiryo UI" panose="020B0604030504040204" pitchFamily="50" charset="-128"/>
            </a:endParaRPr>
          </a:p>
        </p:txBody>
      </p:sp>
      <p:cxnSp>
        <p:nvCxnSpPr>
          <p:cNvPr id="34" name="直線矢印コネクタ 33">
            <a:extLst>
              <a:ext uri="{FF2B5EF4-FFF2-40B4-BE49-F238E27FC236}">
                <a16:creationId xmlns:a16="http://schemas.microsoft.com/office/drawing/2014/main" id="{FE535BB0-E218-9D45-25BC-E9B7A6A9946C}"/>
              </a:ext>
            </a:extLst>
          </p:cNvPr>
          <p:cNvCxnSpPr>
            <a:cxnSpLocks/>
          </p:cNvCxnSpPr>
          <p:nvPr/>
        </p:nvCxnSpPr>
        <p:spPr bwMode="auto">
          <a:xfrm>
            <a:off x="8803802" y="4199532"/>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36" name="テキスト ボックス 35">
            <a:extLst>
              <a:ext uri="{FF2B5EF4-FFF2-40B4-BE49-F238E27FC236}">
                <a16:creationId xmlns:a16="http://schemas.microsoft.com/office/drawing/2014/main" id="{91077B03-E3C4-5BF1-4C12-289C7F4642B5}"/>
              </a:ext>
            </a:extLst>
          </p:cNvPr>
          <p:cNvSpPr txBox="1"/>
          <p:nvPr/>
        </p:nvSpPr>
        <p:spPr>
          <a:xfrm>
            <a:off x="6279213" y="4539783"/>
            <a:ext cx="1129772" cy="215047"/>
          </a:xfrm>
          <a:prstGeom prst="rect">
            <a:avLst/>
          </a:prstGeom>
          <a:noFill/>
        </p:spPr>
        <p:txBody>
          <a:bodyPr wrap="square" rtlCol="0">
            <a:spAutoFit/>
          </a:bodyPr>
          <a:lstStyle/>
          <a:p>
            <a:r>
              <a:rPr lang="en-US" altLang="ja-JP" sz="900">
                <a:solidFill>
                  <a:schemeClr val="tx1"/>
                </a:solidFill>
                <a:latin typeface="Meiryo UI" panose="020B0604030504040204" pitchFamily="50" charset="-128"/>
                <a:ea typeface="Meiryo UI" panose="020B0604030504040204" pitchFamily="50" charset="-128"/>
              </a:rPr>
              <a:t>DB</a:t>
            </a:r>
            <a:r>
              <a:rPr lang="ja-JP" altLang="en-US" sz="900">
                <a:solidFill>
                  <a:schemeClr val="tx1"/>
                </a:solidFill>
                <a:latin typeface="Meiryo UI" panose="020B0604030504040204" pitchFamily="50" charset="-128"/>
                <a:ea typeface="Meiryo UI" panose="020B0604030504040204" pitchFamily="50" charset="-128"/>
              </a:rPr>
              <a:t>メンテシステム</a:t>
            </a:r>
            <a:endParaRPr lang="en-US" altLang="ja-JP" sz="900">
              <a:solidFill>
                <a:schemeClr val="tx1"/>
              </a:solidFill>
              <a:latin typeface="Meiryo UI" panose="020B0604030504040204" pitchFamily="50" charset="-128"/>
              <a:ea typeface="Meiryo UI" panose="020B0604030504040204" pitchFamily="50" charset="-128"/>
            </a:endParaRPr>
          </a:p>
        </p:txBody>
      </p:sp>
      <p:cxnSp>
        <p:nvCxnSpPr>
          <p:cNvPr id="37" name="直線矢印コネクタ 36">
            <a:extLst>
              <a:ext uri="{FF2B5EF4-FFF2-40B4-BE49-F238E27FC236}">
                <a16:creationId xmlns:a16="http://schemas.microsoft.com/office/drawing/2014/main" id="{2023D52D-7295-7A2B-DFBB-00FF45878776}"/>
              </a:ext>
            </a:extLst>
          </p:cNvPr>
          <p:cNvCxnSpPr>
            <a:cxnSpLocks/>
          </p:cNvCxnSpPr>
          <p:nvPr/>
        </p:nvCxnSpPr>
        <p:spPr bwMode="auto">
          <a:xfrm>
            <a:off x="7248554" y="4199532"/>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38" name="正方形/長方形 37">
            <a:extLst>
              <a:ext uri="{FF2B5EF4-FFF2-40B4-BE49-F238E27FC236}">
                <a16:creationId xmlns:a16="http://schemas.microsoft.com/office/drawing/2014/main" id="{72449845-2944-79EB-F2F7-7DB67A0F3AFA}"/>
              </a:ext>
            </a:extLst>
          </p:cNvPr>
          <p:cNvSpPr/>
          <p:nvPr/>
        </p:nvSpPr>
        <p:spPr bwMode="auto">
          <a:xfrm>
            <a:off x="6225369" y="3181836"/>
            <a:ext cx="5386676" cy="1803398"/>
          </a:xfrm>
          <a:prstGeom prst="rect">
            <a:avLst/>
          </a:prstGeom>
          <a:noFill/>
          <a:ln w="25400">
            <a:solidFill>
              <a:schemeClr val="accent3"/>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39" name="吹き出し: 線 38">
            <a:extLst>
              <a:ext uri="{FF2B5EF4-FFF2-40B4-BE49-F238E27FC236}">
                <a16:creationId xmlns:a16="http://schemas.microsoft.com/office/drawing/2014/main" id="{C5940535-4006-4666-AE47-B3D6F015D8B4}"/>
              </a:ext>
            </a:extLst>
          </p:cNvPr>
          <p:cNvSpPr/>
          <p:nvPr/>
        </p:nvSpPr>
        <p:spPr bwMode="auto">
          <a:xfrm>
            <a:off x="9036272" y="5064221"/>
            <a:ext cx="1727200" cy="728702"/>
          </a:xfrm>
          <a:prstGeom prst="borderCallout1">
            <a:avLst/>
          </a:prstGeom>
          <a:solidFill>
            <a:schemeClr val="bg1"/>
          </a:solidFill>
          <a:ln w="9525">
            <a:no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47" name="フローチャート: 磁気ディスク 46">
            <a:extLst>
              <a:ext uri="{FF2B5EF4-FFF2-40B4-BE49-F238E27FC236}">
                <a16:creationId xmlns:a16="http://schemas.microsoft.com/office/drawing/2014/main" id="{26441E32-FF09-6F22-B6AB-EE1CA1AF2D80}"/>
              </a:ext>
            </a:extLst>
          </p:cNvPr>
          <p:cNvSpPr/>
          <p:nvPr/>
        </p:nvSpPr>
        <p:spPr bwMode="auto">
          <a:xfrm>
            <a:off x="9228554" y="3732906"/>
            <a:ext cx="1121790" cy="914400"/>
          </a:xfrm>
          <a:prstGeom prst="flowChartMagneticDisk">
            <a:avLst/>
          </a:prstGeom>
          <a:solidFill>
            <a:schemeClr val="bg1"/>
          </a:solidFill>
          <a:ln w="9525">
            <a:solidFill>
              <a:schemeClr val="tx1"/>
            </a:solidFill>
            <a:miter lim="800000"/>
            <a:headEnd/>
            <a:tailEnd/>
          </a:ln>
          <a:effectLst/>
        </p:spPr>
        <p:txBody>
          <a:bodyPr wrap="none" rtlCol="0" anchor="ctr" anchorCtr="0">
            <a:noAutofit/>
          </a:bodyPr>
          <a:lstStyle/>
          <a:p>
            <a:pPr algn="ct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en-US" altLang="ja-JP" sz="900">
                <a:solidFill>
                  <a:schemeClr val="tx1"/>
                </a:solidFill>
                <a:latin typeface="Meiryo UI" panose="020B0604030504040204" pitchFamily="50" charset="-128"/>
                <a:ea typeface="Meiryo UI" panose="020B0604030504040204" pitchFamily="50" charset="-128"/>
              </a:rPr>
              <a:t>C2</a:t>
            </a:r>
            <a:r>
              <a:rPr kumimoji="1" lang="ja-JP" altLang="en-US" sz="900">
                <a:solidFill>
                  <a:schemeClr val="tx1"/>
                </a:solidFill>
                <a:latin typeface="Meiryo UI" panose="020B0604030504040204" pitchFamily="50" charset="-128"/>
                <a:ea typeface="Meiryo UI" panose="020B0604030504040204" pitchFamily="50" charset="-128"/>
              </a:rPr>
              <a:t>商品</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lang="ja-JP" altLang="en-US" sz="900">
                <a:solidFill>
                  <a:schemeClr val="tx1"/>
                </a:solidFill>
                <a:latin typeface="Meiryo UI" panose="020B0604030504040204" pitchFamily="50" charset="-128"/>
                <a:ea typeface="Meiryo UI" panose="020B0604030504040204" pitchFamily="50" charset="-128"/>
              </a:rPr>
              <a:t>作成のために必要な</a:t>
            </a:r>
            <a:r>
              <a:rPr lang="en-US" altLang="ja-JP" sz="900">
                <a:solidFill>
                  <a:schemeClr val="tx1"/>
                </a:solidFill>
                <a:latin typeface="Meiryo UI" panose="020B0604030504040204" pitchFamily="50" charset="-128"/>
                <a:ea typeface="Meiryo UI" panose="020B0604030504040204" pitchFamily="50" charset="-128"/>
              </a:rPr>
              <a:t>DB</a:t>
            </a:r>
          </a:p>
        </p:txBody>
      </p:sp>
      <p:cxnSp>
        <p:nvCxnSpPr>
          <p:cNvPr id="48" name="直線矢印コネクタ 47">
            <a:extLst>
              <a:ext uri="{FF2B5EF4-FFF2-40B4-BE49-F238E27FC236}">
                <a16:creationId xmlns:a16="http://schemas.microsoft.com/office/drawing/2014/main" id="{5A392112-FECF-2F13-2FA2-3A079F4893E4}"/>
              </a:ext>
            </a:extLst>
          </p:cNvPr>
          <p:cNvCxnSpPr>
            <a:cxnSpLocks/>
          </p:cNvCxnSpPr>
          <p:nvPr/>
        </p:nvCxnSpPr>
        <p:spPr bwMode="auto">
          <a:xfrm>
            <a:off x="10451944" y="4199532"/>
            <a:ext cx="249685" cy="0"/>
          </a:xfrm>
          <a:prstGeom prst="straightConnector1">
            <a:avLst/>
          </a:prstGeom>
          <a:noFill/>
          <a:ln w="9525" cap="flat" cmpd="sng" algn="ctr">
            <a:solidFill>
              <a:schemeClr val="tx1"/>
            </a:solidFill>
            <a:prstDash val="solid"/>
            <a:round/>
            <a:headEnd type="none" w="med" len="med"/>
            <a:tailEnd type="triangle"/>
          </a:ln>
          <a:effectLst/>
        </p:spPr>
      </p:cxnSp>
      <p:sp>
        <p:nvSpPr>
          <p:cNvPr id="50" name="フローチャート: 複数書類 49">
            <a:extLst>
              <a:ext uri="{FF2B5EF4-FFF2-40B4-BE49-F238E27FC236}">
                <a16:creationId xmlns:a16="http://schemas.microsoft.com/office/drawing/2014/main" id="{A4D301BC-27B9-8575-ECAA-FEA1145345A8}"/>
              </a:ext>
            </a:extLst>
          </p:cNvPr>
          <p:cNvSpPr/>
          <p:nvPr/>
        </p:nvSpPr>
        <p:spPr bwMode="auto">
          <a:xfrm>
            <a:off x="10807973" y="3849799"/>
            <a:ext cx="697727" cy="680613"/>
          </a:xfrm>
          <a:prstGeom prst="flowChartMultidocument">
            <a:avLst/>
          </a:prstGeom>
          <a:solidFill>
            <a:schemeClr val="bg1"/>
          </a:solidFill>
          <a:ln w="9525">
            <a:solidFill>
              <a:schemeClr val="tx1"/>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51" name="テキスト ボックス 50">
            <a:extLst>
              <a:ext uri="{FF2B5EF4-FFF2-40B4-BE49-F238E27FC236}">
                <a16:creationId xmlns:a16="http://schemas.microsoft.com/office/drawing/2014/main" id="{B452F36B-BAD0-3697-66BF-F57B300A73A4}"/>
              </a:ext>
            </a:extLst>
          </p:cNvPr>
          <p:cNvSpPr txBox="1"/>
          <p:nvPr/>
        </p:nvSpPr>
        <p:spPr>
          <a:xfrm>
            <a:off x="10893981" y="4092008"/>
            <a:ext cx="1129772" cy="215047"/>
          </a:xfrm>
          <a:prstGeom prst="rect">
            <a:avLst/>
          </a:prstGeom>
          <a:noFill/>
        </p:spPr>
        <p:txBody>
          <a:bodyPr wrap="square" rtlCol="0">
            <a:spAutoFit/>
          </a:bodyPr>
          <a:lstStyle/>
          <a:p>
            <a:r>
              <a:rPr lang="ja-JP" altLang="en-US" sz="900">
                <a:solidFill>
                  <a:schemeClr val="tx1"/>
                </a:solidFill>
                <a:latin typeface="Meiryo UI" panose="020B0604030504040204" pitchFamily="50" charset="-128"/>
                <a:ea typeface="Meiryo UI" panose="020B0604030504040204" pitchFamily="50" charset="-128"/>
              </a:rPr>
              <a:t>商品</a:t>
            </a:r>
            <a:r>
              <a:rPr lang="en-US" altLang="ja-JP" sz="900">
                <a:solidFill>
                  <a:schemeClr val="tx1"/>
                </a:solidFill>
                <a:latin typeface="Meiryo UI" panose="020B0604030504040204" pitchFamily="50" charset="-128"/>
                <a:ea typeface="Meiryo UI" panose="020B0604030504040204" pitchFamily="50" charset="-128"/>
              </a:rPr>
              <a:t>IF</a:t>
            </a:r>
          </a:p>
        </p:txBody>
      </p:sp>
      <p:sp>
        <p:nvSpPr>
          <p:cNvPr id="52" name="吹き出し: 線 51">
            <a:extLst>
              <a:ext uri="{FF2B5EF4-FFF2-40B4-BE49-F238E27FC236}">
                <a16:creationId xmlns:a16="http://schemas.microsoft.com/office/drawing/2014/main" id="{6FAC3DEA-081F-C109-9789-A237BABCFB6C}"/>
              </a:ext>
            </a:extLst>
          </p:cNvPr>
          <p:cNvSpPr/>
          <p:nvPr/>
        </p:nvSpPr>
        <p:spPr bwMode="auto">
          <a:xfrm>
            <a:off x="8249664" y="5064221"/>
            <a:ext cx="1866207" cy="1027229"/>
          </a:xfrm>
          <a:prstGeom prst="borderCallout1">
            <a:avLst>
              <a:gd name="adj1" fmla="val -10978"/>
              <a:gd name="adj2" fmla="val 16133"/>
              <a:gd name="adj3" fmla="val -61582"/>
              <a:gd name="adj4" fmla="val 34188"/>
            </a:avLst>
          </a:prstGeom>
          <a:solidFill>
            <a:schemeClr val="bg1"/>
          </a:solidFill>
          <a:ln w="9525">
            <a:solidFill>
              <a:schemeClr val="tx1"/>
            </a:solidFill>
            <a:miter lim="800000"/>
            <a:headEnd/>
            <a:tailEnd/>
          </a:ln>
          <a:effectLst/>
        </p:spPr>
        <p:txBody>
          <a:bodyPr wrap="none" rtlCol="0" anchor="ctr" anchorCtr="0">
            <a:noAutofit/>
          </a:bodyPr>
          <a:lstStyle/>
          <a:p>
            <a:r>
              <a:rPr lang="ja-JP" altLang="en-US" sz="1000">
                <a:solidFill>
                  <a:srgbClr val="FF0000"/>
                </a:solidFill>
                <a:latin typeface="Meiryo UI" panose="020B0604030504040204" pitchFamily="50" charset="-128"/>
                <a:ea typeface="Meiryo UI" panose="020B0604030504040204" pitchFamily="50" charset="-128"/>
              </a:rPr>
              <a:t>★検討ポイント</a:t>
            </a:r>
            <a:endParaRPr lang="en-US" altLang="ja-JP" sz="1000">
              <a:solidFill>
                <a:srgbClr val="FF0000"/>
              </a:solidFill>
              <a:latin typeface="Meiryo UI" panose="020B0604030504040204" pitchFamily="50" charset="-128"/>
              <a:ea typeface="Meiryo UI" panose="020B0604030504040204" pitchFamily="50" charset="-128"/>
            </a:endParaRPr>
          </a:p>
          <a:p>
            <a:r>
              <a:rPr lang="en-US" altLang="ja-JP" sz="1000">
                <a:solidFill>
                  <a:srgbClr val="FF0000"/>
                </a:solidFill>
                <a:latin typeface="Meiryo UI" panose="020B0604030504040204" pitchFamily="50" charset="-128"/>
                <a:ea typeface="Meiryo UI" panose="020B0604030504040204" pitchFamily="50" charset="-128"/>
              </a:rPr>
              <a:t>C</a:t>
            </a:r>
            <a:r>
              <a:rPr lang="ja-JP" altLang="en-US" sz="1000">
                <a:solidFill>
                  <a:srgbClr val="FF0000"/>
                </a:solidFill>
                <a:latin typeface="Meiryo UI" panose="020B0604030504040204" pitchFamily="50" charset="-128"/>
                <a:ea typeface="Meiryo UI" panose="020B0604030504040204" pitchFamily="50" charset="-128"/>
              </a:rPr>
              <a:t>２商品作成に必要</a:t>
            </a:r>
            <a:endParaRPr lang="en-US" altLang="ja-JP" sz="1000">
              <a:solidFill>
                <a:srgbClr val="FF0000"/>
              </a:solidFill>
              <a:latin typeface="Meiryo UI" panose="020B0604030504040204" pitchFamily="50" charset="-128"/>
              <a:ea typeface="Meiryo UI" panose="020B0604030504040204" pitchFamily="50" charset="-128"/>
            </a:endParaRPr>
          </a:p>
          <a:p>
            <a:r>
              <a:rPr lang="ja-JP" altLang="en-US" sz="1000">
                <a:solidFill>
                  <a:srgbClr val="FF0000"/>
                </a:solidFill>
                <a:latin typeface="Meiryo UI" panose="020B0604030504040204" pitchFamily="50" charset="-128"/>
                <a:ea typeface="Meiryo UI" panose="020B0604030504040204" pitchFamily="50" charset="-128"/>
              </a:rPr>
              <a:t>な</a:t>
            </a:r>
            <a:r>
              <a:rPr lang="en-US" altLang="ja-JP" sz="1000">
                <a:solidFill>
                  <a:srgbClr val="FF0000"/>
                </a:solidFill>
                <a:latin typeface="Meiryo UI" panose="020B0604030504040204" pitchFamily="50" charset="-128"/>
                <a:ea typeface="Meiryo UI" panose="020B0604030504040204" pitchFamily="50" charset="-128"/>
              </a:rPr>
              <a:t>DB</a:t>
            </a:r>
            <a:r>
              <a:rPr lang="ja-JP" altLang="en-US" sz="1000">
                <a:solidFill>
                  <a:srgbClr val="FF0000"/>
                </a:solidFill>
                <a:latin typeface="Meiryo UI" panose="020B0604030504040204" pitchFamily="50" charset="-128"/>
                <a:ea typeface="Meiryo UI" panose="020B0604030504040204" pitchFamily="50" charset="-128"/>
              </a:rPr>
              <a:t>の保持、機能の検討</a:t>
            </a:r>
            <a:endParaRPr lang="en-US" altLang="ja-JP" sz="1000">
              <a:solidFill>
                <a:srgbClr val="FF0000"/>
              </a:solidFill>
              <a:latin typeface="Meiryo UI" panose="020B0604030504040204" pitchFamily="50" charset="-128"/>
              <a:ea typeface="Meiryo UI" panose="020B0604030504040204" pitchFamily="50" charset="-128"/>
            </a:endParaRPr>
          </a:p>
          <a:p>
            <a:r>
              <a:rPr lang="en-US" altLang="ja-JP" sz="1000">
                <a:solidFill>
                  <a:srgbClr val="FF0000"/>
                </a:solidFill>
                <a:latin typeface="Meiryo UI" panose="020B0604030504040204" pitchFamily="50" charset="-128"/>
                <a:ea typeface="Meiryo UI" panose="020B0604030504040204" pitchFamily="50" charset="-128"/>
              </a:rPr>
              <a:t>(</a:t>
            </a:r>
            <a:r>
              <a:rPr lang="ja-JP" altLang="en-US" sz="1000">
                <a:solidFill>
                  <a:srgbClr val="FF0000"/>
                </a:solidFill>
                <a:latin typeface="Meiryo UI" panose="020B0604030504040204" pitchFamily="50" charset="-128"/>
                <a:ea typeface="Meiryo UI" panose="020B0604030504040204" pitchFamily="50" charset="-128"/>
              </a:rPr>
              <a:t>既存機能移設含む</a:t>
            </a:r>
            <a:r>
              <a:rPr lang="en-US" altLang="ja-JP" sz="1000">
                <a:solidFill>
                  <a:srgbClr val="FF0000"/>
                </a:solidFill>
                <a:latin typeface="Meiryo UI" panose="020B0604030504040204" pitchFamily="50" charset="-128"/>
                <a:ea typeface="Meiryo UI" panose="020B0604030504040204" pitchFamily="50" charset="-128"/>
              </a:rPr>
              <a:t>)</a:t>
            </a:r>
          </a:p>
        </p:txBody>
      </p:sp>
      <p:sp>
        <p:nvSpPr>
          <p:cNvPr id="53" name="吹き出し: 線 52">
            <a:extLst>
              <a:ext uri="{FF2B5EF4-FFF2-40B4-BE49-F238E27FC236}">
                <a16:creationId xmlns:a16="http://schemas.microsoft.com/office/drawing/2014/main" id="{2ABA9925-C68E-BE7D-5F2C-56D6A8947A9B}"/>
              </a:ext>
            </a:extLst>
          </p:cNvPr>
          <p:cNvSpPr/>
          <p:nvPr/>
        </p:nvSpPr>
        <p:spPr bwMode="auto">
          <a:xfrm>
            <a:off x="10269659" y="5103067"/>
            <a:ext cx="1280421" cy="797447"/>
          </a:xfrm>
          <a:prstGeom prst="borderCallout1">
            <a:avLst>
              <a:gd name="adj1" fmla="val -14164"/>
              <a:gd name="adj2" fmla="val 9521"/>
              <a:gd name="adj3" fmla="val -94536"/>
              <a:gd name="adj4" fmla="val 21841"/>
            </a:avLst>
          </a:prstGeom>
          <a:solidFill>
            <a:schemeClr val="bg1"/>
          </a:solidFill>
          <a:ln w="9525">
            <a:solidFill>
              <a:schemeClr val="tx1"/>
            </a:solidFill>
            <a:miter lim="800000"/>
            <a:headEnd/>
            <a:tailEnd/>
          </a:ln>
          <a:effectLst/>
        </p:spPr>
        <p:txBody>
          <a:bodyPr wrap="none" rtlCol="0" anchor="ctr" anchorCtr="0">
            <a:noAutofit/>
          </a:bodyPr>
          <a:lstStyle/>
          <a:p>
            <a:r>
              <a:rPr lang="ja-JP" altLang="en-US" sz="1000">
                <a:solidFill>
                  <a:srgbClr val="FF0000"/>
                </a:solidFill>
                <a:latin typeface="Meiryo UI" panose="020B0604030504040204" pitchFamily="50" charset="-128"/>
                <a:ea typeface="Meiryo UI" panose="020B0604030504040204" pitchFamily="50" charset="-128"/>
              </a:rPr>
              <a:t>★検討ポイント</a:t>
            </a:r>
            <a:endParaRPr lang="en-US" altLang="ja-JP" sz="1000">
              <a:solidFill>
                <a:srgbClr val="FF0000"/>
              </a:solidFill>
              <a:latin typeface="Meiryo UI" panose="020B0604030504040204" pitchFamily="50" charset="-128"/>
              <a:ea typeface="Meiryo UI" panose="020B0604030504040204" pitchFamily="50" charset="-128"/>
            </a:endParaRPr>
          </a:p>
          <a:p>
            <a:r>
              <a:rPr lang="ja-JP" altLang="en-US" sz="1000">
                <a:solidFill>
                  <a:srgbClr val="FF0000"/>
                </a:solidFill>
                <a:latin typeface="Meiryo UI" panose="020B0604030504040204" pitchFamily="50" charset="-128"/>
                <a:ea typeface="Meiryo UI" panose="020B0604030504040204" pitchFamily="50" charset="-128"/>
              </a:rPr>
              <a:t>他シス</a:t>
            </a:r>
            <a:r>
              <a:rPr lang="en-US" altLang="ja-JP" sz="1000">
                <a:solidFill>
                  <a:srgbClr val="FF0000"/>
                </a:solidFill>
                <a:latin typeface="Meiryo UI" panose="020B0604030504040204" pitchFamily="50" charset="-128"/>
                <a:ea typeface="Meiryo UI" panose="020B0604030504040204" pitchFamily="50" charset="-128"/>
              </a:rPr>
              <a:t>IF</a:t>
            </a:r>
            <a:r>
              <a:rPr lang="ja-JP" altLang="en-US" sz="1000">
                <a:solidFill>
                  <a:srgbClr val="FF0000"/>
                </a:solidFill>
                <a:latin typeface="Meiryo UI" panose="020B0604030504040204" pitchFamily="50" charset="-128"/>
                <a:ea typeface="Meiryo UI" panose="020B0604030504040204" pitchFamily="50" charset="-128"/>
              </a:rPr>
              <a:t>維持のための</a:t>
            </a:r>
            <a:endParaRPr lang="en-US" altLang="ja-JP" sz="1000">
              <a:solidFill>
                <a:srgbClr val="FF0000"/>
              </a:solidFill>
              <a:latin typeface="Meiryo UI" panose="020B0604030504040204" pitchFamily="50" charset="-128"/>
              <a:ea typeface="Meiryo UI" panose="020B0604030504040204" pitchFamily="50" charset="-128"/>
            </a:endParaRPr>
          </a:p>
          <a:p>
            <a:r>
              <a:rPr lang="ja-JP" altLang="en-US" sz="1000">
                <a:solidFill>
                  <a:srgbClr val="FF0000"/>
                </a:solidFill>
                <a:latin typeface="Meiryo UI" panose="020B0604030504040204" pitchFamily="50" charset="-128"/>
                <a:ea typeface="Meiryo UI" panose="020B0604030504040204" pitchFamily="50" charset="-128"/>
              </a:rPr>
              <a:t>機能の移設</a:t>
            </a:r>
            <a:endParaRPr lang="en-US" altLang="ja-JP" sz="1000">
              <a:solidFill>
                <a:srgbClr val="FF0000"/>
              </a:solidFill>
              <a:latin typeface="Meiryo UI" panose="020B0604030504040204" pitchFamily="50" charset="-128"/>
              <a:ea typeface="Meiryo UI" panose="020B0604030504040204" pitchFamily="50" charset="-128"/>
            </a:endParaRPr>
          </a:p>
          <a:p>
            <a:endParaRPr lang="en-US" altLang="ja-JP" sz="1000">
              <a:solidFill>
                <a:srgbClr val="FF0000"/>
              </a:solidFill>
              <a:latin typeface="Meiryo UI" panose="020B0604030504040204" pitchFamily="50" charset="-128"/>
              <a:ea typeface="Meiryo UI" panose="020B0604030504040204" pitchFamily="50" charset="-128"/>
            </a:endParaRPr>
          </a:p>
        </p:txBody>
      </p:sp>
      <p:sp>
        <p:nvSpPr>
          <p:cNvPr id="54" name="テキスト ボックス 53">
            <a:extLst>
              <a:ext uri="{FF2B5EF4-FFF2-40B4-BE49-F238E27FC236}">
                <a16:creationId xmlns:a16="http://schemas.microsoft.com/office/drawing/2014/main" id="{BB5AF49A-2461-C04D-01B8-484E9F82052F}"/>
              </a:ext>
            </a:extLst>
          </p:cNvPr>
          <p:cNvSpPr txBox="1"/>
          <p:nvPr/>
        </p:nvSpPr>
        <p:spPr>
          <a:xfrm>
            <a:off x="246653" y="2856019"/>
            <a:ext cx="1615399" cy="216982"/>
          </a:xfrm>
          <a:prstGeom prst="rect">
            <a:avLst/>
          </a:prstGeom>
          <a:noFill/>
        </p:spPr>
        <p:txBody>
          <a:bodyPr wrap="square" rtlCol="0">
            <a:spAutoFit/>
          </a:bodyPr>
          <a:lstStyle/>
          <a:p>
            <a:r>
              <a:rPr lang="en-US" altLang="ja-JP" sz="900">
                <a:solidFill>
                  <a:schemeClr val="accent3"/>
                </a:solidFill>
                <a:latin typeface="Meiryo UI" panose="020B0604030504040204" pitchFamily="50" charset="-128"/>
                <a:ea typeface="Meiryo UI" panose="020B0604030504040204" pitchFamily="50" charset="-128"/>
              </a:rPr>
              <a:t>C2</a:t>
            </a:r>
            <a:r>
              <a:rPr lang="ja-JP" altLang="en-US" sz="900">
                <a:solidFill>
                  <a:schemeClr val="accent3"/>
                </a:solidFill>
                <a:latin typeface="Meiryo UI" panose="020B0604030504040204" pitchFamily="50" charset="-128"/>
                <a:ea typeface="Meiryo UI" panose="020B0604030504040204" pitchFamily="50" charset="-128"/>
              </a:rPr>
              <a:t>刷新検討スコープ</a:t>
            </a:r>
            <a:endParaRPr lang="en-US" altLang="ja-JP" sz="900">
              <a:solidFill>
                <a:schemeClr val="accent3"/>
              </a:solidFill>
              <a:latin typeface="Meiryo UI" panose="020B0604030504040204" pitchFamily="50" charset="-128"/>
              <a:ea typeface="Meiryo UI" panose="020B0604030504040204" pitchFamily="50" charset="-128"/>
            </a:endParaRPr>
          </a:p>
        </p:txBody>
      </p:sp>
      <p:sp>
        <p:nvSpPr>
          <p:cNvPr id="57" name="テキスト ボックス 56">
            <a:extLst>
              <a:ext uri="{FF2B5EF4-FFF2-40B4-BE49-F238E27FC236}">
                <a16:creationId xmlns:a16="http://schemas.microsoft.com/office/drawing/2014/main" id="{D3E6C442-CC13-E773-1A5E-76C8E147FC0D}"/>
              </a:ext>
            </a:extLst>
          </p:cNvPr>
          <p:cNvSpPr txBox="1"/>
          <p:nvPr/>
        </p:nvSpPr>
        <p:spPr>
          <a:xfrm>
            <a:off x="6213499" y="2938565"/>
            <a:ext cx="1615399" cy="216982"/>
          </a:xfrm>
          <a:prstGeom prst="rect">
            <a:avLst/>
          </a:prstGeom>
          <a:noFill/>
        </p:spPr>
        <p:txBody>
          <a:bodyPr wrap="square" rtlCol="0">
            <a:spAutoFit/>
          </a:bodyPr>
          <a:lstStyle/>
          <a:p>
            <a:r>
              <a:rPr lang="en-US" altLang="ja-JP" sz="900">
                <a:solidFill>
                  <a:schemeClr val="accent3"/>
                </a:solidFill>
                <a:latin typeface="Meiryo UI" panose="020B0604030504040204" pitchFamily="50" charset="-128"/>
                <a:ea typeface="Meiryo UI" panose="020B0604030504040204" pitchFamily="50" charset="-128"/>
              </a:rPr>
              <a:t>C2</a:t>
            </a:r>
            <a:r>
              <a:rPr lang="ja-JP" altLang="en-US" sz="900">
                <a:solidFill>
                  <a:schemeClr val="accent3"/>
                </a:solidFill>
                <a:latin typeface="Meiryo UI" panose="020B0604030504040204" pitchFamily="50" charset="-128"/>
                <a:ea typeface="Meiryo UI" panose="020B0604030504040204" pitchFamily="50" charset="-128"/>
              </a:rPr>
              <a:t>刷新検討スコープ</a:t>
            </a:r>
            <a:endParaRPr lang="en-US" altLang="ja-JP" sz="900">
              <a:solidFill>
                <a:schemeClr val="accent3"/>
              </a:solidFill>
              <a:latin typeface="Meiryo UI" panose="020B0604030504040204" pitchFamily="50" charset="-128"/>
              <a:ea typeface="Meiryo UI" panose="020B0604030504040204" pitchFamily="50" charset="-128"/>
            </a:endParaRPr>
          </a:p>
        </p:txBody>
      </p:sp>
      <p:sp>
        <p:nvSpPr>
          <p:cNvPr id="60" name="テキスト ボックス 59">
            <a:extLst>
              <a:ext uri="{FF2B5EF4-FFF2-40B4-BE49-F238E27FC236}">
                <a16:creationId xmlns:a16="http://schemas.microsoft.com/office/drawing/2014/main" id="{D91D8998-D52D-49E0-89EC-A3C101431551}"/>
              </a:ext>
            </a:extLst>
          </p:cNvPr>
          <p:cNvSpPr txBox="1"/>
          <p:nvPr/>
        </p:nvSpPr>
        <p:spPr>
          <a:xfrm>
            <a:off x="6027461" y="2089073"/>
            <a:ext cx="4438590" cy="313932"/>
          </a:xfrm>
          <a:prstGeom prst="rect">
            <a:avLst/>
          </a:prstGeom>
          <a:noFill/>
        </p:spPr>
        <p:txBody>
          <a:bodyPr wrap="square" rtlCol="0">
            <a:spAutoFit/>
          </a:bodyPr>
          <a:lstStyle/>
          <a:p>
            <a:r>
              <a:rPr lang="ja-JP" altLang="en-US" sz="1600" b="1">
                <a:solidFill>
                  <a:schemeClr val="tx1"/>
                </a:solidFill>
                <a:latin typeface="Meiryo UI" panose="020B0604030504040204" pitchFamily="50" charset="-128"/>
                <a:ea typeface="Meiryo UI" panose="020B0604030504040204" pitchFamily="50" charset="-128"/>
              </a:rPr>
              <a:t>・「データ共通化基盤」</a:t>
            </a:r>
            <a:r>
              <a:rPr lang="en-US" altLang="ja-JP" sz="1600" b="1">
                <a:solidFill>
                  <a:schemeClr val="tx1"/>
                </a:solidFill>
                <a:latin typeface="Meiryo UI" panose="020B0604030504040204" pitchFamily="50" charset="-128"/>
                <a:ea typeface="Meiryo UI" panose="020B0604030504040204" pitchFamily="50" charset="-128"/>
              </a:rPr>
              <a:t>/</a:t>
            </a:r>
            <a:r>
              <a:rPr lang="ja-JP" altLang="en-US" sz="1600" b="1">
                <a:solidFill>
                  <a:schemeClr val="tx1"/>
                </a:solidFill>
                <a:latin typeface="Meiryo UI" panose="020B0604030504040204" pitchFamily="50" charset="-128"/>
                <a:ea typeface="Meiryo UI" panose="020B0604030504040204" pitchFamily="50" charset="-128"/>
              </a:rPr>
              <a:t>「サービス提供基盤」無し</a:t>
            </a:r>
            <a:endParaRPr lang="en-US" altLang="ja-JP" sz="1600" b="1">
              <a:solidFill>
                <a:schemeClr val="tx1"/>
              </a:solidFill>
              <a:latin typeface="Meiryo UI" panose="020B0604030504040204" pitchFamily="50" charset="-128"/>
              <a:ea typeface="Meiryo UI" panose="020B0604030504040204" pitchFamily="50" charset="-128"/>
            </a:endParaRPr>
          </a:p>
        </p:txBody>
      </p:sp>
      <p:sp>
        <p:nvSpPr>
          <p:cNvPr id="65" name="タイトル 5">
            <a:extLst>
              <a:ext uri="{FF2B5EF4-FFF2-40B4-BE49-F238E27FC236}">
                <a16:creationId xmlns:a16="http://schemas.microsoft.com/office/drawing/2014/main" id="{3E0BA3E0-FD12-809A-96FA-DF5C6801FFD5}"/>
              </a:ext>
            </a:extLst>
          </p:cNvPr>
          <p:cNvSpPr txBox="1">
            <a:spLocks/>
          </p:cNvSpPr>
          <p:nvPr/>
        </p:nvSpPr>
        <p:spPr>
          <a:xfrm>
            <a:off x="584328" y="180045"/>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ja-JP" altLang="en-US" b="0" kern="0"/>
              <a:t>再掲</a:t>
            </a:r>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TDB</a:t>
            </a:r>
            <a:r>
              <a:rPr lang="ja-JP" altLang="en-US" b="0" kern="0"/>
              <a:t>様グランドイメージに関するご質問</a:t>
            </a:r>
          </a:p>
        </p:txBody>
      </p:sp>
    </p:spTree>
    <p:extLst>
      <p:ext uri="{BB962C8B-B14F-4D97-AF65-F5344CB8AC3E}">
        <p14:creationId xmlns:p14="http://schemas.microsoft.com/office/powerpoint/2010/main" val="1980458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9E4B3-1C6C-5B96-4453-159D5857DCE9}"/>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1E59BF35-26EA-26BA-A354-385FC68241DA}"/>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25</a:t>
            </a:fld>
            <a:endParaRPr lang="en-US" altLang="ja-JP"/>
          </a:p>
        </p:txBody>
      </p:sp>
      <p:sp>
        <p:nvSpPr>
          <p:cNvPr id="68" name="タイトル 5">
            <a:extLst>
              <a:ext uri="{FF2B5EF4-FFF2-40B4-BE49-F238E27FC236}">
                <a16:creationId xmlns:a16="http://schemas.microsoft.com/office/drawing/2014/main" id="{94A4D59F-D913-1F77-9F78-72853E69F217}"/>
              </a:ext>
            </a:extLst>
          </p:cNvPr>
          <p:cNvSpPr txBox="1">
            <a:spLocks/>
          </p:cNvSpPr>
          <p:nvPr/>
        </p:nvSpPr>
        <p:spPr>
          <a:xfrm>
            <a:off x="526801" y="171336"/>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a:t>
            </a:r>
            <a:r>
              <a:rPr lang="zh-TW" altLang="en-US" b="0" kern="0"/>
              <a:t>提案①　</a:t>
            </a:r>
            <a:r>
              <a:rPr lang="en-US" altLang="zh-TW" b="0" kern="0"/>
              <a:t>C2</a:t>
            </a:r>
            <a:r>
              <a:rPr lang="zh-TW" altLang="en-US" b="0" kern="0"/>
              <a:t>業務課題改善</a:t>
            </a:r>
          </a:p>
        </p:txBody>
      </p:sp>
      <p:graphicFrame>
        <p:nvGraphicFramePr>
          <p:cNvPr id="8" name="表 7">
            <a:extLst>
              <a:ext uri="{FF2B5EF4-FFF2-40B4-BE49-F238E27FC236}">
                <a16:creationId xmlns:a16="http://schemas.microsoft.com/office/drawing/2014/main" id="{396AB196-2EEF-02AC-A8CF-1456BC2E2689}"/>
              </a:ext>
            </a:extLst>
          </p:cNvPr>
          <p:cNvGraphicFramePr>
            <a:graphicFrameLocks noGrp="1"/>
          </p:cNvGraphicFramePr>
          <p:nvPr>
            <p:extLst>
              <p:ext uri="{D42A27DB-BD31-4B8C-83A1-F6EECF244321}">
                <p14:modId xmlns:p14="http://schemas.microsoft.com/office/powerpoint/2010/main" val="956539733"/>
              </p:ext>
            </p:extLst>
          </p:nvPr>
        </p:nvGraphicFramePr>
        <p:xfrm>
          <a:off x="311738" y="1565378"/>
          <a:ext cx="11621183" cy="4765246"/>
        </p:xfrm>
        <a:graphic>
          <a:graphicData uri="http://schemas.openxmlformats.org/drawingml/2006/table">
            <a:tbl>
              <a:tblPr firstRow="1" bandRow="1">
                <a:tableStyleId>{5C22544A-7EE6-4342-B048-85BDC9FD1C3A}</a:tableStyleId>
              </a:tblPr>
              <a:tblGrid>
                <a:gridCol w="1295663">
                  <a:extLst>
                    <a:ext uri="{9D8B030D-6E8A-4147-A177-3AD203B41FA5}">
                      <a16:colId xmlns:a16="http://schemas.microsoft.com/office/drawing/2014/main" val="3435133766"/>
                    </a:ext>
                  </a:extLst>
                </a:gridCol>
                <a:gridCol w="2005464">
                  <a:extLst>
                    <a:ext uri="{9D8B030D-6E8A-4147-A177-3AD203B41FA5}">
                      <a16:colId xmlns:a16="http://schemas.microsoft.com/office/drawing/2014/main" val="2794285621"/>
                    </a:ext>
                  </a:extLst>
                </a:gridCol>
                <a:gridCol w="3483113">
                  <a:extLst>
                    <a:ext uri="{9D8B030D-6E8A-4147-A177-3AD203B41FA5}">
                      <a16:colId xmlns:a16="http://schemas.microsoft.com/office/drawing/2014/main" val="508039380"/>
                    </a:ext>
                  </a:extLst>
                </a:gridCol>
                <a:gridCol w="4836943">
                  <a:extLst>
                    <a:ext uri="{9D8B030D-6E8A-4147-A177-3AD203B41FA5}">
                      <a16:colId xmlns:a16="http://schemas.microsoft.com/office/drawing/2014/main" val="594001007"/>
                    </a:ext>
                  </a:extLst>
                </a:gridCol>
              </a:tblGrid>
              <a:tr h="449401">
                <a:tc>
                  <a:txBody>
                    <a:bodyPr/>
                    <a:lstStyle/>
                    <a:p>
                      <a:r>
                        <a:rPr kumimoji="1" lang="en-US" altLang="ja-JP" b="0"/>
                        <a:t>#</a:t>
                      </a:r>
                      <a:endParaRPr kumimoji="1" lang="ja-JP" altLang="en-US" b="0"/>
                    </a:p>
                  </a:txBody>
                  <a:tcPr anchor="ctr"/>
                </a:tc>
                <a:tc>
                  <a:txBody>
                    <a:bodyPr/>
                    <a:lstStyle/>
                    <a:p>
                      <a:r>
                        <a:rPr kumimoji="1" lang="ja-JP" altLang="en-US" b="0"/>
                        <a:t>分類</a:t>
                      </a:r>
                    </a:p>
                  </a:txBody>
                  <a:tcPr/>
                </a:tc>
                <a:tc>
                  <a:txBody>
                    <a:bodyPr/>
                    <a:lstStyle/>
                    <a:p>
                      <a:r>
                        <a:rPr kumimoji="1" lang="ja-JP" altLang="en-US" sz="1600" b="0">
                          <a:latin typeface="Meiryo UI" panose="020B0604030504040204" pitchFamily="50" charset="-128"/>
                          <a:ea typeface="Meiryo UI" panose="020B0604030504040204" pitchFamily="50" charset="-128"/>
                        </a:rPr>
                        <a:t>項目</a:t>
                      </a:r>
                    </a:p>
                  </a:txBody>
                  <a:tcPr/>
                </a:tc>
                <a:tc>
                  <a:txBody>
                    <a:bodyPr/>
                    <a:lstStyle/>
                    <a:p>
                      <a:r>
                        <a:rPr kumimoji="1" lang="ja-JP" altLang="en-US" sz="1600" b="0">
                          <a:latin typeface="Meiryo UI" panose="020B0604030504040204" pitchFamily="50" charset="-128"/>
                          <a:ea typeface="Meiryo UI" panose="020B0604030504040204" pitchFamily="50" charset="-128"/>
                        </a:rPr>
                        <a:t>対応の方向性</a:t>
                      </a:r>
                    </a:p>
                  </a:txBody>
                  <a:tcPr/>
                </a:tc>
                <a:extLst>
                  <a:ext uri="{0D108BD9-81ED-4DB2-BD59-A6C34878D82A}">
                    <a16:rowId xmlns:a16="http://schemas.microsoft.com/office/drawing/2014/main" val="583235206"/>
                  </a:ext>
                </a:extLst>
              </a:tr>
              <a:tr h="1034170">
                <a:tc>
                  <a:txBody>
                    <a:bodyPr/>
                    <a:lstStyle/>
                    <a:p>
                      <a:r>
                        <a:rPr kumimoji="1" lang="en-US" altLang="ja-JP" sz="1400" b="0">
                          <a:solidFill>
                            <a:schemeClr val="tx1"/>
                          </a:solidFill>
                          <a:latin typeface="Meiryo UI" panose="020B0604030504040204" pitchFamily="50" charset="-128"/>
                          <a:ea typeface="Meiryo UI" panose="020B0604030504040204" pitchFamily="50" charset="-128"/>
                        </a:rPr>
                        <a:t>1</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nchor="ctr"/>
                </a:tc>
                <a:tc>
                  <a:txBody>
                    <a:bodyPr/>
                    <a:lstStyle/>
                    <a:p>
                      <a:r>
                        <a:rPr kumimoji="1" lang="ja-JP" altLang="en-US" sz="1400" b="0">
                          <a:solidFill>
                            <a:schemeClr val="tx1"/>
                          </a:solidFill>
                          <a:latin typeface="Meiryo UI" panose="020B0604030504040204" pitchFamily="50" charset="-128"/>
                          <a:ea typeface="Meiryo UI" panose="020B0604030504040204" pitchFamily="50" charset="-128"/>
                        </a:rPr>
                        <a:t>システム観点</a:t>
                      </a:r>
                      <a:endParaRPr kumimoji="1" lang="en-US" altLang="ja-JP" sz="1400" b="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400" b="0" i="0" u="none">
                          <a:solidFill>
                            <a:schemeClr val="tx1"/>
                          </a:solidFill>
                          <a:latin typeface="Meiryo UI" panose="020B0604030504040204" pitchFamily="50" charset="-128"/>
                          <a:ea typeface="Meiryo UI" panose="020B0604030504040204" pitchFamily="50" charset="-128"/>
                        </a:rPr>
                        <a:t>レガシー資産脱却</a:t>
                      </a:r>
                      <a:endParaRPr kumimoji="1" lang="en-US" altLang="ja-JP" sz="1400" b="0" i="0" u="none">
                        <a:solidFill>
                          <a:schemeClr val="tx1"/>
                        </a:solidFill>
                        <a:latin typeface="Meiryo UI" panose="020B0604030504040204" pitchFamily="50" charset="-128"/>
                        <a:ea typeface="Meiryo UI" panose="020B0604030504040204" pitchFamily="50" charset="-128"/>
                      </a:endParaRPr>
                    </a:p>
                    <a:p>
                      <a:r>
                        <a:rPr lang="en-US" altLang="ja-JP" sz="1400">
                          <a:solidFill>
                            <a:schemeClr val="tx1"/>
                          </a:solidFill>
                          <a:latin typeface="Meiryo UI" panose="020B0604030504040204" pitchFamily="50" charset="-128"/>
                          <a:ea typeface="Meiryo UI" panose="020B0604030504040204" pitchFamily="50" charset="-128"/>
                        </a:rPr>
                        <a:t>Windows2016</a:t>
                      </a:r>
                      <a:r>
                        <a:rPr lang="ja-JP" altLang="en-US" sz="1400">
                          <a:solidFill>
                            <a:schemeClr val="tx1"/>
                          </a:solidFill>
                          <a:latin typeface="Meiryo UI" panose="020B0604030504040204" pitchFamily="50" charset="-128"/>
                          <a:ea typeface="Meiryo UI" panose="020B0604030504040204" pitchFamily="50" charset="-128"/>
                        </a:rPr>
                        <a:t>対応</a:t>
                      </a:r>
                      <a:endParaRPr lang="en-US" altLang="ja-JP" sz="1400">
                        <a:solidFill>
                          <a:schemeClr val="tx1"/>
                        </a:solidFill>
                        <a:latin typeface="Meiryo UI" panose="020B0604030504040204" pitchFamily="50" charset="-128"/>
                        <a:ea typeface="Meiryo UI" panose="020B0604030504040204" pitchFamily="50" charset="-128"/>
                      </a:endParaRPr>
                    </a:p>
                    <a:p>
                      <a:r>
                        <a:rPr lang="en-US" altLang="ja-JP" sz="1400">
                          <a:solidFill>
                            <a:schemeClr val="tx1"/>
                          </a:solidFill>
                          <a:latin typeface="Meiryo UI" panose="020B0604030504040204" pitchFamily="50" charset="-128"/>
                          <a:ea typeface="Meiryo UI" panose="020B0604030504040204" pitchFamily="50" charset="-128"/>
                        </a:rPr>
                        <a:t> </a:t>
                      </a:r>
                      <a:r>
                        <a:rPr lang="ja-JP" altLang="en-US" sz="1400">
                          <a:solidFill>
                            <a:schemeClr val="tx1"/>
                          </a:solidFill>
                          <a:latin typeface="Meiryo UI" panose="020B0604030504040204" pitchFamily="50" charset="-128"/>
                          <a:ea typeface="Meiryo UI" panose="020B0604030504040204" pitchFamily="50" charset="-128"/>
                        </a:rPr>
                        <a:t>脱</a:t>
                      </a:r>
                      <a:r>
                        <a:rPr lang="en-US" altLang="ja-JP" sz="1400">
                          <a:solidFill>
                            <a:schemeClr val="tx1"/>
                          </a:solidFill>
                          <a:latin typeface="Meiryo UI" panose="020B0604030504040204" pitchFamily="50" charset="-128"/>
                          <a:ea typeface="Meiryo UI" panose="020B0604030504040204" pitchFamily="50" charset="-128"/>
                        </a:rPr>
                        <a:t>COBOL</a:t>
                      </a:r>
                    </a:p>
                    <a:p>
                      <a:endParaRPr kumimoji="1" lang="en-US" altLang="ja-JP" sz="1400" b="0" i="0" u="none">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400" b="0" i="0" u="none">
                          <a:solidFill>
                            <a:schemeClr val="tx1"/>
                          </a:solidFill>
                          <a:latin typeface="Meiryo UI" panose="020B0604030504040204" pitchFamily="50" charset="-128"/>
                          <a:ea typeface="Meiryo UI" panose="020B0604030504040204" pitchFamily="50" charset="-128"/>
                        </a:rPr>
                        <a:t>OSVerUP</a:t>
                      </a:r>
                      <a:r>
                        <a:rPr kumimoji="1" lang="ja-JP" altLang="en-US" sz="1400" b="0" i="0" u="none">
                          <a:solidFill>
                            <a:schemeClr val="tx1"/>
                          </a:solidFill>
                          <a:latin typeface="Meiryo UI" panose="020B0604030504040204" pitchFamily="50" charset="-128"/>
                          <a:ea typeface="Meiryo UI" panose="020B0604030504040204" pitchFamily="50" charset="-128"/>
                        </a:rPr>
                        <a:t>、モダナイゼーション</a:t>
                      </a:r>
                      <a:endParaRPr kumimoji="1" lang="en-US" altLang="ja-JP" sz="1400" b="0" i="0" u="none">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490387447"/>
                  </a:ext>
                </a:extLst>
              </a:tr>
              <a:tr h="188976">
                <a:tc>
                  <a:txBody>
                    <a:bodyPr/>
                    <a:lstStyle/>
                    <a:p>
                      <a:r>
                        <a:rPr kumimoji="1" lang="en-US" altLang="ja-JP" sz="1400" b="0">
                          <a:solidFill>
                            <a:schemeClr val="tx1"/>
                          </a:solidFill>
                          <a:latin typeface="Meiryo UI" panose="020B0604030504040204" pitchFamily="50" charset="-128"/>
                          <a:ea typeface="Meiryo UI" panose="020B0604030504040204" pitchFamily="50" charset="-128"/>
                        </a:rPr>
                        <a:t>2</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nchor="ctr"/>
                </a:tc>
                <a:tc rowSpan="5">
                  <a:txBody>
                    <a:bodyPr/>
                    <a:lstStyle/>
                    <a:p>
                      <a:r>
                        <a:rPr lang="ja-JP" altLang="en-US" sz="1400">
                          <a:solidFill>
                            <a:schemeClr val="tx1"/>
                          </a:solidFill>
                          <a:latin typeface="Meiryo UI" panose="020B0604030504040204" pitchFamily="50" charset="-128"/>
                          <a:ea typeface="Meiryo UI" panose="020B0604030504040204" pitchFamily="50" charset="-128"/>
                        </a:rPr>
                        <a:t>業務観点</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取材管理の最適化</a:t>
                      </a:r>
                      <a:endParaRPr lang="en-US" altLang="ja-JP" sz="1400">
                        <a:solidFill>
                          <a:schemeClr val="tx1"/>
                        </a:solidFill>
                        <a:latin typeface="Meiryo UI" panose="020B0604030504040204" pitchFamily="50" charset="-128"/>
                        <a:ea typeface="Meiryo UI" panose="020B0604030504040204" pitchFamily="50" charset="-128"/>
                      </a:endParaRPr>
                    </a:p>
                  </a:txBody>
                  <a:tcPr/>
                </a:tc>
                <a:tc rowSpan="2">
                  <a:txBody>
                    <a:bodyPr/>
                    <a:lstStyle/>
                    <a:p>
                      <a:r>
                        <a:rPr lang="ja-JP" altLang="en-US" sz="1400">
                          <a:solidFill>
                            <a:schemeClr val="tx1"/>
                          </a:solidFill>
                          <a:latin typeface="Meiryo UI" panose="020B0604030504040204" pitchFamily="50" charset="-128"/>
                          <a:ea typeface="Meiryo UI" panose="020B0604030504040204" pitchFamily="50" charset="-128"/>
                        </a:rPr>
                        <a:t>既存業務の整理、あるべき業務フローの定義</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・業務ヒアリング</a:t>
                      </a:r>
                      <a:r>
                        <a:rPr lang="en-US" altLang="ja-JP" sz="1400">
                          <a:solidFill>
                            <a:schemeClr val="tx1"/>
                          </a:solidFill>
                          <a:latin typeface="Meiryo UI" panose="020B0604030504040204" pitchFamily="50" charset="-128"/>
                          <a:ea typeface="Meiryo UI" panose="020B0604030504040204" pitchFamily="50" charset="-128"/>
                        </a:rPr>
                        <a:t>(C2</a:t>
                      </a:r>
                      <a:r>
                        <a:rPr lang="ja-JP" altLang="en-US" sz="1400">
                          <a:solidFill>
                            <a:schemeClr val="tx1"/>
                          </a:solidFill>
                          <a:latin typeface="Meiryo UI" panose="020B0604030504040204" pitchFamily="50" charset="-128"/>
                          <a:ea typeface="Meiryo UI" panose="020B0604030504040204" pitchFamily="50" charset="-128"/>
                        </a:rPr>
                        <a:t>システム外の業務含むエクセル等の</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　紙運用のヒアリング</a:t>
                      </a:r>
                      <a:r>
                        <a:rPr lang="en-US" altLang="ja-JP" sz="1400">
                          <a:solidFill>
                            <a:schemeClr val="tx1"/>
                          </a:solidFill>
                          <a:latin typeface="Meiryo UI" panose="020B0604030504040204" pitchFamily="50" charset="-128"/>
                          <a:ea typeface="Meiryo UI" panose="020B0604030504040204" pitchFamily="50" charset="-128"/>
                        </a:rPr>
                        <a:t>)</a:t>
                      </a:r>
                    </a:p>
                    <a:p>
                      <a:r>
                        <a:rPr lang="ja-JP" altLang="en-US" sz="1400">
                          <a:solidFill>
                            <a:schemeClr val="tx1"/>
                          </a:solidFill>
                          <a:latin typeface="Meiryo UI" panose="020B0604030504040204" pitchFamily="50" charset="-128"/>
                          <a:ea typeface="Meiryo UI" panose="020B0604030504040204" pitchFamily="50" charset="-128"/>
                        </a:rPr>
                        <a:t>　→システム化検討</a:t>
                      </a:r>
                      <a:endParaRPr lang="en-US" altLang="ja-JP" sz="14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869269885"/>
                  </a:ext>
                </a:extLst>
              </a:tr>
              <a:tr h="755904">
                <a:tc>
                  <a:txBody>
                    <a:bodyPr/>
                    <a:lstStyle/>
                    <a:p>
                      <a:r>
                        <a:rPr kumimoji="1" lang="en-US" altLang="ja-JP" sz="1400" b="0">
                          <a:solidFill>
                            <a:schemeClr val="tx1"/>
                          </a:solidFill>
                          <a:latin typeface="Meiryo UI" panose="020B0604030504040204" pitchFamily="50" charset="-128"/>
                          <a:ea typeface="Meiryo UI" panose="020B0604030504040204" pitchFamily="50" charset="-128"/>
                        </a:rPr>
                        <a:t>3</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nchor="ctr"/>
                </a:tc>
                <a:tc vMerge="1">
                  <a:txBody>
                    <a:bodyPr/>
                    <a:lstStyle/>
                    <a:p>
                      <a:endParaRPr kumimoji="1" lang="ja-JP" altLang="en-US" sz="1400" b="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紙運用が前提となっていることによる業務・仕組みの複雑化</a:t>
                      </a:r>
                      <a:endParaRPr lang="en-US" altLang="ja-JP" sz="1400">
                        <a:solidFill>
                          <a:schemeClr val="tx1"/>
                        </a:solidFill>
                        <a:latin typeface="Meiryo UI" panose="020B0604030504040204" pitchFamily="50" charset="-128"/>
                        <a:ea typeface="Meiryo UI" panose="020B0604030504040204" pitchFamily="50" charset="-128"/>
                      </a:endParaRPr>
                    </a:p>
                    <a:p>
                      <a:r>
                        <a:rPr lang="ja-JP" altLang="en-US" sz="1400">
                          <a:solidFill>
                            <a:schemeClr val="tx1"/>
                          </a:solidFill>
                          <a:latin typeface="Meiryo UI" panose="020B0604030504040204" pitchFamily="50" charset="-128"/>
                          <a:ea typeface="Meiryo UI" panose="020B0604030504040204" pitchFamily="50" charset="-128"/>
                        </a:rPr>
                        <a:t>システム外の業務が大量に存在</a:t>
                      </a:r>
                      <a:endParaRPr lang="en-US" altLang="ja-JP" sz="1400">
                        <a:solidFill>
                          <a:schemeClr val="tx1"/>
                        </a:solidFill>
                        <a:latin typeface="Meiryo UI" panose="020B0604030504040204" pitchFamily="50" charset="-128"/>
                        <a:ea typeface="Meiryo UI" panose="020B0604030504040204" pitchFamily="50" charset="-128"/>
                      </a:endParaRPr>
                    </a:p>
                  </a:txBody>
                  <a:tcPr/>
                </a:tc>
                <a:tc vMerge="1">
                  <a:txBody>
                    <a:bodyPr/>
                    <a:lstStyle/>
                    <a:p>
                      <a:endParaRPr lang="en-US" altLang="ja-JP" sz="1400">
                        <a:solidFill>
                          <a:srgbClr val="FF0000"/>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164985396"/>
                  </a:ext>
                </a:extLst>
              </a:tr>
              <a:tr h="566928">
                <a:tc>
                  <a:txBody>
                    <a:bodyPr/>
                    <a:lstStyle/>
                    <a:p>
                      <a:r>
                        <a:rPr kumimoji="1" lang="en-US" altLang="ja-JP" sz="1400" b="0">
                          <a:solidFill>
                            <a:schemeClr val="tx1"/>
                          </a:solidFill>
                          <a:latin typeface="Meiryo UI" panose="020B0604030504040204" pitchFamily="50" charset="-128"/>
                          <a:ea typeface="Meiryo UI" panose="020B0604030504040204" pitchFamily="50" charset="-128"/>
                        </a:rPr>
                        <a:t>4</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nchor="ctr"/>
                </a:tc>
                <a:tc vMerge="1">
                  <a:txBody>
                    <a:bodyPr/>
                    <a:lstStyle/>
                    <a:p>
                      <a:endParaRPr kumimoji="1" lang="ja-JP" altLang="en-US" sz="1400" b="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柔軟な</a:t>
                      </a:r>
                      <a:r>
                        <a:rPr lang="en-US" altLang="ja-JP" sz="1400">
                          <a:solidFill>
                            <a:schemeClr val="tx1"/>
                          </a:solidFill>
                          <a:latin typeface="Meiryo UI" panose="020B0604030504040204" pitchFamily="50" charset="-128"/>
                          <a:ea typeface="Meiryo UI" panose="020B0604030504040204" pitchFamily="50" charset="-128"/>
                        </a:rPr>
                        <a:t>C2</a:t>
                      </a:r>
                      <a:r>
                        <a:rPr lang="ja-JP" altLang="en-US" sz="1400">
                          <a:solidFill>
                            <a:schemeClr val="tx1"/>
                          </a:solidFill>
                          <a:latin typeface="Meiryo UI" panose="020B0604030504040204" pitchFamily="50" charset="-128"/>
                          <a:ea typeface="Meiryo UI" panose="020B0604030504040204" pitchFamily="50" charset="-128"/>
                        </a:rPr>
                        <a:t>商品への項目追加の実現</a:t>
                      </a:r>
                      <a:endParaRPr lang="en-US" altLang="ja-JP" sz="1400">
                        <a:solidFill>
                          <a:schemeClr val="tx1"/>
                        </a:solidFill>
                        <a:latin typeface="Meiryo UI" panose="020B0604030504040204" pitchFamily="50" charset="-128"/>
                        <a:ea typeface="Meiryo UI" panose="020B0604030504040204" pitchFamily="50" charset="-128"/>
                      </a:endParaRPr>
                    </a:p>
                  </a:txBody>
                  <a:tcPr/>
                </a:tc>
                <a:tc rowSpan="2">
                  <a:txBody>
                    <a:bodyPr/>
                    <a:lstStyle/>
                    <a:p>
                      <a:r>
                        <a:rPr lang="en-US" altLang="ja-JP" sz="1400">
                          <a:solidFill>
                            <a:schemeClr val="tx1"/>
                          </a:solidFill>
                          <a:latin typeface="Meiryo UI" panose="020B0604030504040204" pitchFamily="50" charset="-128"/>
                          <a:ea typeface="Meiryo UI" panose="020B0604030504040204" pitchFamily="50" charset="-128"/>
                        </a:rPr>
                        <a:t>C2</a:t>
                      </a:r>
                      <a:r>
                        <a:rPr lang="ja-JP" altLang="en-US" sz="1400">
                          <a:solidFill>
                            <a:schemeClr val="tx1"/>
                          </a:solidFill>
                          <a:latin typeface="Meiryo UI" panose="020B0604030504040204" pitchFamily="50" charset="-128"/>
                          <a:ea typeface="Meiryo UI" panose="020B0604030504040204" pitchFamily="50" charset="-128"/>
                        </a:rPr>
                        <a:t>システムとしての</a:t>
                      </a:r>
                      <a:r>
                        <a:rPr lang="en-US" altLang="ja-JP" sz="1400">
                          <a:solidFill>
                            <a:schemeClr val="tx1"/>
                          </a:solidFill>
                          <a:latin typeface="Meiryo UI" panose="020B0604030504040204" pitchFamily="50" charset="-128"/>
                          <a:ea typeface="Meiryo UI" panose="020B0604030504040204" pitchFamily="50" charset="-128"/>
                        </a:rPr>
                        <a:t>DB(</a:t>
                      </a:r>
                      <a:r>
                        <a:rPr lang="ja-JP" altLang="en-US" sz="1400">
                          <a:solidFill>
                            <a:schemeClr val="tx1"/>
                          </a:solidFill>
                          <a:latin typeface="Meiryo UI" panose="020B0604030504040204" pitchFamily="50" charset="-128"/>
                          <a:ea typeface="Meiryo UI" panose="020B0604030504040204" pitchFamily="50" charset="-128"/>
                        </a:rPr>
                        <a:t>テーブル</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構造見直し</a:t>
                      </a:r>
                      <a:endParaRPr lang="en-US" altLang="ja-JP" sz="14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438891213"/>
                  </a:ext>
                </a:extLst>
              </a:tr>
              <a:tr h="377952">
                <a:tc>
                  <a:txBody>
                    <a:bodyPr/>
                    <a:lstStyle/>
                    <a:p>
                      <a:r>
                        <a:rPr kumimoji="1" lang="en-US" altLang="ja-JP" sz="1400" b="0">
                          <a:solidFill>
                            <a:schemeClr val="tx1"/>
                          </a:solidFill>
                          <a:latin typeface="Meiryo UI" panose="020B0604030504040204" pitchFamily="50" charset="-128"/>
                          <a:ea typeface="Meiryo UI" panose="020B0604030504040204" pitchFamily="50" charset="-128"/>
                        </a:rPr>
                        <a:t>5</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nchor="ctr"/>
                </a:tc>
                <a:tc vMerge="1">
                  <a:txBody>
                    <a:bodyPr/>
                    <a:lstStyle/>
                    <a:p>
                      <a:endParaRPr kumimoji="1" lang="ja-JP" altLang="en-US" sz="1400" b="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400">
                          <a:solidFill>
                            <a:schemeClr val="tx1"/>
                          </a:solidFill>
                          <a:latin typeface="Meiryo UI" panose="020B0604030504040204" pitchFamily="50" charset="-128"/>
                          <a:ea typeface="Meiryo UI" panose="020B0604030504040204" pitchFamily="50" charset="-128"/>
                        </a:rPr>
                        <a:t>C2</a:t>
                      </a:r>
                      <a:r>
                        <a:rPr lang="ja-JP" altLang="en-US" sz="1400">
                          <a:solidFill>
                            <a:schemeClr val="tx1"/>
                          </a:solidFill>
                          <a:latin typeface="Meiryo UI" panose="020B0604030504040204" pitchFamily="50" charset="-128"/>
                          <a:ea typeface="Meiryo UI" panose="020B0604030504040204" pitchFamily="50" charset="-128"/>
                        </a:rPr>
                        <a:t>システムの</a:t>
                      </a:r>
                      <a:r>
                        <a:rPr lang="en-US" altLang="ja-JP" sz="1400">
                          <a:solidFill>
                            <a:schemeClr val="tx1"/>
                          </a:solidFill>
                          <a:latin typeface="Meiryo UI" panose="020B0604030504040204" pitchFamily="50" charset="-128"/>
                          <a:ea typeface="Meiryo UI" panose="020B0604030504040204" pitchFamily="50" charset="-128"/>
                        </a:rPr>
                        <a:t>DB</a:t>
                      </a:r>
                      <a:r>
                        <a:rPr lang="ja-JP" altLang="en-US" sz="1400">
                          <a:solidFill>
                            <a:schemeClr val="tx1"/>
                          </a:solidFill>
                          <a:latin typeface="Meiryo UI" panose="020B0604030504040204" pitchFamily="50" charset="-128"/>
                          <a:ea typeface="Meiryo UI" panose="020B0604030504040204" pitchFamily="50" charset="-128"/>
                        </a:rPr>
                        <a:t>が必要とされる機能に対して最適でない</a:t>
                      </a:r>
                      <a:endParaRPr lang="en-US" altLang="ja-JP" sz="1400">
                        <a:solidFill>
                          <a:schemeClr val="tx1"/>
                        </a:solidFill>
                        <a:latin typeface="Meiryo UI" panose="020B0604030504040204" pitchFamily="50" charset="-128"/>
                        <a:ea typeface="Meiryo UI" panose="020B0604030504040204" pitchFamily="50" charset="-128"/>
                      </a:endParaRPr>
                    </a:p>
                  </a:txBody>
                  <a:tcPr/>
                </a:tc>
                <a:tc vMerge="1">
                  <a:txBody>
                    <a:bodyPr/>
                    <a:lstStyle/>
                    <a:p>
                      <a:endParaRPr lang="en-US" altLang="ja-JP" sz="1400">
                        <a:solidFill>
                          <a:srgbClr val="FF0000"/>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519944805"/>
                  </a:ext>
                </a:extLst>
              </a:tr>
              <a:tr h="188976">
                <a:tc>
                  <a:txBody>
                    <a:bodyPr/>
                    <a:lstStyle/>
                    <a:p>
                      <a:r>
                        <a:rPr kumimoji="1" lang="en-US" altLang="ja-JP" sz="1400" b="0">
                          <a:solidFill>
                            <a:schemeClr val="tx1"/>
                          </a:solidFill>
                          <a:latin typeface="Meiryo UI" panose="020B0604030504040204" pitchFamily="50" charset="-128"/>
                          <a:ea typeface="Meiryo UI" panose="020B0604030504040204" pitchFamily="50" charset="-128"/>
                        </a:rPr>
                        <a:t>6</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nchor="ctr"/>
                </a:tc>
                <a:tc vMerge="1">
                  <a:txBody>
                    <a:bodyPr/>
                    <a:lstStyle/>
                    <a:p>
                      <a:endParaRPr kumimoji="1" lang="ja-JP" altLang="en-US" sz="1400" b="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年鑑等廃止機能によるシステムスリム化</a:t>
                      </a:r>
                      <a:endParaRPr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不要機能洗い出し</a:t>
                      </a:r>
                      <a:endParaRPr lang="en-US" altLang="ja-JP" sz="14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351897851"/>
                  </a:ext>
                </a:extLst>
              </a:tr>
              <a:tr h="831083">
                <a:tc>
                  <a:txBody>
                    <a:bodyPr/>
                    <a:lstStyle/>
                    <a:p>
                      <a:r>
                        <a:rPr kumimoji="1" lang="en-US" altLang="ja-JP" sz="1400" b="0">
                          <a:solidFill>
                            <a:schemeClr val="tx1"/>
                          </a:solidFill>
                          <a:latin typeface="Meiryo UI" panose="020B0604030504040204" pitchFamily="50" charset="-128"/>
                          <a:ea typeface="Meiryo UI" panose="020B0604030504040204" pitchFamily="50" charset="-128"/>
                        </a:rPr>
                        <a:t>7</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nchor="ctr"/>
                </a:tc>
                <a:tc>
                  <a:txBody>
                    <a:bodyPr/>
                    <a:lstStyle/>
                    <a:p>
                      <a:r>
                        <a:rPr lang="en-US" altLang="ja-JP" sz="1400">
                          <a:solidFill>
                            <a:schemeClr val="tx1"/>
                          </a:solidFill>
                          <a:latin typeface="Meiryo UI" panose="020B0604030504040204" pitchFamily="50" charset="-128"/>
                          <a:ea typeface="Meiryo UI" panose="020B0604030504040204" pitchFamily="50" charset="-128"/>
                        </a:rPr>
                        <a:t>TDB</a:t>
                      </a:r>
                      <a:r>
                        <a:rPr lang="ja-JP" altLang="en-US" sz="1400">
                          <a:solidFill>
                            <a:schemeClr val="tx1"/>
                          </a:solidFill>
                          <a:latin typeface="Meiryo UI" panose="020B0604030504040204" pitchFamily="50" charset="-128"/>
                          <a:ea typeface="Meiryo UI" panose="020B0604030504040204" pitchFamily="50" charset="-128"/>
                        </a:rPr>
                        <a:t>様全体のデータの在り方にむけた下地作り</a:t>
                      </a:r>
                      <a:endParaRPr kumimoji="1" lang="ja-JP" altLang="en-US" sz="1400" b="0">
                        <a:solidFill>
                          <a:schemeClr val="tx1"/>
                        </a:solidFill>
                        <a:latin typeface="Meiryo UI" panose="020B0604030504040204" pitchFamily="50" charset="-128"/>
                        <a:ea typeface="Meiryo UI" panose="020B0604030504040204" pitchFamily="50" charset="-128"/>
                      </a:endParaRPr>
                    </a:p>
                  </a:txBody>
                  <a:tcPr/>
                </a:tc>
                <a:tc>
                  <a:txBody>
                    <a:bodyPr/>
                    <a:lstStyle/>
                    <a:p>
                      <a:r>
                        <a:rPr lang="en-US" altLang="ja-JP" sz="1400">
                          <a:solidFill>
                            <a:schemeClr val="tx1"/>
                          </a:solidFill>
                          <a:latin typeface="Meiryo UI" panose="020B0604030504040204" pitchFamily="50" charset="-128"/>
                          <a:ea typeface="Meiryo UI" panose="020B0604030504040204" pitchFamily="50" charset="-128"/>
                        </a:rPr>
                        <a:t>-</a:t>
                      </a:r>
                    </a:p>
                  </a:txBody>
                  <a:tcPr/>
                </a:tc>
                <a:tc>
                  <a:txBody>
                    <a:bodyPr/>
                    <a:lstStyle/>
                    <a:p>
                      <a:r>
                        <a:rPr lang="ja-JP" altLang="en-US" sz="1400">
                          <a:solidFill>
                            <a:schemeClr val="tx1"/>
                          </a:solidFill>
                          <a:latin typeface="Meiryo UI" panose="020B0604030504040204" pitchFamily="50" charset="-128"/>
                          <a:ea typeface="Meiryo UI" panose="020B0604030504040204" pitchFamily="50" charset="-128"/>
                        </a:rPr>
                        <a:t>提案②の方向性を踏まえた基盤、入力環境の検討</a:t>
                      </a:r>
                      <a:endParaRPr lang="en-US" altLang="ja-JP" sz="14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82483530"/>
                  </a:ext>
                </a:extLst>
              </a:tr>
            </a:tbl>
          </a:graphicData>
        </a:graphic>
      </p:graphicFrame>
      <p:sp>
        <p:nvSpPr>
          <p:cNvPr id="9" name="テキスト ボックス 8">
            <a:extLst>
              <a:ext uri="{FF2B5EF4-FFF2-40B4-BE49-F238E27FC236}">
                <a16:creationId xmlns:a16="http://schemas.microsoft.com/office/drawing/2014/main" id="{15F9D40A-735C-DDF1-D9A2-B6E9E861602E}"/>
              </a:ext>
            </a:extLst>
          </p:cNvPr>
          <p:cNvSpPr txBox="1"/>
          <p:nvPr/>
        </p:nvSpPr>
        <p:spPr>
          <a:xfrm>
            <a:off x="190252" y="1028870"/>
            <a:ext cx="11559364" cy="313932"/>
          </a:xfrm>
          <a:prstGeom prst="rect">
            <a:avLst/>
          </a:prstGeom>
          <a:noFill/>
        </p:spPr>
        <p:txBody>
          <a:bodyPr wrap="square" rtlCol="0">
            <a:spAutoFit/>
          </a:bodyPr>
          <a:lstStyle/>
          <a:p>
            <a:r>
              <a:rPr lang="ja-JP" altLang="en-US" sz="1600">
                <a:solidFill>
                  <a:schemeClr val="tx1"/>
                </a:solidFill>
                <a:latin typeface="Meiryo UI" panose="020B0604030504040204" pitchFamily="50" charset="-128"/>
                <a:ea typeface="Meiryo UI" panose="020B0604030504040204" pitchFamily="50" charset="-128"/>
              </a:rPr>
              <a:t>以下の様な形で課題に対する方向を整理していくことが可能と考えております。</a:t>
            </a:r>
            <a:endParaRPr lang="en-US" altLang="ja-JP" sz="16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56820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9114-4585-3A51-A693-DFC2C99C933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58CF4F9-3583-22BE-9F8F-2517957CC70D}"/>
              </a:ext>
            </a:extLst>
          </p:cNvPr>
          <p:cNvSpPr>
            <a:spLocks noGrp="1"/>
          </p:cNvSpPr>
          <p:nvPr>
            <p:ph type="sldNum" sz="quarter" idx="10"/>
          </p:nvPr>
        </p:nvSpPr>
        <p:spPr>
          <a:xfrm>
            <a:off x="10179050" y="6512964"/>
            <a:ext cx="488950" cy="304800"/>
          </a:xfrm>
        </p:spPr>
        <p:txBody>
          <a:bodyPr/>
          <a:lstStyle/>
          <a:p>
            <a:pPr>
              <a:defRPr/>
            </a:pPr>
            <a:fld id="{B69A64E9-DEE1-40B5-88E8-A6C3DD001D0B}" type="slidenum">
              <a:rPr lang="en-US" altLang="ja-JP" smtClean="0"/>
              <a:pPr>
                <a:defRPr/>
              </a:pPr>
              <a:t>26</a:t>
            </a:fld>
            <a:endParaRPr lang="en-US" altLang="ja-JP"/>
          </a:p>
        </p:txBody>
      </p:sp>
      <p:graphicFrame>
        <p:nvGraphicFramePr>
          <p:cNvPr id="7" name="表 6">
            <a:extLst>
              <a:ext uri="{FF2B5EF4-FFF2-40B4-BE49-F238E27FC236}">
                <a16:creationId xmlns:a16="http://schemas.microsoft.com/office/drawing/2014/main" id="{280C8831-790E-F472-19B6-266D884ED2CA}"/>
              </a:ext>
            </a:extLst>
          </p:cNvPr>
          <p:cNvGraphicFramePr>
            <a:graphicFrameLocks noGrp="1"/>
          </p:cNvGraphicFramePr>
          <p:nvPr>
            <p:extLst>
              <p:ext uri="{D42A27DB-BD31-4B8C-83A1-F6EECF244321}">
                <p14:modId xmlns:p14="http://schemas.microsoft.com/office/powerpoint/2010/main" val="419916022"/>
              </p:ext>
            </p:extLst>
          </p:nvPr>
        </p:nvGraphicFramePr>
        <p:xfrm>
          <a:off x="86059" y="1047012"/>
          <a:ext cx="12019881" cy="5805515"/>
        </p:xfrm>
        <a:graphic>
          <a:graphicData uri="http://schemas.openxmlformats.org/drawingml/2006/table">
            <a:tbl>
              <a:tblPr firstRow="1" bandRow="1">
                <a:tableStyleId>{5C22544A-7EE6-4342-B048-85BDC9FD1C3A}</a:tableStyleId>
              </a:tblPr>
              <a:tblGrid>
                <a:gridCol w="470377">
                  <a:extLst>
                    <a:ext uri="{9D8B030D-6E8A-4147-A177-3AD203B41FA5}">
                      <a16:colId xmlns:a16="http://schemas.microsoft.com/office/drawing/2014/main" val="3435133766"/>
                    </a:ext>
                  </a:extLst>
                </a:gridCol>
                <a:gridCol w="554191">
                  <a:extLst>
                    <a:ext uri="{9D8B030D-6E8A-4147-A177-3AD203B41FA5}">
                      <a16:colId xmlns:a16="http://schemas.microsoft.com/office/drawing/2014/main" val="2794285621"/>
                    </a:ext>
                  </a:extLst>
                </a:gridCol>
                <a:gridCol w="612612">
                  <a:extLst>
                    <a:ext uri="{9D8B030D-6E8A-4147-A177-3AD203B41FA5}">
                      <a16:colId xmlns:a16="http://schemas.microsoft.com/office/drawing/2014/main" val="508039380"/>
                    </a:ext>
                  </a:extLst>
                </a:gridCol>
                <a:gridCol w="1911770">
                  <a:extLst>
                    <a:ext uri="{9D8B030D-6E8A-4147-A177-3AD203B41FA5}">
                      <a16:colId xmlns:a16="http://schemas.microsoft.com/office/drawing/2014/main" val="1088230887"/>
                    </a:ext>
                  </a:extLst>
                </a:gridCol>
                <a:gridCol w="1963160">
                  <a:extLst>
                    <a:ext uri="{9D8B030D-6E8A-4147-A177-3AD203B41FA5}">
                      <a16:colId xmlns:a16="http://schemas.microsoft.com/office/drawing/2014/main" val="2375508728"/>
                    </a:ext>
                  </a:extLst>
                </a:gridCol>
                <a:gridCol w="2507271">
                  <a:extLst>
                    <a:ext uri="{9D8B030D-6E8A-4147-A177-3AD203B41FA5}">
                      <a16:colId xmlns:a16="http://schemas.microsoft.com/office/drawing/2014/main" val="4019909945"/>
                    </a:ext>
                  </a:extLst>
                </a:gridCol>
                <a:gridCol w="1870523">
                  <a:extLst>
                    <a:ext uri="{9D8B030D-6E8A-4147-A177-3AD203B41FA5}">
                      <a16:colId xmlns:a16="http://schemas.microsoft.com/office/drawing/2014/main" val="2486508960"/>
                    </a:ext>
                  </a:extLst>
                </a:gridCol>
                <a:gridCol w="2129977">
                  <a:extLst>
                    <a:ext uri="{9D8B030D-6E8A-4147-A177-3AD203B41FA5}">
                      <a16:colId xmlns:a16="http://schemas.microsoft.com/office/drawing/2014/main" val="1678304310"/>
                    </a:ext>
                  </a:extLst>
                </a:gridCol>
              </a:tblGrid>
              <a:tr h="275677">
                <a:tc>
                  <a:txBody>
                    <a:bodyPr/>
                    <a:lstStyle/>
                    <a:p>
                      <a:r>
                        <a:rPr kumimoji="1" lang="en-US" altLang="ja-JP" sz="900" b="0">
                          <a:latin typeface="Meiryo UI" panose="020B0604030504040204" pitchFamily="50" charset="-128"/>
                          <a:ea typeface="Meiryo UI" panose="020B0604030504040204" pitchFamily="50" charset="-128"/>
                        </a:rPr>
                        <a:t>#</a:t>
                      </a:r>
                      <a:endParaRPr kumimoji="1" lang="ja-JP" altLang="en-US" sz="900" b="0">
                        <a:latin typeface="Meiryo UI" panose="020B0604030504040204" pitchFamily="50" charset="-128"/>
                        <a:ea typeface="Meiryo UI" panose="020B0604030504040204" pitchFamily="50" charset="-128"/>
                      </a:endParaRPr>
                    </a:p>
                  </a:txBody>
                  <a:tcPr/>
                </a:tc>
                <a:tc>
                  <a:txBody>
                    <a:bodyPr/>
                    <a:lstStyle/>
                    <a:p>
                      <a:r>
                        <a:rPr kumimoji="1" lang="ja-JP" altLang="en-US" sz="900" b="0">
                          <a:latin typeface="Meiryo UI" panose="020B0604030504040204" pitchFamily="50" charset="-128"/>
                          <a:ea typeface="Meiryo UI" panose="020B0604030504040204" pitchFamily="50" charset="-128"/>
                        </a:rPr>
                        <a:t>分類</a:t>
                      </a:r>
                    </a:p>
                  </a:txBody>
                  <a:tcPr/>
                </a:tc>
                <a:tc>
                  <a:txBody>
                    <a:bodyPr/>
                    <a:lstStyle/>
                    <a:p>
                      <a:r>
                        <a:rPr kumimoji="1" lang="ja-JP" altLang="en-US" sz="900" b="0">
                          <a:latin typeface="Meiryo UI" panose="020B0604030504040204" pitchFamily="50" charset="-128"/>
                          <a:ea typeface="Meiryo UI" panose="020B0604030504040204" pitchFamily="50" charset="-128"/>
                        </a:rPr>
                        <a:t>中分類</a:t>
                      </a:r>
                    </a:p>
                  </a:txBody>
                  <a:tcPr/>
                </a:tc>
                <a:tc gridSpan="2">
                  <a:txBody>
                    <a:bodyPr/>
                    <a:lstStyle/>
                    <a:p>
                      <a:r>
                        <a:rPr kumimoji="1" lang="ja-JP" altLang="en-US" sz="900">
                          <a:latin typeface="Meiryo UI" panose="020B0604030504040204" pitchFamily="50" charset="-128"/>
                          <a:ea typeface="Meiryo UI" panose="020B0604030504040204" pitchFamily="50" charset="-128"/>
                        </a:rPr>
                        <a:t>小分</a:t>
                      </a:r>
                    </a:p>
                  </a:txBody>
                  <a:tcPr/>
                </a:tc>
                <a:tc hMerge="1">
                  <a:txBody>
                    <a:bodyPr/>
                    <a:lstStyle/>
                    <a:p>
                      <a:endParaRPr kumimoji="1" lang="ja-JP" altLang="en-US"/>
                    </a:p>
                  </a:txBody>
                  <a:tcPr/>
                </a:tc>
                <a:tc>
                  <a:txBody>
                    <a:bodyPr/>
                    <a:lstStyle/>
                    <a:p>
                      <a:r>
                        <a:rPr kumimoji="1" lang="ja-JP" altLang="en-US" sz="900">
                          <a:latin typeface="Meiryo UI" panose="020B0604030504040204" pitchFamily="50" charset="-128"/>
                          <a:ea typeface="Meiryo UI" panose="020B0604030504040204" pitchFamily="50" charset="-128"/>
                        </a:rPr>
                        <a:t>決定が必要な内容</a:t>
                      </a:r>
                    </a:p>
                  </a:txBody>
                  <a:tcPr/>
                </a:tc>
                <a:tc>
                  <a:txBody>
                    <a:bodyPr/>
                    <a:lstStyle/>
                    <a:p>
                      <a:r>
                        <a:rPr kumimoji="1" lang="ja-JP" altLang="en-US" sz="900">
                          <a:latin typeface="Meiryo UI" panose="020B0604030504040204" pitchFamily="50" charset="-128"/>
                          <a:ea typeface="Meiryo UI" panose="020B0604030504040204" pitchFamily="50" charset="-128"/>
                        </a:rPr>
                        <a:t>成果物</a:t>
                      </a:r>
                    </a:p>
                  </a:txBody>
                  <a:tcPr/>
                </a:tc>
                <a:tc>
                  <a:txBody>
                    <a:bodyPr/>
                    <a:lstStyle/>
                    <a:p>
                      <a:r>
                        <a:rPr kumimoji="1" lang="ja-JP" altLang="en-US" sz="900">
                          <a:latin typeface="Meiryo UI" panose="020B0604030504040204" pitchFamily="50" charset="-128"/>
                          <a:ea typeface="Meiryo UI" panose="020B0604030504040204" pitchFamily="50" charset="-128"/>
                        </a:rPr>
                        <a:t>検討イメージ</a:t>
                      </a:r>
                    </a:p>
                  </a:txBody>
                  <a:tcPr/>
                </a:tc>
                <a:extLst>
                  <a:ext uri="{0D108BD9-81ED-4DB2-BD59-A6C34878D82A}">
                    <a16:rowId xmlns:a16="http://schemas.microsoft.com/office/drawing/2014/main" val="583235206"/>
                  </a:ext>
                </a:extLst>
              </a:tr>
              <a:tr h="378569">
                <a:tc rowSpan="14">
                  <a:txBody>
                    <a:bodyPr/>
                    <a:lstStyle/>
                    <a:p>
                      <a:r>
                        <a:rPr kumimoji="1" lang="en-US" altLang="ja-JP" sz="900" b="0">
                          <a:latin typeface="Meiryo UI" panose="020B0604030504040204" pitchFamily="50" charset="-128"/>
                          <a:ea typeface="Meiryo UI" panose="020B0604030504040204" pitchFamily="50" charset="-128"/>
                        </a:rPr>
                        <a:t>1</a:t>
                      </a:r>
                      <a:endParaRPr kumimoji="1" lang="ja-JP" altLang="en-US" sz="900" b="0">
                        <a:latin typeface="Meiryo UI" panose="020B0604030504040204" pitchFamily="50" charset="-128"/>
                        <a:ea typeface="Meiryo UI" panose="020B0604030504040204" pitchFamily="50" charset="-128"/>
                      </a:endParaRPr>
                    </a:p>
                  </a:txBody>
                  <a:tcPr/>
                </a:tc>
                <a:tc rowSpan="19">
                  <a:txBody>
                    <a:bodyPr/>
                    <a:lstStyle/>
                    <a:p>
                      <a:r>
                        <a:rPr kumimoji="1" lang="ja-JP" altLang="en-US" sz="900" b="0">
                          <a:latin typeface="Meiryo UI" panose="020B0604030504040204" pitchFamily="50" charset="-128"/>
                          <a:ea typeface="Meiryo UI" panose="020B0604030504040204" pitchFamily="50" charset="-128"/>
                        </a:rPr>
                        <a:t>必要</a:t>
                      </a:r>
                      <a:endParaRPr kumimoji="1" lang="en-US" altLang="ja-JP" sz="900" b="0">
                        <a:latin typeface="Meiryo UI" panose="020B0604030504040204" pitchFamily="50" charset="-128"/>
                        <a:ea typeface="Meiryo UI" panose="020B0604030504040204" pitchFamily="50" charset="-128"/>
                      </a:endParaRPr>
                    </a:p>
                    <a:p>
                      <a:r>
                        <a:rPr kumimoji="1" lang="ja-JP" altLang="en-US" sz="900" b="0">
                          <a:latin typeface="Meiryo UI" panose="020B0604030504040204" pitchFamily="50" charset="-128"/>
                          <a:ea typeface="Meiryo UI" panose="020B0604030504040204" pitchFamily="50" charset="-128"/>
                        </a:rPr>
                        <a:t>機能</a:t>
                      </a:r>
                      <a:endParaRPr kumimoji="1" lang="en-US" altLang="ja-JP" sz="900" b="0">
                        <a:latin typeface="Meiryo UI" panose="020B0604030504040204" pitchFamily="50" charset="-128"/>
                        <a:ea typeface="Meiryo UI" panose="020B0604030504040204" pitchFamily="50" charset="-128"/>
                      </a:endParaRPr>
                    </a:p>
                    <a:p>
                      <a:r>
                        <a:rPr kumimoji="1" lang="ja-JP" altLang="en-US" sz="900" b="0">
                          <a:latin typeface="Meiryo UI" panose="020B0604030504040204" pitchFamily="50" charset="-128"/>
                          <a:ea typeface="Meiryo UI" panose="020B0604030504040204" pitchFamily="50" charset="-128"/>
                        </a:rPr>
                        <a:t>整理</a:t>
                      </a:r>
                    </a:p>
                  </a:txBody>
                  <a:tcPr/>
                </a:tc>
                <a:tc rowSpan="13">
                  <a:txBody>
                    <a:bodyPr/>
                    <a:lstStyle/>
                    <a:p>
                      <a:r>
                        <a:rPr kumimoji="1" lang="en-US" altLang="ja-JP" sz="900" b="0">
                          <a:latin typeface="Meiryo UI" panose="020B0604030504040204" pitchFamily="50" charset="-128"/>
                          <a:ea typeface="Meiryo UI" panose="020B0604030504040204" pitchFamily="50" charset="-128"/>
                        </a:rPr>
                        <a:t>C</a:t>
                      </a:r>
                      <a:r>
                        <a:rPr kumimoji="1" lang="ja-JP" altLang="en-US" sz="900" b="0">
                          <a:latin typeface="Meiryo UI" panose="020B0604030504040204" pitchFamily="50" charset="-128"/>
                          <a:ea typeface="Meiryo UI" panose="020B0604030504040204" pitchFamily="50" charset="-128"/>
                        </a:rPr>
                        <a:t>２</a:t>
                      </a:r>
                      <a:endParaRPr kumimoji="1" lang="en-US" altLang="ja-JP" sz="900" b="0">
                        <a:latin typeface="Meiryo UI" panose="020B0604030504040204" pitchFamily="50" charset="-128"/>
                        <a:ea typeface="Meiryo UI" panose="020B0604030504040204" pitchFamily="50" charset="-128"/>
                      </a:endParaRPr>
                    </a:p>
                    <a:p>
                      <a:r>
                        <a:rPr kumimoji="1" lang="ja-JP" altLang="en-US" sz="900" b="0">
                          <a:latin typeface="Meiryo UI" panose="020B0604030504040204" pitchFamily="50" charset="-128"/>
                          <a:ea typeface="Meiryo UI" panose="020B0604030504040204" pitchFamily="50" charset="-128"/>
                        </a:rPr>
                        <a:t>システム</a:t>
                      </a:r>
                      <a:endParaRPr kumimoji="1" lang="en-US" altLang="ja-JP" sz="900" b="0">
                        <a:latin typeface="Meiryo UI" panose="020B0604030504040204" pitchFamily="50" charset="-128"/>
                        <a:ea typeface="Meiryo UI" panose="020B0604030504040204" pitchFamily="50" charset="-128"/>
                      </a:endParaRPr>
                    </a:p>
                  </a:txBody>
                  <a:tcPr/>
                </a:tc>
                <a:tc gridSpan="2">
                  <a:txBody>
                    <a:bodyPr/>
                    <a:lstStyle/>
                    <a:p>
                      <a:r>
                        <a:rPr kumimoji="1" lang="ja-JP" altLang="en-US" sz="900">
                          <a:latin typeface="Meiryo UI" panose="020B0604030504040204" pitchFamily="50" charset="-128"/>
                          <a:ea typeface="Meiryo UI" panose="020B0604030504040204" pitchFamily="50" charset="-128"/>
                        </a:rPr>
                        <a:t>既存機能過不足確認</a:t>
                      </a:r>
                    </a:p>
                  </a:txBody>
                  <a:tcPr/>
                </a:tc>
                <a:tc hMerge="1">
                  <a:txBody>
                    <a:bodyPr/>
                    <a:lstStyle/>
                    <a:p>
                      <a:endParaRPr kumimoji="1" lang="ja-JP" altLang="en-US"/>
                    </a:p>
                  </a:txBody>
                  <a:tcPr/>
                </a:tc>
                <a:tc rowSpan="12">
                  <a:txBody>
                    <a:bodyPr/>
                    <a:lstStyle/>
                    <a:p>
                      <a:r>
                        <a:rPr kumimoji="1" lang="ja-JP" altLang="en-US" sz="900">
                          <a:latin typeface="Meiryo UI" panose="020B0604030504040204" pitchFamily="50" charset="-128"/>
                          <a:ea typeface="Meiryo UI" panose="020B0604030504040204" pitchFamily="50" charset="-128"/>
                        </a:rPr>
                        <a:t>・既存各機能の廃止、単純移行、</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　機能刷新いずれにするかの方針</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・機能刷新を行う場合は仕様</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・他システム影響範囲</a:t>
                      </a:r>
                      <a:endParaRPr kumimoji="1" lang="en-US" altLang="ja-JP" sz="900">
                        <a:latin typeface="Meiryo UI" panose="020B0604030504040204" pitchFamily="50" charset="-128"/>
                        <a:ea typeface="Meiryo UI" panose="020B0604030504040204" pitchFamily="50" charset="-128"/>
                      </a:endParaRPr>
                    </a:p>
                  </a:txBody>
                  <a:tcPr/>
                </a:tc>
                <a:tc rowSpan="12">
                  <a:txBody>
                    <a:bodyPr/>
                    <a:lstStyle/>
                    <a:p>
                      <a:r>
                        <a:rPr kumimoji="1" lang="ja-JP" altLang="en-US" sz="900">
                          <a:latin typeface="Meiryo UI" panose="020B0604030504040204" pitchFamily="50" charset="-128"/>
                          <a:ea typeface="Meiryo UI" panose="020B0604030504040204" pitchFamily="50" charset="-128"/>
                        </a:rPr>
                        <a:t>既存機能移行パス一覧</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新システム機能一覧</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他システム影響範囲一覧</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新システム業務フロー</a:t>
                      </a:r>
                      <a:r>
                        <a:rPr kumimoji="1" lang="en-US" altLang="ja-JP" sz="900">
                          <a:latin typeface="Meiryo UI" panose="020B0604030504040204" pitchFamily="50" charset="-128"/>
                          <a:ea typeface="Meiryo UI" panose="020B0604030504040204" pitchFamily="50" charset="-128"/>
                        </a:rPr>
                        <a:t>(TDB</a:t>
                      </a:r>
                      <a:r>
                        <a:rPr kumimoji="1" lang="ja-JP" altLang="en-US" sz="900">
                          <a:latin typeface="Meiryo UI" panose="020B0604030504040204" pitchFamily="50" charset="-128"/>
                          <a:ea typeface="Meiryo UI" panose="020B0604030504040204" pitchFamily="50" charset="-128"/>
                        </a:rPr>
                        <a:t>様</a:t>
                      </a:r>
                      <a:r>
                        <a:rPr kumimoji="1" lang="en-US" altLang="ja-JP" sz="900">
                          <a:latin typeface="Meiryo UI" panose="020B0604030504040204" pitchFamily="50" charset="-128"/>
                          <a:ea typeface="Meiryo UI" panose="020B0604030504040204" pitchFamily="50" charset="-128"/>
                        </a:rPr>
                        <a:t>)</a:t>
                      </a:r>
                    </a:p>
                    <a:p>
                      <a:endParaRPr kumimoji="1" lang="en-US" altLang="ja-JP" sz="900">
                        <a:latin typeface="Meiryo UI" panose="020B0604030504040204" pitchFamily="50" charset="-128"/>
                        <a:ea typeface="Meiryo UI" panose="020B0604030504040204" pitchFamily="50" charset="-128"/>
                      </a:endParaRPr>
                    </a:p>
                  </a:txBody>
                  <a:tcPr/>
                </a:tc>
                <a:tc rowSpan="12">
                  <a:txBody>
                    <a:bodyPr/>
                    <a:lstStyle/>
                    <a:p>
                      <a:r>
                        <a:rPr kumimoji="1" lang="ja-JP" altLang="en-US" sz="900">
                          <a:latin typeface="Meiryo UI" panose="020B0604030504040204" pitchFamily="50" charset="-128"/>
                          <a:ea typeface="Meiryo UI" panose="020B0604030504040204" pitchFamily="50" charset="-128"/>
                        </a:rPr>
                        <a:t>・日立にて既存機能説明</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→方針検討</a:t>
                      </a:r>
                      <a:r>
                        <a:rPr kumimoji="1" lang="en-US" altLang="ja-JP" sz="900">
                          <a:latin typeface="Meiryo UI" panose="020B0604030504040204" pitchFamily="50" charset="-128"/>
                          <a:ea typeface="Meiryo UI" panose="020B0604030504040204" pitchFamily="50" charset="-128"/>
                        </a:rPr>
                        <a:t>(</a:t>
                      </a:r>
                      <a:r>
                        <a:rPr kumimoji="1" lang="ja-JP" altLang="en-US" sz="900">
                          <a:latin typeface="Meiryo UI" panose="020B0604030504040204" pitchFamily="50" charset="-128"/>
                          <a:ea typeface="Meiryo UI" panose="020B0604030504040204" pitchFamily="50" charset="-128"/>
                        </a:rPr>
                        <a:t>日立</a:t>
                      </a:r>
                      <a:r>
                        <a:rPr kumimoji="1" lang="en-US" altLang="ja-JP" sz="900">
                          <a:latin typeface="Meiryo UI" panose="020B0604030504040204" pitchFamily="50" charset="-128"/>
                          <a:ea typeface="Meiryo UI" panose="020B0604030504040204" pitchFamily="50" charset="-128"/>
                        </a:rPr>
                        <a:t>/TDB</a:t>
                      </a:r>
                      <a:r>
                        <a:rPr kumimoji="1" lang="ja-JP" altLang="en-US" sz="900">
                          <a:latin typeface="Meiryo UI" panose="020B0604030504040204" pitchFamily="50" charset="-128"/>
                          <a:ea typeface="Meiryo UI" panose="020B0604030504040204" pitchFamily="50" charset="-128"/>
                        </a:rPr>
                        <a:t>様</a:t>
                      </a:r>
                      <a:r>
                        <a:rPr kumimoji="1" lang="en-US" altLang="ja-JP" sz="900">
                          <a:latin typeface="Meiryo UI" panose="020B0604030504040204" pitchFamily="50" charset="-128"/>
                          <a:ea typeface="Meiryo UI" panose="020B0604030504040204" pitchFamily="50" charset="-128"/>
                        </a:rPr>
                        <a:t>)</a:t>
                      </a:r>
                    </a:p>
                    <a:p>
                      <a:endParaRPr kumimoji="1" lang="en-US" altLang="ja-JP" sz="9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490387447"/>
                  </a:ext>
                </a:extLst>
              </a:tr>
              <a:tr h="229781">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gridSpan="2">
                  <a:txBody>
                    <a:bodyPr/>
                    <a:lstStyle/>
                    <a:p>
                      <a:r>
                        <a:rPr kumimoji="1" lang="ja-JP" altLang="en-US" sz="900">
                          <a:latin typeface="Meiryo UI" panose="020B0604030504040204" pitchFamily="50" charset="-128"/>
                          <a:ea typeface="Meiryo UI" panose="020B0604030504040204" pitchFamily="50" charset="-128"/>
                        </a:rPr>
                        <a:t>全体移行方針検討</a:t>
                      </a:r>
                      <a:endParaRPr kumimoji="1" lang="en-US" altLang="ja-JP" sz="900">
                        <a:latin typeface="Meiryo UI" panose="020B0604030504040204" pitchFamily="50" charset="-128"/>
                        <a:ea typeface="Meiryo UI" panose="020B0604030504040204" pitchFamily="50" charset="-128"/>
                      </a:endParaRPr>
                    </a:p>
                  </a:txBody>
                  <a:tcPr/>
                </a:tc>
                <a:tc hMerge="1">
                  <a:txBody>
                    <a:bodyPr/>
                    <a:lstStyle/>
                    <a:p>
                      <a:endParaRPr kumimoji="1" lang="ja-JP" altLang="en-US"/>
                    </a:p>
                  </a:txBody>
                  <a:tcPr/>
                </a:tc>
                <a:tc vMerge="1">
                  <a:txBody>
                    <a:bodyPr/>
                    <a:lstStyle/>
                    <a:p>
                      <a:endParaRPr kumimoji="1" lang="ja-JP" altLang="en-US" sz="1200">
                        <a:latin typeface="Meiryo UI" panose="020B0604030504040204" pitchFamily="50" charset="-128"/>
                        <a:ea typeface="Meiryo UI" panose="020B0604030504040204" pitchFamily="50" charset="-128"/>
                      </a:endParaRPr>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143469814"/>
                  </a:ext>
                </a:extLst>
              </a:tr>
              <a:tr h="266871">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rowSpan="10">
                  <a:txBody>
                    <a:bodyPr/>
                    <a:lstStyle/>
                    <a:p>
                      <a:r>
                        <a:rPr kumimoji="1" lang="ja-JP" altLang="en-US" sz="900">
                          <a:latin typeface="Meiryo UI" panose="020B0604030504040204" pitchFamily="50" charset="-128"/>
                          <a:ea typeface="Meiryo UI" panose="020B0604030504040204" pitchFamily="50" charset="-128"/>
                        </a:rPr>
                        <a:t>既存</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機能移行方針検討</a:t>
                      </a:r>
                      <a:endParaRPr kumimoji="1" lang="en-US" altLang="ja-JP" sz="90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基本マスタ取り込み処理</a:t>
                      </a:r>
                      <a:endParaRPr kumimoji="1" lang="en-US" altLang="ja-JP" sz="900">
                        <a:latin typeface="Meiryo UI" panose="020B0604030504040204" pitchFamily="50" charset="-128"/>
                        <a:ea typeface="Meiryo UI" panose="020B0604030504040204" pitchFamily="50" charset="-128"/>
                      </a:endParaRPr>
                    </a:p>
                  </a:txBody>
                  <a:tcPr/>
                </a:tc>
                <a:tc vMerge="1">
                  <a:txBody>
                    <a:bodyPr/>
                    <a:lstStyle/>
                    <a:p>
                      <a:endParaRPr kumimoji="1" lang="ja-JP" altLang="en-US" sz="1200">
                        <a:latin typeface="Meiryo UI" panose="020B0604030504040204" pitchFamily="50" charset="-128"/>
                        <a:ea typeface="Meiryo UI" panose="020B0604030504040204" pitchFamily="50" charset="-128"/>
                      </a:endParaRPr>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015694189"/>
                  </a:ext>
                </a:extLst>
              </a:tr>
              <a:tr h="245157">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回収管理</a:t>
                      </a:r>
                      <a:endParaRPr kumimoji="1" lang="ja-JP" altLang="en-US"/>
                    </a:p>
                  </a:txBody>
                  <a:tcPr/>
                </a:tc>
                <a:tc vMerge="1">
                  <a:txBody>
                    <a:bodyPr/>
                    <a:lstStyle/>
                    <a:p>
                      <a:endParaRPr kumimoji="1" lang="ja-JP" altLang="en-US" sz="1200">
                        <a:latin typeface="Meiryo UI" panose="020B0604030504040204" pitchFamily="50" charset="-128"/>
                        <a:ea typeface="Meiryo UI" panose="020B0604030504040204" pitchFamily="50" charset="-128"/>
                      </a:endParaRPr>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033011960"/>
                  </a:ext>
                </a:extLst>
              </a:tr>
              <a:tr h="191299">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項目更新履歴</a:t>
                      </a:r>
                      <a:endParaRPr kumimoji="1" lang="ja-JP" altLang="en-US"/>
                    </a:p>
                  </a:txBody>
                  <a:tcPr/>
                </a:tc>
                <a:tc vMerge="1">
                  <a:txBody>
                    <a:bodyPr/>
                    <a:lstStyle/>
                    <a:p>
                      <a:endParaRPr kumimoji="1" lang="ja-JP" altLang="en-US" sz="1200">
                        <a:latin typeface="Meiryo UI" panose="020B0604030504040204" pitchFamily="50" charset="-128"/>
                        <a:ea typeface="Meiryo UI" panose="020B0604030504040204" pitchFamily="50" charset="-128"/>
                      </a:endParaRPr>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274896681"/>
                  </a:ext>
                </a:extLst>
              </a:tr>
              <a:tr h="234747">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既存画面機能</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487460435"/>
                  </a:ext>
                </a:extLst>
              </a:tr>
              <a:tr h="204901">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他システムデータ取り込み</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836200288"/>
                  </a:ext>
                </a:extLst>
              </a:tr>
              <a:tr h="2515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他システムデータ連携</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422203498"/>
                  </a:ext>
                </a:extLst>
              </a:tr>
              <a:tr h="195133">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定数</a:t>
                      </a:r>
                      <a:r>
                        <a:rPr kumimoji="1" lang="en-US" altLang="ja-JP" sz="900">
                          <a:latin typeface="Meiryo UI" panose="020B0604030504040204" pitchFamily="50" charset="-128"/>
                          <a:ea typeface="Meiryo UI" panose="020B0604030504040204" pitchFamily="50" charset="-128"/>
                        </a:rPr>
                        <a:t>DB</a:t>
                      </a:r>
                      <a:r>
                        <a:rPr kumimoji="1" lang="ja-JP" altLang="en-US" sz="900">
                          <a:latin typeface="Meiryo UI" panose="020B0604030504040204" pitchFamily="50" charset="-128"/>
                          <a:ea typeface="Meiryo UI" panose="020B0604030504040204" pitchFamily="50" charset="-128"/>
                        </a:rPr>
                        <a:t>・一括修正機能</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366311215"/>
                  </a:ext>
                </a:extLst>
              </a:tr>
              <a:tr h="157191">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エラーチェック、整合性チェック</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626289854"/>
                  </a:ext>
                </a:extLst>
              </a:tr>
              <a:tr h="2286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管理資料作成</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735398149"/>
                  </a:ext>
                </a:extLst>
              </a:tr>
              <a:tr h="245157">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英文</a:t>
                      </a:r>
                      <a:r>
                        <a:rPr kumimoji="1" lang="en-US" altLang="ja-JP" sz="900">
                          <a:latin typeface="Meiryo UI" panose="020B0604030504040204" pitchFamily="50" charset="-128"/>
                          <a:ea typeface="Meiryo UI" panose="020B0604030504040204" pitchFamily="50" charset="-128"/>
                        </a:rPr>
                        <a:t>C2</a:t>
                      </a:r>
                      <a:r>
                        <a:rPr kumimoji="1" lang="ja-JP" altLang="en-US" sz="900">
                          <a:latin typeface="Meiryo UI" panose="020B0604030504040204" pitchFamily="50" charset="-128"/>
                          <a:ea typeface="Meiryo UI" panose="020B0604030504040204" pitchFamily="50" charset="-128"/>
                        </a:rPr>
                        <a:t>扱い</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953781299"/>
                  </a:ext>
                </a:extLst>
              </a:tr>
              <a:tr h="0">
                <a:tc vMerge="1">
                  <a:txBody>
                    <a:bodyPr/>
                    <a:lstStyle/>
                    <a:p>
                      <a:endParaRPr kumimoji="1" lang="ja-JP" altLang="en-US"/>
                    </a:p>
                  </a:txBody>
                  <a:tcPr/>
                </a:tc>
                <a:tc vMerge="1">
                  <a:txBody>
                    <a:bodyPr/>
                    <a:lstStyle/>
                    <a:p>
                      <a:endParaRPr kumimoji="1" lang="ja-JP" altLang="en-US"/>
                    </a:p>
                  </a:txBody>
                  <a:tcPr/>
                </a:tc>
                <a:tc vMerge="1">
                  <a:txBody>
                    <a:bodyPr/>
                    <a:lstStyle/>
                    <a:p>
                      <a:endParaRPr kumimoji="1" lang="en-US" altLang="ja-JP" sz="1050" b="0">
                        <a:latin typeface="Meiryo UI" panose="020B0604030504040204" pitchFamily="50" charset="-128"/>
                        <a:ea typeface="Meiryo UI" panose="020B0604030504040204" pitchFamily="50" charset="-128"/>
                      </a:endParaRP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panose="020B0604030504040204" pitchFamily="50" charset="-128"/>
                          <a:ea typeface="Meiryo UI" panose="020B0604030504040204" pitchFamily="50" charset="-128"/>
                        </a:rPr>
                        <a:t>追加開発機能</a:t>
                      </a:r>
                    </a:p>
                  </a:txBody>
                  <a:tcPr/>
                </a:tc>
                <a:tc hMerge="1">
                  <a:txBody>
                    <a:bodyPr/>
                    <a:lstStyle/>
                    <a:p>
                      <a:endParaRPr kumimoji="1" lang="ja-JP" altLang="en-US"/>
                    </a:p>
                  </a:txBody>
                  <a:tcPr/>
                </a:tc>
                <a:tc>
                  <a:txBody>
                    <a:bodyPr/>
                    <a:lstStyle/>
                    <a:p>
                      <a:r>
                        <a:rPr kumimoji="1" lang="ja-JP" altLang="en-US" sz="900">
                          <a:latin typeface="Meiryo UI" panose="020B0604030504040204" pitchFamily="50" charset="-128"/>
                          <a:ea typeface="Meiryo UI" panose="020B0604030504040204" pitchFamily="50" charset="-128"/>
                        </a:rPr>
                        <a:t>既存にはない機能を構築する場合の仕様</a:t>
                      </a:r>
                      <a:endParaRPr kumimoji="1" lang="en-US" altLang="ja-JP" sz="9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panose="020B0604030504040204" pitchFamily="50" charset="-128"/>
                          <a:ea typeface="Meiryo UI" panose="020B0604030504040204" pitchFamily="50" charset="-128"/>
                        </a:rPr>
                        <a:t>新システム機能一覧</a:t>
                      </a:r>
                      <a:endParaRPr kumimoji="1" lang="en-US" altLang="ja-JP" sz="9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panose="020B0604030504040204" pitchFamily="50" charset="-128"/>
                          <a:ea typeface="Meiryo UI" panose="020B0604030504040204" pitchFamily="50" charset="-128"/>
                        </a:rPr>
                        <a:t>要件一覧提示：</a:t>
                      </a:r>
                      <a:r>
                        <a:rPr kumimoji="1" lang="en-US" altLang="ja-JP" sz="900">
                          <a:latin typeface="Meiryo UI" panose="020B0604030504040204" pitchFamily="50" charset="-128"/>
                          <a:ea typeface="Meiryo UI" panose="020B0604030504040204" pitchFamily="50" charset="-128"/>
                        </a:rPr>
                        <a:t>TDB</a:t>
                      </a:r>
                      <a:r>
                        <a:rPr kumimoji="1" lang="ja-JP" altLang="en-US" sz="900">
                          <a:latin typeface="Meiryo UI" panose="020B0604030504040204" pitchFamily="50" charset="-128"/>
                          <a:ea typeface="Meiryo UI" panose="020B0604030504040204" pitchFamily="50" charset="-128"/>
                        </a:rPr>
                        <a:t>様</a:t>
                      </a:r>
                      <a:endParaRPr kumimoji="1" lang="en-US" altLang="ja-JP" sz="90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panose="020B0604030504040204" pitchFamily="50" charset="-128"/>
                          <a:ea typeface="Meiryo UI" panose="020B0604030504040204" pitchFamily="50" charset="-128"/>
                        </a:rPr>
                        <a:t>→影響検討：日立</a:t>
                      </a:r>
                      <a:r>
                        <a:rPr kumimoji="1" lang="en-US" altLang="ja-JP" sz="900">
                          <a:latin typeface="Meiryo UI" panose="020B0604030504040204" pitchFamily="50" charset="-128"/>
                          <a:ea typeface="Meiryo UI" panose="020B0604030504040204" pitchFamily="50" charset="-128"/>
                        </a:rPr>
                        <a:t>/TDB</a:t>
                      </a:r>
                      <a:r>
                        <a:rPr kumimoji="1" lang="ja-JP" altLang="en-US" sz="900">
                          <a:latin typeface="Meiryo UI" panose="020B0604030504040204" pitchFamily="50" charset="-128"/>
                          <a:ea typeface="Meiryo UI" panose="020B0604030504040204" pitchFamily="50" charset="-128"/>
                        </a:rPr>
                        <a:t>様</a:t>
                      </a:r>
                      <a:endParaRPr kumimoji="1" lang="en-US" altLang="ja-JP" sz="9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77342071"/>
                  </a:ext>
                </a:extLst>
              </a:tr>
              <a:tr h="166683">
                <a:tc vMerge="1">
                  <a:txBody>
                    <a:bodyPr/>
                    <a:lstStyle/>
                    <a:p>
                      <a:endParaRPr kumimoji="1" lang="ja-JP" altLang="en-US" sz="1050" b="0">
                        <a:latin typeface="Meiryo UI" panose="020B0604030504040204" pitchFamily="50" charset="-128"/>
                        <a:ea typeface="Meiryo UI" panose="020B0604030504040204" pitchFamily="50" charset="-128"/>
                      </a:endParaRPr>
                    </a:p>
                  </a:txBody>
                  <a:tcPr/>
                </a:tc>
                <a:tc vMerge="1">
                  <a:txBody>
                    <a:bodyPr/>
                    <a:lstStyle/>
                    <a:p>
                      <a:endParaRPr kumimoji="1" lang="ja-JP" altLang="en-US"/>
                    </a:p>
                  </a:txBody>
                  <a:tcPr/>
                </a:tc>
                <a:tc rowSpan="5">
                  <a:txBody>
                    <a:bodyPr/>
                    <a:lstStyle/>
                    <a:p>
                      <a:r>
                        <a:rPr kumimoji="1" lang="ja-JP" altLang="en-US" sz="900" b="0" i="0" u="none">
                          <a:latin typeface="Meiryo UI" panose="020B0604030504040204" pitchFamily="50" charset="-128"/>
                          <a:ea typeface="Meiryo UI" panose="020B0604030504040204" pitchFamily="50" charset="-128"/>
                        </a:rPr>
                        <a:t>年次系システム</a:t>
                      </a:r>
                      <a:endParaRPr kumimoji="1" lang="en-US" altLang="ja-JP" sz="900" b="0">
                        <a:latin typeface="Meiryo UI" panose="020B0604030504040204" pitchFamily="50" charset="-128"/>
                        <a:ea typeface="Meiryo UI" panose="020B0604030504040204" pitchFamily="50" charset="-128"/>
                      </a:endParaRPr>
                    </a:p>
                  </a:txBody>
                  <a:tcPr/>
                </a:tc>
                <a:tc rowSpan="5">
                  <a:txBody>
                    <a:bodyPr/>
                    <a:lstStyle/>
                    <a:p>
                      <a:endParaRPr kumimoji="1" lang="ja-JP" altLang="en-US" sz="900">
                        <a:latin typeface="Meiryo UI" panose="020B0604030504040204" pitchFamily="50" charset="-128"/>
                        <a:ea typeface="Meiryo UI" panose="020B0604030504040204" pitchFamily="50" charset="-128"/>
                      </a:endParaRPr>
                    </a:p>
                  </a:txBody>
                  <a:tcPr/>
                </a:tc>
                <a:tc rowSpan="2">
                  <a:txBody>
                    <a:bodyPr/>
                    <a:lstStyle/>
                    <a:p>
                      <a:r>
                        <a:rPr kumimoji="1" lang="ja-JP" altLang="en-US" sz="900">
                          <a:latin typeface="Meiryo UI" panose="020B0604030504040204" pitchFamily="50" charset="-128"/>
                          <a:ea typeface="Meiryo UI" panose="020B0604030504040204" pitchFamily="50" charset="-128"/>
                        </a:rPr>
                        <a:t>全体移行方針</a:t>
                      </a:r>
                    </a:p>
                  </a:txBody>
                  <a:tcPr/>
                </a:tc>
                <a:tc rowSpan="5">
                  <a:txBody>
                    <a:bodyPr/>
                    <a:lstStyle/>
                    <a:p>
                      <a:r>
                        <a:rPr kumimoji="1" lang="ja-JP" altLang="en-US" sz="900">
                          <a:latin typeface="Meiryo UI" panose="020B0604030504040204" pitchFamily="50" charset="-128"/>
                          <a:ea typeface="Meiryo UI" panose="020B0604030504040204" pitchFamily="50" charset="-128"/>
                        </a:rPr>
                        <a:t>・既存各機能の廃止、単純移行、</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機能刷新の方針</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・機能刷新を行う場合はその仕様</a:t>
                      </a:r>
                      <a:endParaRPr kumimoji="1" lang="en-US" altLang="ja-JP" sz="900">
                        <a:latin typeface="Meiryo UI" panose="020B0604030504040204" pitchFamily="50" charset="-128"/>
                        <a:ea typeface="Meiryo UI" panose="020B0604030504040204" pitchFamily="50" charset="-128"/>
                      </a:endParaRPr>
                    </a:p>
                  </a:txBody>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panose="020B0604030504040204" pitchFamily="50" charset="-128"/>
                          <a:ea typeface="Meiryo UI" panose="020B0604030504040204" pitchFamily="50" charset="-128"/>
                        </a:rPr>
                        <a:t>既存機能移行パス一覧</a:t>
                      </a:r>
                      <a:endParaRPr kumimoji="1" lang="en-US" altLang="ja-JP" sz="90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panose="020B0604030504040204" pitchFamily="50" charset="-128"/>
                          <a:ea typeface="Meiryo UI" panose="020B0604030504040204" pitchFamily="50" charset="-128"/>
                        </a:rPr>
                        <a:t>新システム機能一覧</a:t>
                      </a:r>
                      <a:endParaRPr kumimoji="1" lang="en-US" altLang="ja-JP" sz="900">
                        <a:latin typeface="Meiryo UI" panose="020B0604030504040204" pitchFamily="50" charset="-128"/>
                        <a:ea typeface="Meiryo UI" panose="020B0604030504040204" pitchFamily="50" charset="-128"/>
                      </a:endParaRPr>
                    </a:p>
                  </a:txBody>
                  <a:tcPr/>
                </a:tc>
                <a:tc rowSpan="5">
                  <a:txBody>
                    <a:bodyPr/>
                    <a:lstStyle/>
                    <a:p>
                      <a:r>
                        <a:rPr kumimoji="1" lang="ja-JP" altLang="en-US" sz="900">
                          <a:latin typeface="Meiryo UI" panose="020B0604030504040204" pitchFamily="50" charset="-128"/>
                          <a:ea typeface="Meiryo UI" panose="020B0604030504040204" pitchFamily="50" charset="-128"/>
                        </a:rPr>
                        <a:t>・日立にて既存機能説明</a:t>
                      </a:r>
                      <a:endParaRPr kumimoji="1" lang="en-US" altLang="ja-JP" sz="900">
                        <a:latin typeface="Meiryo UI" panose="020B0604030504040204" pitchFamily="50" charset="-128"/>
                        <a:ea typeface="Meiryo UI" panose="020B0604030504040204" pitchFamily="50" charset="-128"/>
                      </a:endParaRPr>
                    </a:p>
                    <a:p>
                      <a:r>
                        <a:rPr kumimoji="1" lang="ja-JP" altLang="en-US" sz="900">
                          <a:latin typeface="Meiryo UI" panose="020B0604030504040204" pitchFamily="50" charset="-128"/>
                          <a:ea typeface="Meiryo UI" panose="020B0604030504040204" pitchFamily="50" charset="-128"/>
                        </a:rPr>
                        <a:t>→方針検討</a:t>
                      </a:r>
                      <a:r>
                        <a:rPr kumimoji="1" lang="en-US" altLang="ja-JP" sz="900">
                          <a:latin typeface="Meiryo UI" panose="020B0604030504040204" pitchFamily="50" charset="-128"/>
                          <a:ea typeface="Meiryo UI" panose="020B0604030504040204" pitchFamily="50" charset="-128"/>
                        </a:rPr>
                        <a:t>(</a:t>
                      </a:r>
                      <a:r>
                        <a:rPr kumimoji="1" lang="ja-JP" altLang="en-US" sz="900">
                          <a:latin typeface="Meiryo UI" panose="020B0604030504040204" pitchFamily="50" charset="-128"/>
                          <a:ea typeface="Meiryo UI" panose="020B0604030504040204" pitchFamily="50" charset="-128"/>
                        </a:rPr>
                        <a:t>日立</a:t>
                      </a:r>
                      <a:r>
                        <a:rPr kumimoji="1" lang="en-US" altLang="ja-JP" sz="900">
                          <a:latin typeface="Meiryo UI" panose="020B0604030504040204" pitchFamily="50" charset="-128"/>
                          <a:ea typeface="Meiryo UI" panose="020B0604030504040204" pitchFamily="50" charset="-128"/>
                        </a:rPr>
                        <a:t>/TDB</a:t>
                      </a:r>
                      <a:r>
                        <a:rPr kumimoji="1" lang="ja-JP" altLang="en-US" sz="900">
                          <a:latin typeface="Meiryo UI" panose="020B0604030504040204" pitchFamily="50" charset="-128"/>
                          <a:ea typeface="Meiryo UI" panose="020B0604030504040204" pitchFamily="50" charset="-128"/>
                        </a:rPr>
                        <a:t>様</a:t>
                      </a:r>
                      <a:r>
                        <a:rPr kumimoji="1" lang="en-US" altLang="ja-JP" sz="90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698283435"/>
                  </a:ext>
                </a:extLst>
              </a:tr>
              <a:tr h="0">
                <a:tc rowSpan="4">
                  <a:txBody>
                    <a:bodyPr/>
                    <a:lstStyle/>
                    <a:p>
                      <a:r>
                        <a:rPr kumimoji="1" lang="en-US" altLang="ja-JP" sz="900" b="0">
                          <a:latin typeface="Meiryo UI" panose="020B0604030504040204" pitchFamily="50" charset="-128"/>
                          <a:ea typeface="Meiryo UI" panose="020B0604030504040204" pitchFamily="50" charset="-128"/>
                        </a:rPr>
                        <a:t>2</a:t>
                      </a:r>
                      <a:endParaRPr kumimoji="1" lang="ja-JP" altLang="en-US" sz="900" b="0">
                        <a:latin typeface="Meiryo UI" panose="020B0604030504040204" pitchFamily="50" charset="-128"/>
                        <a:ea typeface="Meiryo UI" panose="020B0604030504040204" pitchFamily="50" charset="-128"/>
                      </a:endParaRPr>
                    </a:p>
                  </a:txBody>
                  <a:tcPr/>
                </a:tc>
                <a:tc vMerge="1">
                  <a:txBody>
                    <a:bodyPr/>
                    <a:lstStyle/>
                    <a:p>
                      <a:endParaRPr kumimoji="1" lang="ja-JP" altLang="en-US" sz="1600" b="0">
                        <a:latin typeface="Meiryo UI" panose="020B0604030504040204" pitchFamily="50" charset="-128"/>
                        <a:ea typeface="Meiryo UI" panose="020B0604030504040204" pitchFamily="50" charset="-128"/>
                      </a:endParaRPr>
                    </a:p>
                  </a:txBody>
                  <a:tcPr/>
                </a:tc>
                <a:tc vMerge="1">
                  <a:txBody>
                    <a:bodyPr/>
                    <a:lstStyle/>
                    <a:p>
                      <a:r>
                        <a:rPr kumimoji="1" lang="ja-JP" altLang="en-US" sz="1050" b="0" i="0" u="none">
                          <a:latin typeface="Meiryo UI" panose="020B0604030504040204" pitchFamily="50" charset="-128"/>
                          <a:ea typeface="Meiryo UI" panose="020B0604030504040204" pitchFamily="50" charset="-128"/>
                        </a:rPr>
                        <a:t>年次系システム</a:t>
                      </a:r>
                      <a:endParaRPr kumimoji="1" lang="en-US" altLang="ja-JP" sz="1050" b="0" i="0" u="none">
                        <a:latin typeface="Meiryo UI" panose="020B0604030504040204" pitchFamily="50" charset="-128"/>
                        <a:ea typeface="Meiryo UI" panose="020B0604030504040204" pitchFamily="50" charset="-128"/>
                      </a:endParaRPr>
                    </a:p>
                  </a:txBody>
                  <a:tcPr/>
                </a:tc>
                <a:tc vMerge="1">
                  <a:txBody>
                    <a:bodyPr/>
                    <a:lstStyle/>
                    <a:p>
                      <a:endParaRPr kumimoji="1" lang="ja-JP" altLang="en-US" sz="1050">
                        <a:latin typeface="Meiryo UI" panose="020B0604030504040204" pitchFamily="50" charset="-128"/>
                        <a:ea typeface="Meiryo UI" panose="020B0604030504040204" pitchFamily="50" charset="-128"/>
                      </a:endParaRPr>
                    </a:p>
                  </a:txBody>
                  <a:tcPr/>
                </a:tc>
                <a:tc vMerge="1">
                  <a:txBody>
                    <a:bodyPr/>
                    <a:lstStyle/>
                    <a:p>
                      <a:endParaRPr kumimoji="1" lang="ja-JP" altLang="en-US"/>
                    </a:p>
                  </a:txBody>
                  <a:tcPr/>
                </a:tc>
                <a:tc vMerge="1">
                  <a:txBody>
                    <a:bodyPr/>
                    <a:lstStyle/>
                    <a:p>
                      <a:r>
                        <a:rPr kumimoji="1" lang="ja-JP" altLang="en-US" sz="1050">
                          <a:latin typeface="Meiryo UI" panose="020B0604030504040204" pitchFamily="50" charset="-128"/>
                          <a:ea typeface="Meiryo UI" panose="020B0604030504040204" pitchFamily="50" charset="-128"/>
                        </a:rPr>
                        <a:t>・既存各機能の廃止、単純移行、</a:t>
                      </a:r>
                      <a:endParaRPr kumimoji="1" lang="en-US" altLang="ja-JP" sz="1050">
                        <a:latin typeface="Meiryo UI" panose="020B0604030504040204" pitchFamily="50" charset="-128"/>
                        <a:ea typeface="Meiryo UI" panose="020B0604030504040204" pitchFamily="50" charset="-128"/>
                      </a:endParaRPr>
                    </a:p>
                    <a:p>
                      <a:r>
                        <a:rPr kumimoji="1" lang="ja-JP" altLang="en-US" sz="1050">
                          <a:latin typeface="Meiryo UI" panose="020B0604030504040204" pitchFamily="50" charset="-128"/>
                          <a:ea typeface="Meiryo UI" panose="020B0604030504040204" pitchFamily="50" charset="-128"/>
                        </a:rPr>
                        <a:t>機能刷新の方針</a:t>
                      </a:r>
                      <a:endParaRPr kumimoji="1" lang="en-US" altLang="ja-JP" sz="1050">
                        <a:latin typeface="Meiryo UI" panose="020B0604030504040204" pitchFamily="50" charset="-128"/>
                        <a:ea typeface="Meiryo UI" panose="020B0604030504040204" pitchFamily="50" charset="-128"/>
                      </a:endParaRPr>
                    </a:p>
                    <a:p>
                      <a:r>
                        <a:rPr kumimoji="1" lang="ja-JP" altLang="en-US" sz="1050">
                          <a:latin typeface="Meiryo UI" panose="020B0604030504040204" pitchFamily="50" charset="-128"/>
                          <a:ea typeface="Meiryo UI" panose="020B0604030504040204" pitchFamily="50" charset="-128"/>
                        </a:rPr>
                        <a:t>・機能刷新を行う場合はその仕様</a:t>
                      </a:r>
                      <a:endParaRPr kumimoji="1" lang="en-US" altLang="ja-JP" sz="1050">
                        <a:latin typeface="Meiryo UI" panose="020B0604030504040204" pitchFamily="50" charset="-128"/>
                        <a:ea typeface="Meiryo UI" panose="020B0604030504040204" pitchFamily="50" charset="-128"/>
                      </a:endParaRP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a:latin typeface="Meiryo UI" panose="020B0604030504040204" pitchFamily="50" charset="-128"/>
                          <a:ea typeface="Meiryo UI" panose="020B0604030504040204" pitchFamily="50" charset="-128"/>
                        </a:rPr>
                        <a:t>新システム機能一覧</a:t>
                      </a:r>
                      <a:endParaRPr kumimoji="1" lang="en-US" altLang="ja-JP" sz="1050">
                        <a:latin typeface="Meiryo UI" panose="020B0604030504040204" pitchFamily="50" charset="-128"/>
                        <a:ea typeface="Meiryo UI" panose="020B0604030504040204" pitchFamily="50" charset="-128"/>
                      </a:endParaRPr>
                    </a:p>
                  </a:txBody>
                  <a:tcPr/>
                </a:tc>
                <a:tc vMerge="1">
                  <a:txBody>
                    <a:bodyPr/>
                    <a:lstStyle/>
                    <a:p>
                      <a:endParaRPr kumimoji="1" lang="ja-JP" altLang="en-US"/>
                    </a:p>
                  </a:txBody>
                  <a:tcPr/>
                </a:tc>
                <a:extLst>
                  <a:ext uri="{0D108BD9-81ED-4DB2-BD59-A6C34878D82A}">
                    <a16:rowId xmlns:a16="http://schemas.microsoft.com/office/drawing/2014/main" val="1564859100"/>
                  </a:ext>
                </a:extLst>
              </a:tr>
              <a:tr h="24515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900">
                          <a:latin typeface="Meiryo UI" panose="020B0604030504040204" pitchFamily="50" charset="-128"/>
                          <a:ea typeface="Meiryo UI" panose="020B0604030504040204" pitchFamily="50" charset="-128"/>
                        </a:rPr>
                        <a:t>倒産</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4078099229"/>
                  </a:ext>
                </a:extLst>
              </a:tr>
              <a:tr h="24515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900">
                          <a:latin typeface="Meiryo UI" panose="020B0604030504040204" pitchFamily="50" charset="-128"/>
                          <a:ea typeface="Meiryo UI" panose="020B0604030504040204" pitchFamily="50" charset="-128"/>
                        </a:rPr>
                        <a:t>病院、学校</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167589964"/>
                  </a:ext>
                </a:extLst>
              </a:tr>
              <a:tr h="24515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900">
                          <a:latin typeface="Meiryo UI" panose="020B0604030504040204" pitchFamily="50" charset="-128"/>
                          <a:ea typeface="Meiryo UI" panose="020B0604030504040204" pitchFamily="50" charset="-128"/>
                        </a:rPr>
                        <a:t>事業所</a:t>
                      </a:r>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737314101"/>
                  </a:ext>
                </a:extLst>
              </a:tr>
              <a:tr h="308118">
                <a:tc>
                  <a:txBody>
                    <a:bodyPr/>
                    <a:lstStyle/>
                    <a:p>
                      <a:r>
                        <a:rPr kumimoji="1" lang="en-US" altLang="ja-JP" sz="900" b="0">
                          <a:latin typeface="Meiryo UI" panose="020B0604030504040204" pitchFamily="50" charset="-128"/>
                          <a:ea typeface="Meiryo UI" panose="020B0604030504040204" pitchFamily="50" charset="-128"/>
                        </a:rPr>
                        <a:t>3</a:t>
                      </a:r>
                      <a:endParaRPr kumimoji="1" lang="ja-JP" altLang="en-US" sz="900" b="0">
                        <a:latin typeface="Meiryo UI" panose="020B0604030504040204" pitchFamily="50" charset="-128"/>
                        <a:ea typeface="Meiryo UI" panose="020B0604030504040204" pitchFamily="50" charset="-128"/>
                      </a:endParaRPr>
                    </a:p>
                  </a:txBody>
                  <a:tcPr/>
                </a:tc>
                <a:tc vMerge="1">
                  <a:txBody>
                    <a:bodyPr/>
                    <a:lstStyle/>
                    <a:p>
                      <a:endParaRPr kumimoji="1" lang="ja-JP" altLang="en-US" sz="1600" b="0">
                        <a:latin typeface="Meiryo UI" panose="020B0604030504040204" pitchFamily="50" charset="-128"/>
                        <a:ea typeface="Meiryo UI" panose="020B0604030504040204" pitchFamily="50" charset="-128"/>
                      </a:endParaRPr>
                    </a:p>
                  </a:txBody>
                  <a:tcPr/>
                </a:tc>
                <a:tc gridSpan="3">
                  <a:txBody>
                    <a:bodyPr/>
                    <a:lstStyle/>
                    <a:p>
                      <a:r>
                        <a:rPr kumimoji="1" lang="ja-JP" altLang="en-US" sz="900" b="0" i="0" u="none">
                          <a:latin typeface="Meiryo UI" panose="020B0604030504040204" pitchFamily="50" charset="-128"/>
                          <a:ea typeface="Meiryo UI" panose="020B0604030504040204" pitchFamily="50" charset="-128"/>
                        </a:rPr>
                        <a:t>メンテカード管理システム</a:t>
                      </a:r>
                      <a:endParaRPr kumimoji="1" lang="en-US" altLang="ja-JP" sz="900" b="0" i="0" u="none">
                        <a:latin typeface="Meiryo UI" panose="020B0604030504040204" pitchFamily="50" charset="-128"/>
                        <a:ea typeface="Meiryo UI" panose="020B0604030504040204" pitchFamily="50" charset="-128"/>
                      </a:endParaRPr>
                    </a:p>
                    <a:p>
                      <a:endParaRPr kumimoji="1" lang="en-US" altLang="ja-JP" sz="900" b="0" i="0" u="none">
                        <a:latin typeface="Meiryo UI" panose="020B0604030504040204" pitchFamily="50" charset="-128"/>
                        <a:ea typeface="Meiryo UI" panose="020B0604030504040204" pitchFamily="50" charset="-128"/>
                      </a:endParaRPr>
                    </a:p>
                  </a:txBody>
                  <a:tcPr/>
                </a:tc>
                <a:tc hMerge="1">
                  <a:txBody>
                    <a:bodyPr/>
                    <a:lstStyle/>
                    <a:p>
                      <a:endParaRPr kumimoji="1" lang="ja-JP" altLang="en-US" sz="1050">
                        <a:latin typeface="Meiryo UI" panose="020B0604030504040204" pitchFamily="50" charset="-128"/>
                        <a:ea typeface="Meiryo UI" panose="020B0604030504040204" pitchFamily="50" charset="-128"/>
                      </a:endParaRPr>
                    </a:p>
                  </a:txBody>
                  <a:tcPr/>
                </a:tc>
                <a:tc hMerge="1">
                  <a:txBody>
                    <a:bodyPr/>
                    <a:lstStyle/>
                    <a:p>
                      <a:endParaRPr kumimoji="1" lang="ja-JP" altLang="en-US"/>
                    </a:p>
                  </a:txBody>
                  <a:tcPr/>
                </a:tc>
                <a:tc>
                  <a:txBody>
                    <a:bodyPr/>
                    <a:lstStyle/>
                    <a:p>
                      <a:r>
                        <a:rPr kumimoji="1" lang="ja-JP" altLang="en-US" sz="900">
                          <a:latin typeface="Meiryo UI" panose="020B0604030504040204" pitchFamily="50" charset="-128"/>
                          <a:ea typeface="Meiryo UI" panose="020B0604030504040204" pitchFamily="50" charset="-128"/>
                        </a:rPr>
                        <a:t>・移行が必要な機能　</a:t>
                      </a:r>
                      <a:endParaRPr kumimoji="1" lang="en-US" altLang="ja-JP" sz="900">
                        <a:latin typeface="Meiryo UI" panose="020B0604030504040204" pitchFamily="50" charset="-128"/>
                        <a:ea typeface="Meiryo UI" panose="020B0604030504040204" pitchFamily="50" charset="-128"/>
                      </a:endParaRPr>
                    </a:p>
                    <a:p>
                      <a:r>
                        <a:rPr kumimoji="1" lang="en-US" altLang="ja-JP" sz="900">
                          <a:latin typeface="Meiryo UI" panose="020B0604030504040204" pitchFamily="50" charset="-128"/>
                          <a:ea typeface="Meiryo UI" panose="020B0604030504040204" pitchFamily="50" charset="-128"/>
                        </a:rPr>
                        <a:t>※TDB</a:t>
                      </a:r>
                      <a:r>
                        <a:rPr kumimoji="1" lang="ja-JP" altLang="en-US" sz="900">
                          <a:latin typeface="Meiryo UI" panose="020B0604030504040204" pitchFamily="50" charset="-128"/>
                          <a:ea typeface="Meiryo UI" panose="020B0604030504040204" pitchFamily="50" charset="-128"/>
                        </a:rPr>
                        <a:t>様仕様提示</a:t>
                      </a:r>
                      <a:endParaRPr kumimoji="1" lang="en-US" altLang="ja-JP" sz="900">
                        <a:latin typeface="Meiryo UI" panose="020B0604030504040204" pitchFamily="50" charset="-128"/>
                        <a:ea typeface="Meiryo UI" panose="020B0604030504040204" pitchFamily="50" charset="-128"/>
                      </a:endParaRPr>
                    </a:p>
                  </a:txBody>
                  <a:tcPr/>
                </a:tc>
                <a:tc>
                  <a:txBody>
                    <a:bodyPr/>
                    <a:lstStyle/>
                    <a:p>
                      <a:r>
                        <a:rPr kumimoji="1" lang="ja-JP" altLang="en-US" sz="900">
                          <a:latin typeface="Meiryo UI" panose="020B0604030504040204" pitchFamily="50" charset="-128"/>
                          <a:ea typeface="Meiryo UI" panose="020B0604030504040204" pitchFamily="50" charset="-128"/>
                        </a:rPr>
                        <a:t>新システム機能一覧</a:t>
                      </a:r>
                      <a:endParaRPr kumimoji="1" lang="en-US" altLang="ja-JP" sz="90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panose="020B0604030504040204" pitchFamily="50" charset="-128"/>
                          <a:ea typeface="Meiryo UI" panose="020B0604030504040204" pitchFamily="50" charset="-128"/>
                        </a:rPr>
                        <a:t>新システム業務フロー</a:t>
                      </a:r>
                      <a:r>
                        <a:rPr kumimoji="1" lang="en-US" altLang="ja-JP" sz="900">
                          <a:latin typeface="Meiryo UI" panose="020B0604030504040204" pitchFamily="50" charset="-128"/>
                          <a:ea typeface="Meiryo UI" panose="020B0604030504040204" pitchFamily="50" charset="-128"/>
                        </a:rPr>
                        <a:t>(TDB</a:t>
                      </a:r>
                      <a:r>
                        <a:rPr kumimoji="1" lang="ja-JP" altLang="en-US" sz="900">
                          <a:latin typeface="Meiryo UI" panose="020B0604030504040204" pitchFamily="50" charset="-128"/>
                          <a:ea typeface="Meiryo UI" panose="020B0604030504040204" pitchFamily="50" charset="-128"/>
                        </a:rPr>
                        <a:t>様</a:t>
                      </a:r>
                      <a:r>
                        <a:rPr kumimoji="1" lang="en-US" altLang="ja-JP" sz="900">
                          <a:latin typeface="Meiryo UI" panose="020B0604030504040204" pitchFamily="50" charset="-128"/>
                          <a:ea typeface="Meiryo UI" panose="020B0604030504040204" pitchFamily="50" charset="-128"/>
                        </a:rPr>
                        <a:t>)</a:t>
                      </a:r>
                    </a:p>
                    <a:p>
                      <a:endParaRPr kumimoji="1" lang="ja-JP" altLang="en-US" sz="900">
                        <a:latin typeface="Meiryo UI" panose="020B0604030504040204" pitchFamily="50" charset="-128"/>
                        <a:ea typeface="Meiryo UI" panose="020B0604030504040204" pitchFamily="50" charset="-128"/>
                      </a:endParaRPr>
                    </a:p>
                  </a:txBody>
                  <a:tcPr/>
                </a:tc>
                <a:tc>
                  <a:txBody>
                    <a:bodyPr/>
                    <a:lstStyle/>
                    <a:p>
                      <a:r>
                        <a:rPr kumimoji="1" lang="ja-JP" altLang="en-US" sz="900" b="1" i="0" u="none">
                          <a:latin typeface="Meiryo UI" panose="020B0604030504040204" pitchFamily="50" charset="-128"/>
                          <a:ea typeface="Meiryo UI" panose="020B0604030504040204" pitchFamily="50" charset="-128"/>
                        </a:rPr>
                        <a:t>日立として現状商流に入っておらず、現状詳細な仕様は把握しておりません。　想定される進め方について確認させてください。　</a:t>
                      </a:r>
                      <a:endParaRPr kumimoji="1" lang="en-US" altLang="ja-JP" sz="900" b="1" i="0" u="none">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723037174"/>
                  </a:ext>
                </a:extLst>
              </a:tr>
              <a:tr h="401167">
                <a:tc>
                  <a:txBody>
                    <a:bodyPr/>
                    <a:lstStyle/>
                    <a:p>
                      <a:r>
                        <a:rPr kumimoji="1" lang="en-US" altLang="ja-JP" sz="900" b="0">
                          <a:latin typeface="Meiryo UI" panose="020B0604030504040204" pitchFamily="50" charset="-128"/>
                          <a:ea typeface="Meiryo UI" panose="020B0604030504040204" pitchFamily="50" charset="-128"/>
                        </a:rPr>
                        <a:t>4</a:t>
                      </a:r>
                      <a:endParaRPr kumimoji="1" lang="ja-JP" altLang="en-US" sz="900" b="0">
                        <a:latin typeface="Meiryo UI" panose="020B0604030504040204" pitchFamily="50" charset="-128"/>
                        <a:ea typeface="Meiryo UI" panose="020B0604030504040204" pitchFamily="50" charset="-128"/>
                      </a:endParaRPr>
                    </a:p>
                  </a:txBody>
                  <a:tcPr/>
                </a:tc>
                <a:tc gridSpan="4">
                  <a:txBody>
                    <a:bodyPr/>
                    <a:lstStyle/>
                    <a:p>
                      <a:r>
                        <a:rPr kumimoji="1" lang="ja-JP" altLang="en-US" sz="900" b="0">
                          <a:latin typeface="Meiryo UI" panose="020B0604030504040204" pitchFamily="50" charset="-128"/>
                          <a:ea typeface="Meiryo UI" panose="020B0604030504040204" pitchFamily="50" charset="-128"/>
                        </a:rPr>
                        <a:t>本番稼働スケジュール検討</a:t>
                      </a:r>
                    </a:p>
                  </a:txBody>
                  <a:tcPr/>
                </a:tc>
                <a:tc hMerge="1">
                  <a:txBody>
                    <a:bodyPr/>
                    <a:lstStyle/>
                    <a:p>
                      <a:endParaRPr lang="en-US" altLang="ja-JP" sz="1050">
                        <a:solidFill>
                          <a:schemeClr val="tx1"/>
                        </a:solidFill>
                        <a:latin typeface="Meiryo UI" panose="020B0604030504040204" pitchFamily="50" charset="-128"/>
                        <a:ea typeface="Meiryo UI" panose="020B0604030504040204" pitchFamily="50" charset="-128"/>
                      </a:endParaRPr>
                    </a:p>
                  </a:txBody>
                  <a:tcPr/>
                </a:tc>
                <a:tc hMerge="1">
                  <a:txBody>
                    <a:bodyPr/>
                    <a:lstStyle/>
                    <a:p>
                      <a:endParaRPr lang="en-US" altLang="ja-JP" sz="1050">
                        <a:solidFill>
                          <a:schemeClr val="tx1"/>
                        </a:solidFill>
                        <a:latin typeface="Meiryo UI" panose="020B0604030504040204" pitchFamily="50" charset="-128"/>
                        <a:ea typeface="Meiryo UI" panose="020B0604030504040204" pitchFamily="50" charset="-128"/>
                      </a:endParaRPr>
                    </a:p>
                  </a:txBody>
                  <a:tcPr/>
                </a:tc>
                <a:tc hMerge="1">
                  <a:txBody>
                    <a:bodyPr/>
                    <a:lstStyle/>
                    <a:p>
                      <a:endParaRPr kumimoji="1" lang="ja-JP" altLang="en-US"/>
                    </a:p>
                  </a:txBody>
                  <a:tcPr/>
                </a:tc>
                <a:tc>
                  <a:txBody>
                    <a:bodyPr/>
                    <a:lstStyle/>
                    <a:p>
                      <a:r>
                        <a:rPr lang="ja-JP" altLang="en-US" sz="900">
                          <a:solidFill>
                            <a:schemeClr val="tx1"/>
                          </a:solidFill>
                          <a:latin typeface="Meiryo UI" panose="020B0604030504040204" pitchFamily="50" charset="-128"/>
                          <a:ea typeface="Meiryo UI" panose="020B0604030504040204" pitchFamily="50" charset="-128"/>
                        </a:rPr>
                        <a:t>・並行稼働の有無</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・本番処理、他システム切替加味した稼働想定</a:t>
                      </a:r>
                      <a:endParaRPr lang="en-US" altLang="ja-JP" sz="900">
                        <a:solidFill>
                          <a:schemeClr val="tx1"/>
                        </a:solidFill>
                        <a:latin typeface="Meiryo UI" panose="020B0604030504040204" pitchFamily="50" charset="-128"/>
                        <a:ea typeface="Meiryo UI" panose="020B0604030504040204" pitchFamily="50" charset="-128"/>
                      </a:endParaRPr>
                    </a:p>
                  </a:txBody>
                  <a:tcPr/>
                </a:tc>
                <a:tc>
                  <a:txBody>
                    <a:bodyPr/>
                    <a:lstStyle/>
                    <a:p>
                      <a:r>
                        <a:rPr lang="ja-JP" altLang="en-US" sz="900">
                          <a:solidFill>
                            <a:schemeClr val="tx1"/>
                          </a:solidFill>
                          <a:latin typeface="Meiryo UI" panose="020B0604030504040204" pitchFamily="50" charset="-128"/>
                          <a:ea typeface="Meiryo UI" panose="020B0604030504040204" pitchFamily="50" charset="-128"/>
                        </a:rPr>
                        <a:t>大日程スケジュール</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移行方針概要資料</a:t>
                      </a:r>
                      <a:endParaRPr lang="en-US" altLang="ja-JP" sz="900">
                        <a:solidFill>
                          <a:schemeClr val="tx1"/>
                        </a:solidFill>
                        <a:latin typeface="Meiryo UI" panose="020B0604030504040204" pitchFamily="50" charset="-128"/>
                        <a:ea typeface="Meiryo UI" panose="020B0604030504040204" pitchFamily="50" charset="-128"/>
                      </a:endParaRPr>
                    </a:p>
                  </a:txBody>
                  <a:tcPr/>
                </a:tc>
                <a:tc rowSpan="2">
                  <a:txBody>
                    <a:bodyPr/>
                    <a:lstStyle/>
                    <a:p>
                      <a:r>
                        <a:rPr lang="ja-JP" altLang="en-US" sz="900">
                          <a:solidFill>
                            <a:schemeClr val="tx1"/>
                          </a:solidFill>
                          <a:latin typeface="Meiryo UI" panose="020B0604030504040204" pitchFamily="50" charset="-128"/>
                          <a:ea typeface="Meiryo UI" panose="020B0604030504040204" pitchFamily="50" charset="-128"/>
                        </a:rPr>
                        <a:t>検討ポイント整理：日立</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業務展開想定検討：</a:t>
                      </a:r>
                      <a:r>
                        <a:rPr lang="en-US" altLang="ja-JP" sz="900">
                          <a:solidFill>
                            <a:schemeClr val="tx1"/>
                          </a:solidFill>
                          <a:latin typeface="Meiryo UI" panose="020B0604030504040204" pitchFamily="50" charset="-128"/>
                          <a:ea typeface="Meiryo UI" panose="020B0604030504040204" pitchFamily="50" charset="-128"/>
                        </a:rPr>
                        <a:t>TDB</a:t>
                      </a:r>
                      <a:r>
                        <a:rPr lang="ja-JP" altLang="en-US" sz="900">
                          <a:solidFill>
                            <a:schemeClr val="tx1"/>
                          </a:solidFill>
                          <a:latin typeface="Meiryo UI" panose="020B0604030504040204" pitchFamily="50" charset="-128"/>
                          <a:ea typeface="Meiryo UI" panose="020B0604030504040204" pitchFamily="50" charset="-128"/>
                        </a:rPr>
                        <a:t>様</a:t>
                      </a:r>
                      <a:endParaRPr lang="en-US" altLang="ja-JP" sz="900">
                        <a:solidFill>
                          <a:schemeClr val="tx1"/>
                        </a:solidFill>
                        <a:latin typeface="Meiryo UI" panose="020B0604030504040204" pitchFamily="50" charset="-128"/>
                        <a:ea typeface="Meiryo UI" panose="020B0604030504040204" pitchFamily="50" charset="-128"/>
                      </a:endParaRPr>
                    </a:p>
                    <a:p>
                      <a:r>
                        <a:rPr lang="ja-JP" altLang="en-US" sz="900">
                          <a:solidFill>
                            <a:schemeClr val="tx1"/>
                          </a:solidFill>
                          <a:latin typeface="Meiryo UI" panose="020B0604030504040204" pitchFamily="50" charset="-128"/>
                          <a:ea typeface="Meiryo UI" panose="020B0604030504040204" pitchFamily="50" charset="-128"/>
                        </a:rPr>
                        <a:t>→方針検討：</a:t>
                      </a:r>
                      <a:r>
                        <a:rPr lang="en-US" altLang="ja-JP" sz="900">
                          <a:solidFill>
                            <a:schemeClr val="tx1"/>
                          </a:solidFill>
                          <a:latin typeface="Meiryo UI" panose="020B0604030504040204" pitchFamily="50" charset="-128"/>
                          <a:ea typeface="Meiryo UI" panose="020B0604030504040204" pitchFamily="50" charset="-128"/>
                        </a:rPr>
                        <a:t>TDB</a:t>
                      </a:r>
                      <a:r>
                        <a:rPr lang="ja-JP" altLang="en-US" sz="900">
                          <a:solidFill>
                            <a:schemeClr val="tx1"/>
                          </a:solidFill>
                          <a:latin typeface="Meiryo UI" panose="020B0604030504040204" pitchFamily="50" charset="-128"/>
                          <a:ea typeface="Meiryo UI" panose="020B0604030504040204" pitchFamily="50" charset="-128"/>
                        </a:rPr>
                        <a:t>様</a:t>
                      </a:r>
                      <a:r>
                        <a:rPr lang="en-US" altLang="ja-JP" sz="900">
                          <a:solidFill>
                            <a:schemeClr val="tx1"/>
                          </a:solidFill>
                          <a:latin typeface="Meiryo UI" panose="020B0604030504040204" pitchFamily="50" charset="-128"/>
                          <a:ea typeface="Meiryo UI" panose="020B0604030504040204" pitchFamily="50" charset="-128"/>
                        </a:rPr>
                        <a:t>/</a:t>
                      </a:r>
                      <a:r>
                        <a:rPr lang="ja-JP" altLang="en-US" sz="900">
                          <a:solidFill>
                            <a:schemeClr val="tx1"/>
                          </a:solidFill>
                          <a:latin typeface="Meiryo UI" panose="020B0604030504040204" pitchFamily="50" charset="-128"/>
                          <a:ea typeface="Meiryo UI" panose="020B0604030504040204" pitchFamily="50" charset="-128"/>
                        </a:rPr>
                        <a:t>日立</a:t>
                      </a:r>
                      <a:endParaRPr lang="en-US" altLang="ja-JP" sz="9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715403994"/>
                  </a:ext>
                </a:extLst>
              </a:tr>
              <a:tr h="291843">
                <a:tc>
                  <a:txBody>
                    <a:bodyPr/>
                    <a:lstStyle/>
                    <a:p>
                      <a:r>
                        <a:rPr kumimoji="1" lang="en-US" altLang="ja-JP" sz="900" b="0">
                          <a:latin typeface="Meiryo UI" panose="020B0604030504040204" pitchFamily="50" charset="-128"/>
                          <a:ea typeface="Meiryo UI" panose="020B0604030504040204" pitchFamily="50" charset="-128"/>
                        </a:rPr>
                        <a:t>5</a:t>
                      </a:r>
                      <a:endParaRPr kumimoji="1" lang="ja-JP" altLang="en-US" sz="900" b="0">
                        <a:latin typeface="Meiryo UI" panose="020B0604030504040204" pitchFamily="50" charset="-128"/>
                        <a:ea typeface="Meiryo UI" panose="020B0604030504040204" pitchFamily="50" charset="-128"/>
                      </a:endParaRPr>
                    </a:p>
                  </a:txBody>
                  <a:tcPr/>
                </a:tc>
                <a:tc gridSpan="4">
                  <a:txBody>
                    <a:bodyPr/>
                    <a:lstStyle/>
                    <a:p>
                      <a:r>
                        <a:rPr kumimoji="1" lang="ja-JP" altLang="en-US" sz="900" b="0">
                          <a:latin typeface="Meiryo UI" panose="020B0604030504040204" pitchFamily="50" charset="-128"/>
                          <a:ea typeface="Meiryo UI" panose="020B0604030504040204" pitchFamily="50" charset="-128"/>
                        </a:rPr>
                        <a:t>インフラ環境検討</a:t>
                      </a:r>
                    </a:p>
                  </a:txBody>
                  <a:tcPr/>
                </a:tc>
                <a:tc hMerge="1">
                  <a:txBody>
                    <a:bodyPr/>
                    <a:lstStyle/>
                    <a:p>
                      <a:endParaRPr kumimoji="1" lang="en-US" altLang="ja-JP" sz="1050" b="0" i="0" u="none">
                        <a:latin typeface="Meiryo UI" panose="020B0604030504040204" pitchFamily="50" charset="-128"/>
                        <a:ea typeface="Meiryo UI" panose="020B0604030504040204" pitchFamily="50" charset="-128"/>
                      </a:endParaRPr>
                    </a:p>
                  </a:txBody>
                  <a:tcPr/>
                </a:tc>
                <a:tc hMerge="1">
                  <a:txBody>
                    <a:bodyPr/>
                    <a:lstStyle/>
                    <a:p>
                      <a:endParaRPr kumimoji="1" lang="en-US" altLang="ja-JP" sz="1050" b="0" i="0" u="none">
                        <a:latin typeface="Meiryo UI" panose="020B0604030504040204" pitchFamily="50" charset="-128"/>
                        <a:ea typeface="Meiryo UI" panose="020B0604030504040204" pitchFamily="50" charset="-128"/>
                      </a:endParaRPr>
                    </a:p>
                  </a:txBody>
                  <a:tcPr/>
                </a:tc>
                <a:tc hMerge="1">
                  <a:txBody>
                    <a:bodyPr/>
                    <a:lstStyle/>
                    <a:p>
                      <a:endParaRPr kumimoji="1" lang="ja-JP" altLang="en-US"/>
                    </a:p>
                  </a:txBody>
                  <a:tcPr/>
                </a:tc>
                <a:tc>
                  <a:txBody>
                    <a:bodyPr/>
                    <a:lstStyle/>
                    <a:p>
                      <a:r>
                        <a:rPr kumimoji="1" lang="ja-JP" altLang="en-US" sz="900" b="0" i="0" u="none">
                          <a:latin typeface="Meiryo UI" panose="020B0604030504040204" pitchFamily="50" charset="-128"/>
                          <a:ea typeface="Meiryo UI" panose="020B0604030504040204" pitchFamily="50" charset="-128"/>
                        </a:rPr>
                        <a:t>・インフラ構築環境</a:t>
                      </a:r>
                      <a:r>
                        <a:rPr kumimoji="1" lang="en-US" altLang="ja-JP" sz="900" b="0" i="0" u="none">
                          <a:latin typeface="Meiryo UI" panose="020B0604030504040204" pitchFamily="50" charset="-128"/>
                          <a:ea typeface="Meiryo UI" panose="020B0604030504040204" pitchFamily="50" charset="-128"/>
                        </a:rPr>
                        <a:t>(</a:t>
                      </a:r>
                      <a:r>
                        <a:rPr kumimoji="1" lang="ja-JP" altLang="en-US" sz="900" b="0" i="0" u="none">
                          <a:latin typeface="Meiryo UI" panose="020B0604030504040204" pitchFamily="50" charset="-128"/>
                          <a:ea typeface="Meiryo UI" panose="020B0604030504040204" pitchFamily="50" charset="-128"/>
                        </a:rPr>
                        <a:t>どの</a:t>
                      </a:r>
                      <a:r>
                        <a:rPr kumimoji="1" lang="en-US" altLang="ja-JP" sz="900" b="0" i="0" u="none">
                          <a:latin typeface="Meiryo UI" panose="020B0604030504040204" pitchFamily="50" charset="-128"/>
                          <a:ea typeface="Meiryo UI" panose="020B0604030504040204" pitchFamily="50" charset="-128"/>
                        </a:rPr>
                        <a:t>AWS</a:t>
                      </a:r>
                      <a:r>
                        <a:rPr kumimoji="1" lang="ja-JP" altLang="en-US" sz="900" b="0" i="0" u="none">
                          <a:latin typeface="Meiryo UI" panose="020B0604030504040204" pitchFamily="50" charset="-128"/>
                          <a:ea typeface="Meiryo UI" panose="020B0604030504040204" pitchFamily="50" charset="-128"/>
                        </a:rPr>
                        <a:t>環境に構築するか等</a:t>
                      </a:r>
                      <a:r>
                        <a:rPr kumimoji="1" lang="en-US" altLang="ja-JP" sz="900" b="0" i="0" u="none">
                          <a:latin typeface="Meiryo UI" panose="020B0604030504040204" pitchFamily="50" charset="-128"/>
                          <a:ea typeface="Meiryo UI" panose="020B0604030504040204" pitchFamily="50" charset="-128"/>
                        </a:rPr>
                        <a:t>)</a:t>
                      </a:r>
                    </a:p>
                  </a:txBody>
                  <a:tcPr/>
                </a:tc>
                <a:tc>
                  <a:txBody>
                    <a:bodyPr/>
                    <a:lstStyle/>
                    <a:p>
                      <a:r>
                        <a:rPr kumimoji="1" lang="ja-JP" altLang="en-US" sz="900" b="0" i="0" u="none">
                          <a:latin typeface="Meiryo UI" panose="020B0604030504040204" pitchFamily="50" charset="-128"/>
                          <a:ea typeface="Meiryo UI" panose="020B0604030504040204" pitchFamily="50" charset="-128"/>
                        </a:rPr>
                        <a:t>インフラ概要図</a:t>
                      </a:r>
                      <a:endParaRPr kumimoji="1" lang="en-US" altLang="ja-JP" sz="900" b="0" i="0" u="none">
                        <a:latin typeface="Meiryo UI" panose="020B0604030504040204" pitchFamily="50" charset="-128"/>
                        <a:ea typeface="Meiryo UI" panose="020B0604030504040204" pitchFamily="50" charset="-128"/>
                      </a:endParaRPr>
                    </a:p>
                  </a:txBody>
                  <a:tcPr/>
                </a:tc>
                <a:tc vMerge="1">
                  <a:txBody>
                    <a:bodyPr/>
                    <a:lstStyle/>
                    <a:p>
                      <a:endParaRPr kumimoji="1" lang="en-US" altLang="ja-JP" sz="900" b="0" i="0" u="none">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08868866"/>
                  </a:ext>
                </a:extLst>
              </a:tr>
            </a:tbl>
          </a:graphicData>
        </a:graphic>
      </p:graphicFrame>
      <p:sp>
        <p:nvSpPr>
          <p:cNvPr id="8" name="テキスト ボックス 7">
            <a:extLst>
              <a:ext uri="{FF2B5EF4-FFF2-40B4-BE49-F238E27FC236}">
                <a16:creationId xmlns:a16="http://schemas.microsoft.com/office/drawing/2014/main" id="{3FCD622F-01C2-A6A2-CEE7-C716DB836A11}"/>
              </a:ext>
            </a:extLst>
          </p:cNvPr>
          <p:cNvSpPr txBox="1"/>
          <p:nvPr/>
        </p:nvSpPr>
        <p:spPr>
          <a:xfrm>
            <a:off x="277564" y="771180"/>
            <a:ext cx="8646929" cy="313932"/>
          </a:xfrm>
          <a:prstGeom prst="rect">
            <a:avLst/>
          </a:prstGeom>
          <a:noFill/>
        </p:spPr>
        <p:txBody>
          <a:bodyPr wrap="square" rtlCol="0">
            <a:spAutoFit/>
          </a:bodyPr>
          <a:lstStyle/>
          <a:p>
            <a:r>
              <a:rPr lang="ja-JP" altLang="en-US" sz="1600">
                <a:solidFill>
                  <a:schemeClr val="tx1"/>
                </a:solidFill>
                <a:latin typeface="Meiryo UI" panose="020B0604030504040204" pitchFamily="50" charset="-128"/>
                <a:ea typeface="Meiryo UI" panose="020B0604030504040204" pitchFamily="50" charset="-128"/>
              </a:rPr>
              <a:t>以下の様な整理を進めていく形を想定しております。</a:t>
            </a:r>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A8ACBD0C-1F62-60B8-B755-8A7E5C2F6FDA}"/>
              </a:ext>
            </a:extLst>
          </p:cNvPr>
          <p:cNvSpPr/>
          <p:nvPr/>
        </p:nvSpPr>
        <p:spPr bwMode="auto">
          <a:xfrm>
            <a:off x="3685660" y="1945398"/>
            <a:ext cx="1876939" cy="2377440"/>
          </a:xfrm>
          <a:prstGeom prst="rect">
            <a:avLst/>
          </a:prstGeom>
          <a:noFill/>
          <a:ln w="9525">
            <a:solidFill>
              <a:schemeClr val="tx2"/>
            </a:solidFill>
            <a:prstDash val="dash"/>
            <a:miter lim="800000"/>
            <a:headEnd/>
            <a:tailEnd/>
          </a:ln>
          <a:effectLst/>
        </p:spPr>
        <p:txBody>
          <a:bodyPr wrap="none" rtlCol="0" anchor="ctr" anchorCtr="0">
            <a:noAutofit/>
          </a:bodyPr>
          <a:lstStyle/>
          <a:p>
            <a:pPr algn="ctr"/>
            <a:endParaRPr lang="ja-JP" altLang="en-US" sz="1800">
              <a:solidFill>
                <a:schemeClr val="tx1"/>
              </a:solidFill>
            </a:endParaRPr>
          </a:p>
        </p:txBody>
      </p:sp>
      <p:sp>
        <p:nvSpPr>
          <p:cNvPr id="10" name="四角形: 角を丸くする 9">
            <a:extLst>
              <a:ext uri="{FF2B5EF4-FFF2-40B4-BE49-F238E27FC236}">
                <a16:creationId xmlns:a16="http://schemas.microsoft.com/office/drawing/2014/main" id="{96C5D9B9-74A9-CAC5-3EEE-EB572B721F5E}"/>
              </a:ext>
            </a:extLst>
          </p:cNvPr>
          <p:cNvSpPr/>
          <p:nvPr/>
        </p:nvSpPr>
        <p:spPr bwMode="auto">
          <a:xfrm>
            <a:off x="2255060" y="3134118"/>
            <a:ext cx="1351681" cy="313932"/>
          </a:xfrm>
          <a:prstGeom prst="roundRect">
            <a:avLst/>
          </a:prstGeom>
          <a:solidFill>
            <a:schemeClr val="bg1"/>
          </a:solidFill>
          <a:ln w="9525">
            <a:solidFill>
              <a:schemeClr val="tx2"/>
            </a:solidFill>
            <a:miter lim="800000"/>
            <a:headEnd/>
            <a:tailEnd/>
          </a:ln>
          <a:effectLst/>
        </p:spPr>
        <p:txBody>
          <a:bodyPr wrap="none" rtlCol="0" anchor="ctr" anchorCtr="0">
            <a:noAutofit/>
          </a:bodyPr>
          <a:lstStyle/>
          <a:p>
            <a:pPr algn="ctr"/>
            <a:r>
              <a:rPr lang="ja-JP" altLang="en-US" sz="1100">
                <a:solidFill>
                  <a:schemeClr val="tx1"/>
                </a:solidFill>
                <a:latin typeface="Meiryo UI" panose="020B0604030504040204" pitchFamily="50" charset="-128"/>
                <a:ea typeface="Meiryo UI" panose="020B0604030504040204" pitchFamily="50" charset="-128"/>
              </a:rPr>
              <a:t>検討対象の増減</a:t>
            </a:r>
            <a:endParaRPr lang="en-US" altLang="ja-JP" sz="1100">
              <a:solidFill>
                <a:schemeClr val="tx1"/>
              </a:solidFill>
              <a:latin typeface="Meiryo UI" panose="020B0604030504040204" pitchFamily="50" charset="-128"/>
              <a:ea typeface="Meiryo UI" panose="020B0604030504040204" pitchFamily="50" charset="-128"/>
            </a:endParaRPr>
          </a:p>
          <a:p>
            <a:pPr algn="ctr"/>
            <a:r>
              <a:rPr lang="ja-JP" altLang="en-US" sz="1100">
                <a:solidFill>
                  <a:schemeClr val="tx1"/>
                </a:solidFill>
                <a:latin typeface="Meiryo UI" panose="020B0604030504040204" pitchFamily="50" charset="-128"/>
                <a:ea typeface="Meiryo UI" panose="020B0604030504040204" pitchFamily="50" charset="-128"/>
              </a:rPr>
              <a:t>の可能性有</a:t>
            </a:r>
          </a:p>
        </p:txBody>
      </p:sp>
      <p:sp>
        <p:nvSpPr>
          <p:cNvPr id="11" name="スライド番号プレースホルダー 1">
            <a:extLst>
              <a:ext uri="{FF2B5EF4-FFF2-40B4-BE49-F238E27FC236}">
                <a16:creationId xmlns:a16="http://schemas.microsoft.com/office/drawing/2014/main" id="{4103C852-E37D-4AB2-0A75-C27E44CF40D5}"/>
              </a:ext>
            </a:extLst>
          </p:cNvPr>
          <p:cNvSpPr txBox="1">
            <a:spLocks/>
          </p:cNvSpPr>
          <p:nvPr/>
        </p:nvSpPr>
        <p:spPr bwMode="gray">
          <a:xfrm>
            <a:off x="11703050" y="6553200"/>
            <a:ext cx="488950" cy="304800"/>
          </a:xfrm>
          <a:prstGeom prst="rect">
            <a:avLst/>
          </a:prstGeom>
        </p:spPr>
        <p:txBody>
          <a:bodyPr wrap="none"/>
          <a:lstStyle>
            <a:defPPr>
              <a:defRPr lang="ja-JP"/>
            </a:defPPr>
            <a:lvl1pPr algn="r" rtl="0" fontAlgn="base">
              <a:lnSpc>
                <a:spcPct val="90000"/>
              </a:lnSpc>
              <a:spcBef>
                <a:spcPct val="0"/>
              </a:spcBef>
              <a:spcAft>
                <a:spcPct val="0"/>
              </a:spcAft>
              <a:defRPr kumimoji="1" sz="1400" kern="1200" smtClean="0">
                <a:solidFill>
                  <a:schemeClr val="tx1"/>
                </a:solidFill>
                <a:latin typeface="Meiryo UI" panose="020B0604030504040204" pitchFamily="50" charset="-128"/>
                <a:ea typeface="Meiryo UI" panose="020B0604030504040204" pitchFamily="50" charset="-128"/>
                <a:cs typeface="Arial" pitchFamily="34" charset="0"/>
              </a:defRPr>
            </a:lvl1pPr>
            <a:lvl2pPr marL="4572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2pPr>
            <a:lvl3pPr marL="9144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3pPr>
            <a:lvl4pPr marL="13716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4pPr>
            <a:lvl5pPr marL="18288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9pPr>
          </a:lstStyle>
          <a:p>
            <a:pPr>
              <a:defRPr/>
            </a:pPr>
            <a:fld id="{B69A64E9-DEE1-40B5-88E8-A6C3DD001D0B}" type="slidenum">
              <a:rPr lang="en-US" altLang="ja-JP" smtClean="0"/>
              <a:pPr>
                <a:defRPr/>
              </a:pPr>
              <a:t>26</a:t>
            </a:fld>
            <a:endParaRPr lang="en-US" altLang="ja-JP"/>
          </a:p>
        </p:txBody>
      </p:sp>
      <p:sp>
        <p:nvSpPr>
          <p:cNvPr id="14" name="タイトル 5">
            <a:extLst>
              <a:ext uri="{FF2B5EF4-FFF2-40B4-BE49-F238E27FC236}">
                <a16:creationId xmlns:a16="http://schemas.microsoft.com/office/drawing/2014/main" id="{2013F893-5903-BD37-E9DB-709885C724D3}"/>
              </a:ext>
            </a:extLst>
          </p:cNvPr>
          <p:cNvSpPr txBox="1">
            <a:spLocks/>
          </p:cNvSpPr>
          <p:nvPr/>
        </p:nvSpPr>
        <p:spPr>
          <a:xfrm>
            <a:off x="526801" y="171336"/>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a:t>
            </a:r>
            <a:r>
              <a:rPr lang="zh-TW" altLang="en-US" b="0" kern="0"/>
              <a:t>提案①　</a:t>
            </a:r>
            <a:r>
              <a:rPr lang="en-US" altLang="zh-TW" b="0" kern="0"/>
              <a:t>C2</a:t>
            </a:r>
            <a:r>
              <a:rPr lang="zh-TW" altLang="en-US" b="0" kern="0"/>
              <a:t>業務課題改善</a:t>
            </a:r>
          </a:p>
        </p:txBody>
      </p:sp>
      <p:sp>
        <p:nvSpPr>
          <p:cNvPr id="15" name="正方形/長方形 14">
            <a:extLst>
              <a:ext uri="{FF2B5EF4-FFF2-40B4-BE49-F238E27FC236}">
                <a16:creationId xmlns:a16="http://schemas.microsoft.com/office/drawing/2014/main" id="{C983AEFB-C425-52F1-A4EA-1DC0AFCD98F5}"/>
              </a:ext>
            </a:extLst>
          </p:cNvPr>
          <p:cNvSpPr/>
          <p:nvPr/>
        </p:nvSpPr>
        <p:spPr bwMode="auto">
          <a:xfrm>
            <a:off x="1602377" y="4241074"/>
            <a:ext cx="10589623" cy="548640"/>
          </a:xfrm>
          <a:prstGeom prst="rect">
            <a:avLst/>
          </a:prstGeom>
          <a:noFill/>
          <a:ln w="9525">
            <a:solidFill>
              <a:srgbClr val="FF0000"/>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16" name="正方形/長方形 15">
            <a:extLst>
              <a:ext uri="{FF2B5EF4-FFF2-40B4-BE49-F238E27FC236}">
                <a16:creationId xmlns:a16="http://schemas.microsoft.com/office/drawing/2014/main" id="{BB63A8D0-168C-C032-D346-44914CD0826E}"/>
              </a:ext>
            </a:extLst>
          </p:cNvPr>
          <p:cNvSpPr/>
          <p:nvPr/>
        </p:nvSpPr>
        <p:spPr bwMode="auto">
          <a:xfrm>
            <a:off x="9417050" y="3831736"/>
            <a:ext cx="1524000" cy="464820"/>
          </a:xfrm>
          <a:prstGeom prst="rect">
            <a:avLst/>
          </a:prstGeom>
          <a:solidFill>
            <a:schemeClr val="bg1"/>
          </a:solidFill>
          <a:ln w="9525">
            <a:solidFill>
              <a:srgbClr val="FF0000"/>
            </a:solidFill>
            <a:miter lim="800000"/>
            <a:headEnd/>
            <a:tailEnd/>
          </a:ln>
          <a:effectLst/>
        </p:spPr>
        <p:txBody>
          <a:bodyPr wrap="none" rtlCol="0" anchor="ctr" anchorCtr="0">
            <a:noAutofit/>
          </a:bodyPr>
          <a:lstStyle/>
          <a:p>
            <a:pPr algn="ctr"/>
            <a:r>
              <a:rPr kumimoji="1" lang="ja-JP" altLang="en-US" sz="1100">
                <a:solidFill>
                  <a:schemeClr val="tx1"/>
                </a:solidFill>
                <a:latin typeface="Meiryo UI" panose="020B0604030504040204" pitchFamily="50" charset="-128"/>
                <a:ea typeface="Meiryo UI" panose="020B0604030504040204" pitchFamily="50" charset="-128"/>
              </a:rPr>
              <a:t>前ページ</a:t>
            </a:r>
            <a:endParaRPr kumimoji="1" lang="en-US" altLang="ja-JP" sz="1100">
              <a:solidFill>
                <a:schemeClr val="tx1"/>
              </a:solidFill>
              <a:latin typeface="Meiryo UI" panose="020B0604030504040204" pitchFamily="50" charset="-128"/>
              <a:ea typeface="Meiryo UI" panose="020B0604030504040204" pitchFamily="50" charset="-128"/>
            </a:endParaRPr>
          </a:p>
          <a:p>
            <a:pPr algn="ctr"/>
            <a:r>
              <a:rPr lang="ja-JP" altLang="en-US" sz="1100">
                <a:solidFill>
                  <a:schemeClr val="tx1"/>
                </a:solidFill>
                <a:latin typeface="Meiryo UI" panose="020B0604030504040204" pitchFamily="50" charset="-128"/>
                <a:ea typeface="Meiryo UI" panose="020B0604030504040204" pitchFamily="50" charset="-128"/>
              </a:rPr>
              <a:t>業務課題に対する検討</a:t>
            </a:r>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35556FC-541D-3044-EF89-C3A2B61FB1B9}"/>
              </a:ext>
            </a:extLst>
          </p:cNvPr>
          <p:cNvSpPr/>
          <p:nvPr/>
        </p:nvSpPr>
        <p:spPr bwMode="auto">
          <a:xfrm>
            <a:off x="3100129" y="1128534"/>
            <a:ext cx="1524000" cy="464820"/>
          </a:xfrm>
          <a:prstGeom prst="rect">
            <a:avLst/>
          </a:prstGeom>
          <a:solidFill>
            <a:schemeClr val="bg1"/>
          </a:solidFill>
          <a:ln w="9525">
            <a:solidFill>
              <a:srgbClr val="FF0000"/>
            </a:solidFill>
            <a:miter lim="800000"/>
            <a:headEnd/>
            <a:tailEnd/>
          </a:ln>
          <a:effectLst/>
        </p:spPr>
        <p:txBody>
          <a:bodyPr wrap="none" rtlCol="0" anchor="ctr" anchorCtr="0">
            <a:noAutofit/>
          </a:bodyPr>
          <a:lstStyle/>
          <a:p>
            <a:pPr algn="ctr"/>
            <a:r>
              <a:rPr kumimoji="1" lang="ja-JP" altLang="en-US" sz="1100">
                <a:solidFill>
                  <a:schemeClr val="tx1"/>
                </a:solidFill>
                <a:latin typeface="Meiryo UI" panose="020B0604030504040204" pitchFamily="50" charset="-128"/>
                <a:ea typeface="Meiryo UI" panose="020B0604030504040204" pitchFamily="50" charset="-128"/>
              </a:rPr>
              <a:t>全体像確認</a:t>
            </a:r>
            <a:endParaRPr kumimoji="1" lang="en-US" altLang="ja-JP" sz="1100">
              <a:solidFill>
                <a:schemeClr val="tx1"/>
              </a:solidFill>
              <a:latin typeface="Meiryo UI" panose="020B0604030504040204" pitchFamily="50" charset="-128"/>
              <a:ea typeface="Meiryo UI" panose="020B0604030504040204" pitchFamily="50" charset="-128"/>
            </a:endParaRPr>
          </a:p>
          <a:p>
            <a:pPr algn="ctr"/>
            <a:r>
              <a:rPr lang="ja-JP" altLang="en-US" sz="1100">
                <a:solidFill>
                  <a:schemeClr val="tx1"/>
                </a:solidFill>
                <a:latin typeface="Meiryo UI" panose="020B0604030504040204" pitchFamily="50" charset="-128"/>
                <a:ea typeface="Meiryo UI" panose="020B0604030504040204" pitchFamily="50" charset="-128"/>
              </a:rPr>
              <a:t>一部実施</a:t>
            </a:r>
            <a:endParaRPr kumimoji="1" lang="ja-JP" altLang="en-US" sz="11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88315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760F4-4E0D-D6E9-CC77-2B52664EE6CC}"/>
            </a:ext>
          </a:extLst>
        </p:cNvPr>
        <p:cNvGrpSpPr/>
        <p:nvPr/>
      </p:nvGrpSpPr>
      <p:grpSpPr>
        <a:xfrm>
          <a:off x="0" y="0"/>
          <a:ext cx="0" cy="0"/>
          <a:chOff x="0" y="0"/>
          <a:chExt cx="0" cy="0"/>
        </a:xfrm>
      </p:grpSpPr>
      <p:pic>
        <p:nvPicPr>
          <p:cNvPr id="94" name="図 93">
            <a:extLst>
              <a:ext uri="{FF2B5EF4-FFF2-40B4-BE49-F238E27FC236}">
                <a16:creationId xmlns:a16="http://schemas.microsoft.com/office/drawing/2014/main" id="{A371BA36-A39F-AFB6-C998-63AA6A352E07}"/>
              </a:ext>
            </a:extLst>
          </p:cNvPr>
          <p:cNvPicPr>
            <a:picLocks noChangeAspect="1"/>
          </p:cNvPicPr>
          <p:nvPr/>
        </p:nvPicPr>
        <p:blipFill>
          <a:blip r:embed="rId3"/>
          <a:stretch>
            <a:fillRect/>
          </a:stretch>
        </p:blipFill>
        <p:spPr>
          <a:xfrm>
            <a:off x="3367023" y="2224209"/>
            <a:ext cx="7885003" cy="4462455"/>
          </a:xfrm>
          <a:prstGeom prst="rect">
            <a:avLst/>
          </a:prstGeom>
          <a:ln>
            <a:solidFill>
              <a:schemeClr val="tx1"/>
            </a:solidFill>
          </a:ln>
        </p:spPr>
      </p:pic>
      <p:sp>
        <p:nvSpPr>
          <p:cNvPr id="3" name="テキスト ボックス 2">
            <a:extLst>
              <a:ext uri="{FF2B5EF4-FFF2-40B4-BE49-F238E27FC236}">
                <a16:creationId xmlns:a16="http://schemas.microsoft.com/office/drawing/2014/main" id="{F151A1B8-A1DE-8FBD-C0D5-EAEBC6962675}"/>
              </a:ext>
            </a:extLst>
          </p:cNvPr>
          <p:cNvSpPr txBox="1"/>
          <p:nvPr/>
        </p:nvSpPr>
        <p:spPr>
          <a:xfrm>
            <a:off x="311211" y="1022437"/>
            <a:ext cx="11559364" cy="313932"/>
          </a:xfrm>
          <a:prstGeom prst="rect">
            <a:avLst/>
          </a:prstGeom>
          <a:noFill/>
        </p:spPr>
        <p:txBody>
          <a:bodyPr wrap="square" rtlCol="0">
            <a:spAutoFit/>
          </a:bodyPr>
          <a:lstStyle/>
          <a:p>
            <a:r>
              <a:rPr lang="en-US" altLang="ja-JP" sz="1600">
                <a:solidFill>
                  <a:schemeClr val="tx1"/>
                </a:solidFill>
                <a:latin typeface="Meiryo UI" panose="020B0604030504040204" pitchFamily="50" charset="-128"/>
                <a:ea typeface="Meiryo UI" panose="020B0604030504040204" pitchFamily="50" charset="-128"/>
              </a:rPr>
              <a:t>#2</a:t>
            </a:r>
            <a:r>
              <a:rPr lang="ja-JP" altLang="en-US" sz="1600">
                <a:solidFill>
                  <a:schemeClr val="tx1"/>
                </a:solidFill>
                <a:latin typeface="Meiryo UI" panose="020B0604030504040204" pitchFamily="50" charset="-128"/>
                <a:ea typeface="Meiryo UI" panose="020B0604030504040204" pitchFamily="50" charset="-128"/>
              </a:rPr>
              <a:t>　</a:t>
            </a:r>
            <a:r>
              <a:rPr kumimoji="1" lang="ja-JP" altLang="en-US" sz="1600" b="0">
                <a:solidFill>
                  <a:schemeClr val="tx1"/>
                </a:solidFill>
                <a:latin typeface="Meiryo UI" panose="020B0604030504040204" pitchFamily="50" charset="-128"/>
                <a:ea typeface="Meiryo UI" panose="020B0604030504040204" pitchFamily="50" charset="-128"/>
              </a:rPr>
              <a:t>各環境の役割について</a:t>
            </a:r>
            <a:r>
              <a:rPr lang="ja-JP" altLang="en-US" sz="1600">
                <a:solidFill>
                  <a:schemeClr val="tx1"/>
                </a:solidFill>
                <a:latin typeface="Meiryo UI" panose="020B0604030504040204" pitchFamily="50" charset="-128"/>
                <a:ea typeface="Meiryo UI" panose="020B0604030504040204" pitchFamily="50" charset="-128"/>
              </a:rPr>
              <a:t>　</a:t>
            </a:r>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7" name="スライド番号プレースホルダー 1">
            <a:extLst>
              <a:ext uri="{FF2B5EF4-FFF2-40B4-BE49-F238E27FC236}">
                <a16:creationId xmlns:a16="http://schemas.microsoft.com/office/drawing/2014/main" id="{565C3AC5-7A74-418E-D2D8-5FC17BC95A0C}"/>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27</a:t>
            </a:fld>
            <a:endParaRPr lang="en-US" altLang="ja-JP"/>
          </a:p>
        </p:txBody>
      </p:sp>
      <p:sp>
        <p:nvSpPr>
          <p:cNvPr id="91" name="吹き出し: 線 90">
            <a:extLst>
              <a:ext uri="{FF2B5EF4-FFF2-40B4-BE49-F238E27FC236}">
                <a16:creationId xmlns:a16="http://schemas.microsoft.com/office/drawing/2014/main" id="{BB89D6C3-2E9C-F62F-DDE6-DB12DE2D2EF1}"/>
              </a:ext>
            </a:extLst>
          </p:cNvPr>
          <p:cNvSpPr/>
          <p:nvPr/>
        </p:nvSpPr>
        <p:spPr bwMode="auto">
          <a:xfrm>
            <a:off x="9694355" y="919223"/>
            <a:ext cx="2326822" cy="1269491"/>
          </a:xfrm>
          <a:prstGeom prst="borderCallout1">
            <a:avLst>
              <a:gd name="adj1" fmla="val 18750"/>
              <a:gd name="adj2" fmla="val -8333"/>
              <a:gd name="adj3" fmla="val 231801"/>
              <a:gd name="adj4" fmla="val -56236"/>
            </a:avLst>
          </a:prstGeom>
          <a:solidFill>
            <a:schemeClr val="bg1"/>
          </a:solidFill>
          <a:ln w="9525">
            <a:solidFill>
              <a:schemeClr val="tx1"/>
            </a:solidFill>
            <a:miter lim="800000"/>
            <a:headEnd/>
            <a:tailEnd/>
          </a:ln>
          <a:effectLst/>
        </p:spPr>
        <p:txBody>
          <a:bodyPr wrap="none" rtlCol="0" anchor="ctr" anchorCtr="0">
            <a:noAutofit/>
          </a:bodyPr>
          <a:lstStyle/>
          <a:p>
            <a:r>
              <a:rPr lang="ja-JP" altLang="en-US" sz="1000" b="1">
                <a:solidFill>
                  <a:schemeClr val="tx1"/>
                </a:solidFill>
                <a:latin typeface="Meiryo UI" panose="020B0604030504040204" pitchFamily="50" charset="-128"/>
                <a:ea typeface="Meiryo UI" panose="020B0604030504040204" pitchFamily="50" charset="-128"/>
              </a:rPr>
              <a:t>■サービス提供基盤</a:t>
            </a:r>
            <a:endParaRPr lang="en-US" altLang="ja-JP" sz="1000" b="1">
              <a:solidFill>
                <a:schemeClr val="tx1"/>
              </a:solidFill>
              <a:latin typeface="Meiryo UI" panose="020B0604030504040204" pitchFamily="50" charset="-128"/>
              <a:ea typeface="Meiryo UI" panose="020B0604030504040204" pitchFamily="50" charset="-128"/>
            </a:endParaRPr>
          </a:p>
          <a:p>
            <a:r>
              <a:rPr lang="en-US" altLang="ja-JP" sz="1000">
                <a:solidFill>
                  <a:schemeClr val="tx1"/>
                </a:solidFill>
                <a:latin typeface="Meiryo UI" panose="020B0604030504040204" pitchFamily="50" charset="-128"/>
                <a:ea typeface="Meiryo UI" panose="020B0604030504040204" pitchFamily="50" charset="-128"/>
              </a:rPr>
              <a:t>C2,</a:t>
            </a:r>
            <a:r>
              <a:rPr lang="ja-JP" altLang="en-US" sz="1000">
                <a:solidFill>
                  <a:schemeClr val="tx1"/>
                </a:solidFill>
                <a:latin typeface="Meiryo UI" panose="020B0604030504040204" pitchFamily="50" charset="-128"/>
                <a:ea typeface="Meiryo UI" panose="020B0604030504040204" pitchFamily="50" charset="-128"/>
              </a:rPr>
              <a:t>企業情報、</a:t>
            </a:r>
            <a:r>
              <a:rPr lang="en-US" altLang="ja-JP" sz="1000">
                <a:solidFill>
                  <a:schemeClr val="tx1"/>
                </a:solidFill>
                <a:latin typeface="Meiryo UI" panose="020B0604030504040204" pitchFamily="50" charset="-128"/>
                <a:ea typeface="Meiryo UI" panose="020B0604030504040204" pitchFamily="50" charset="-128"/>
              </a:rPr>
              <a:t>C-NET</a:t>
            </a:r>
            <a:r>
              <a:rPr lang="ja-JP" altLang="en-US" sz="1000">
                <a:solidFill>
                  <a:schemeClr val="tx1"/>
                </a:solidFill>
                <a:latin typeface="Meiryo UI" panose="020B0604030504040204" pitchFamily="50" charset="-128"/>
                <a:ea typeface="Meiryo UI" panose="020B0604030504040204" pitchFamily="50" charset="-128"/>
              </a:rPr>
              <a:t>・・</a:t>
            </a:r>
            <a:r>
              <a:rPr lang="en-US" altLang="ja-JP" sz="1000" err="1">
                <a:solidFill>
                  <a:schemeClr val="tx1"/>
                </a:solidFill>
                <a:latin typeface="Meiryo UI" panose="020B0604030504040204" pitchFamily="50" charset="-128"/>
                <a:ea typeface="Meiryo UI" panose="020B0604030504040204" pitchFamily="50" charset="-128"/>
              </a:rPr>
              <a:t>etc</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各システムがもつ商品レイアウト</a:t>
            </a:r>
            <a:endParaRPr lang="en-US" altLang="ja-JP" sz="1000">
              <a:solidFill>
                <a:schemeClr val="tx1"/>
              </a:solidFill>
              <a:latin typeface="Meiryo UI" panose="020B0604030504040204" pitchFamily="50" charset="-128"/>
              <a:ea typeface="Meiryo UI" panose="020B0604030504040204" pitchFamily="50" charset="-128"/>
            </a:endParaRPr>
          </a:p>
          <a:p>
            <a:r>
              <a:rPr kumimoji="1" lang="ja-JP" altLang="en-US" sz="1000">
                <a:solidFill>
                  <a:schemeClr val="tx1"/>
                </a:solidFill>
                <a:latin typeface="Meiryo UI" panose="020B0604030504040204" pitchFamily="50" charset="-128"/>
                <a:ea typeface="Meiryo UI" panose="020B0604030504040204" pitchFamily="50" charset="-128"/>
              </a:rPr>
              <a:t>の作成をこの商品提供基盤で</a:t>
            </a:r>
            <a:endParaRPr kumimoji="1"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担う認識であってますでしょうか。</a:t>
            </a:r>
            <a:endParaRPr lang="en-US" altLang="ja-JP" sz="1000">
              <a:solidFill>
                <a:schemeClr val="tx1"/>
              </a:solidFill>
              <a:latin typeface="Meiryo UI" panose="020B0604030504040204" pitchFamily="50" charset="-128"/>
              <a:ea typeface="Meiryo UI" panose="020B0604030504040204" pitchFamily="50" charset="-128"/>
            </a:endParaRPr>
          </a:p>
          <a:p>
            <a:endParaRPr lang="en-US" altLang="ja-JP" sz="1000">
              <a:solidFill>
                <a:schemeClr val="tx1"/>
              </a:solidFill>
              <a:latin typeface="Meiryo UI" panose="020B0604030504040204" pitchFamily="50" charset="-128"/>
              <a:ea typeface="Meiryo UI" panose="020B0604030504040204" pitchFamily="50" charset="-128"/>
            </a:endParaRPr>
          </a:p>
        </p:txBody>
      </p:sp>
      <p:sp>
        <p:nvSpPr>
          <p:cNvPr id="92" name="吹き出し: 線 91">
            <a:extLst>
              <a:ext uri="{FF2B5EF4-FFF2-40B4-BE49-F238E27FC236}">
                <a16:creationId xmlns:a16="http://schemas.microsoft.com/office/drawing/2014/main" id="{17BAB969-4D81-F34F-8282-1CFAA2497C77}"/>
              </a:ext>
            </a:extLst>
          </p:cNvPr>
          <p:cNvSpPr/>
          <p:nvPr/>
        </p:nvSpPr>
        <p:spPr bwMode="auto">
          <a:xfrm>
            <a:off x="169358" y="4910821"/>
            <a:ext cx="2927583" cy="1630187"/>
          </a:xfrm>
          <a:prstGeom prst="borderCallout1">
            <a:avLst>
              <a:gd name="adj1" fmla="val 36138"/>
              <a:gd name="adj2" fmla="val 117132"/>
              <a:gd name="adj3" fmla="val -11002"/>
              <a:gd name="adj4" fmla="val 208750"/>
            </a:avLst>
          </a:prstGeom>
          <a:solidFill>
            <a:schemeClr val="bg1"/>
          </a:solidFill>
          <a:ln w="9525">
            <a:solidFill>
              <a:schemeClr val="tx1"/>
            </a:solidFill>
            <a:miter lim="800000"/>
            <a:headEnd/>
            <a:tailEnd/>
          </a:ln>
          <a:effectLst/>
        </p:spPr>
        <p:txBody>
          <a:bodyPr wrap="none" rtlCol="0" anchor="ctr" anchorCtr="0">
            <a:noAutofit/>
          </a:bodyPr>
          <a:lstStyle/>
          <a:p>
            <a:r>
              <a:rPr lang="ja-JP" altLang="en-US" sz="1000" b="1">
                <a:solidFill>
                  <a:schemeClr val="tx1"/>
                </a:solidFill>
                <a:latin typeface="Meiryo UI" panose="020B0604030504040204" pitchFamily="50" charset="-128"/>
                <a:ea typeface="Meiryo UI" panose="020B0604030504040204" pitchFamily="50" charset="-128"/>
              </a:rPr>
              <a:t>■データ共通化基盤</a:t>
            </a:r>
            <a:endParaRPr lang="en-US" altLang="ja-JP" sz="1000" b="1">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本基盤上に</a:t>
            </a:r>
            <a:r>
              <a:rPr lang="en-US" altLang="ja-JP" sz="1000">
                <a:solidFill>
                  <a:schemeClr val="tx1"/>
                </a:solidFill>
                <a:latin typeface="Meiryo UI" panose="020B0604030504040204" pitchFamily="50" charset="-128"/>
                <a:ea typeface="Meiryo UI" panose="020B0604030504040204" pitchFamily="50" charset="-128"/>
              </a:rPr>
              <a:t>TDB</a:t>
            </a:r>
            <a:r>
              <a:rPr lang="ja-JP" altLang="en-US" sz="1000">
                <a:solidFill>
                  <a:schemeClr val="tx1"/>
                </a:solidFill>
                <a:latin typeface="Meiryo UI" panose="020B0604030504040204" pitchFamily="50" charset="-128"/>
                <a:ea typeface="Meiryo UI" panose="020B0604030504040204" pitchFamily="50" charset="-128"/>
              </a:rPr>
              <a:t>様全データが集まる</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形を想定しております。</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現状、統合</a:t>
            </a:r>
            <a:r>
              <a:rPr lang="en-US" altLang="ja-JP" sz="1000">
                <a:solidFill>
                  <a:schemeClr val="tx1"/>
                </a:solidFill>
                <a:latin typeface="Meiryo UI" panose="020B0604030504040204" pitchFamily="50" charset="-128"/>
                <a:ea typeface="Meiryo UI" panose="020B0604030504040204" pitchFamily="50" charset="-128"/>
              </a:rPr>
              <a:t>DB</a:t>
            </a:r>
            <a:r>
              <a:rPr lang="ja-JP" altLang="en-US" sz="1000">
                <a:solidFill>
                  <a:schemeClr val="tx1"/>
                </a:solidFill>
                <a:latin typeface="Meiryo UI" panose="020B0604030504040204" pitchFamily="50" charset="-128"/>
                <a:ea typeface="Meiryo UI" panose="020B0604030504040204" pitchFamily="50" charset="-128"/>
              </a:rPr>
              <a:t>等の直接参照を開始</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している認識です。</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→今後も各入力系システムからデータ</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取得をデータ共通化基盤から実施する</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想定でしょうか。</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また設計ポリシー等の情報はありますと</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入力システム群の</a:t>
            </a:r>
            <a:r>
              <a:rPr lang="en-US" altLang="ja-JP" sz="1000">
                <a:solidFill>
                  <a:schemeClr val="tx1"/>
                </a:solidFill>
                <a:latin typeface="Meiryo UI" panose="020B0604030504040204" pitchFamily="50" charset="-128"/>
                <a:ea typeface="Meiryo UI" panose="020B0604030504040204" pitchFamily="50" charset="-128"/>
              </a:rPr>
              <a:t>DB</a:t>
            </a:r>
            <a:r>
              <a:rPr lang="ja-JP" altLang="en-US" sz="1000">
                <a:solidFill>
                  <a:schemeClr val="tx1"/>
                </a:solidFill>
                <a:latin typeface="Meiryo UI" panose="020B0604030504040204" pitchFamily="50" charset="-128"/>
                <a:ea typeface="Meiryo UI" panose="020B0604030504040204" pitchFamily="50" charset="-128"/>
              </a:rPr>
              <a:t>の構築の仕方の</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検討ができると考えております</a:t>
            </a:r>
            <a:endParaRPr lang="en-US" altLang="ja-JP" sz="1000">
              <a:solidFill>
                <a:schemeClr val="tx1"/>
              </a:solidFill>
              <a:latin typeface="Meiryo UI" panose="020B0604030504040204" pitchFamily="50" charset="-128"/>
              <a:ea typeface="Meiryo UI" panose="020B0604030504040204" pitchFamily="50" charset="-128"/>
            </a:endParaRPr>
          </a:p>
        </p:txBody>
      </p:sp>
      <p:sp>
        <p:nvSpPr>
          <p:cNvPr id="98" name="正方形/長方形 97">
            <a:extLst>
              <a:ext uri="{FF2B5EF4-FFF2-40B4-BE49-F238E27FC236}">
                <a16:creationId xmlns:a16="http://schemas.microsoft.com/office/drawing/2014/main" id="{7A190043-B694-52AD-E874-40B76A014E22}"/>
              </a:ext>
            </a:extLst>
          </p:cNvPr>
          <p:cNvSpPr/>
          <p:nvPr/>
        </p:nvSpPr>
        <p:spPr bwMode="auto">
          <a:xfrm>
            <a:off x="3367023" y="3299052"/>
            <a:ext cx="7614921" cy="1816100"/>
          </a:xfrm>
          <a:prstGeom prst="rect">
            <a:avLst/>
          </a:prstGeom>
          <a:noFill/>
          <a:ln w="25400">
            <a:solidFill>
              <a:srgbClr val="FF0000"/>
            </a:solidFill>
            <a:miter lim="800000"/>
            <a:headEnd/>
            <a:tailEnd/>
          </a:ln>
          <a:effectLst/>
        </p:spPr>
        <p:txBody>
          <a:bodyPr wrap="none" rtlCol="0" anchor="ctr" anchorCtr="0">
            <a:noAutofit/>
          </a:bodyPr>
          <a:lstStyle/>
          <a:p>
            <a:pPr algn="ctr"/>
            <a:endParaRPr kumimoji="1" lang="ja-JP" altLang="en-US" sz="1800">
              <a:solidFill>
                <a:schemeClr val="tx1"/>
              </a:solidFill>
            </a:endParaRPr>
          </a:p>
        </p:txBody>
      </p:sp>
      <p:sp>
        <p:nvSpPr>
          <p:cNvPr id="99" name="吹き出し: 線 98">
            <a:extLst>
              <a:ext uri="{FF2B5EF4-FFF2-40B4-BE49-F238E27FC236}">
                <a16:creationId xmlns:a16="http://schemas.microsoft.com/office/drawing/2014/main" id="{6D243BEE-09CD-3784-2F25-9CC54F0F334C}"/>
              </a:ext>
            </a:extLst>
          </p:cNvPr>
          <p:cNvSpPr/>
          <p:nvPr/>
        </p:nvSpPr>
        <p:spPr bwMode="auto">
          <a:xfrm>
            <a:off x="44549" y="1565302"/>
            <a:ext cx="3055267" cy="2677513"/>
          </a:xfrm>
          <a:prstGeom prst="borderCallout1">
            <a:avLst>
              <a:gd name="adj1" fmla="val 109008"/>
              <a:gd name="adj2" fmla="val 37529"/>
              <a:gd name="adj3" fmla="val 117429"/>
              <a:gd name="adj4" fmla="val 108947"/>
            </a:avLst>
          </a:prstGeom>
          <a:solidFill>
            <a:schemeClr val="bg1"/>
          </a:solidFill>
          <a:ln w="9525">
            <a:solidFill>
              <a:schemeClr val="tx1"/>
            </a:solidFill>
            <a:miter lim="800000"/>
            <a:headEnd/>
            <a:tailEnd/>
          </a:ln>
          <a:effectLst/>
        </p:spPr>
        <p:txBody>
          <a:bodyPr wrap="none" rtlCol="0" anchor="ctr" anchorCtr="0">
            <a:noAutofit/>
          </a:bodyPr>
          <a:lstStyle/>
          <a:p>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データの位置づけとして以下があると考えております。</a:t>
            </a:r>
            <a:endParaRPr lang="en-US" altLang="ja-JP" sz="1000">
              <a:solidFill>
                <a:schemeClr val="tx1"/>
              </a:solidFill>
              <a:latin typeface="Meiryo UI" panose="020B0604030504040204" pitchFamily="50" charset="-128"/>
              <a:ea typeface="Meiryo UI" panose="020B0604030504040204" pitchFamily="50" charset="-128"/>
            </a:endParaRPr>
          </a:p>
          <a:p>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①データ入力</a:t>
            </a:r>
            <a:r>
              <a:rPr lang="en-US" altLang="ja-JP" sz="1000">
                <a:solidFill>
                  <a:schemeClr val="tx1"/>
                </a:solidFill>
                <a:latin typeface="Meiryo UI" panose="020B0604030504040204" pitchFamily="50" charset="-128"/>
                <a:ea typeface="Meiryo UI" panose="020B0604030504040204" pitchFamily="50" charset="-128"/>
              </a:rPr>
              <a:t>(</a:t>
            </a:r>
            <a:r>
              <a:rPr lang="ja-JP" altLang="en-US" sz="1000">
                <a:solidFill>
                  <a:schemeClr val="tx1"/>
                </a:solidFill>
                <a:latin typeface="Meiryo UI" panose="020B0604030504040204" pitchFamily="50" charset="-128"/>
                <a:ea typeface="Meiryo UI" panose="020B0604030504040204" pitchFamily="50" charset="-128"/>
              </a:rPr>
              <a:t>一次データ</a:t>
            </a:r>
            <a:r>
              <a:rPr lang="en-US" altLang="ja-JP" sz="1000">
                <a:solidFill>
                  <a:schemeClr val="tx1"/>
                </a:solidFill>
                <a:latin typeface="Meiryo UI" panose="020B0604030504040204" pitchFamily="50" charset="-128"/>
                <a:ea typeface="Meiryo UI" panose="020B0604030504040204" pitchFamily="50" charset="-128"/>
              </a:rPr>
              <a:t>)</a:t>
            </a:r>
          </a:p>
          <a:p>
            <a:r>
              <a:rPr lang="ja-JP" altLang="en-US" sz="1000">
                <a:solidFill>
                  <a:schemeClr val="tx1"/>
                </a:solidFill>
                <a:latin typeface="Meiryo UI" panose="020B0604030504040204" pitchFamily="50" charset="-128"/>
                <a:ea typeface="Meiryo UI" panose="020B0604030504040204" pitchFamily="50" charset="-128"/>
              </a:rPr>
              <a:t>②加工データ</a:t>
            </a:r>
            <a:r>
              <a:rPr lang="en-US" altLang="ja-JP" sz="1000">
                <a:solidFill>
                  <a:schemeClr val="tx1"/>
                </a:solidFill>
                <a:latin typeface="Meiryo UI" panose="020B0604030504040204" pitchFamily="50" charset="-128"/>
                <a:ea typeface="Meiryo UI" panose="020B0604030504040204" pitchFamily="50" charset="-128"/>
              </a:rPr>
              <a:t>(</a:t>
            </a:r>
            <a:r>
              <a:rPr lang="ja-JP" altLang="en-US" sz="1000">
                <a:solidFill>
                  <a:schemeClr val="tx1"/>
                </a:solidFill>
                <a:latin typeface="Meiryo UI" panose="020B0604030504040204" pitchFamily="50" charset="-128"/>
                <a:ea typeface="Meiryo UI" panose="020B0604030504040204" pitchFamily="50" charset="-128"/>
              </a:rPr>
              <a:t>二次データ</a:t>
            </a:r>
            <a:r>
              <a:rPr lang="en-US" altLang="ja-JP" sz="1000">
                <a:solidFill>
                  <a:schemeClr val="tx1"/>
                </a:solidFill>
                <a:latin typeface="Meiryo UI" panose="020B0604030504040204" pitchFamily="50" charset="-128"/>
                <a:ea typeface="Meiryo UI" panose="020B0604030504040204" pitchFamily="50" charset="-128"/>
              </a:rPr>
              <a:t>)</a:t>
            </a:r>
          </a:p>
          <a:p>
            <a:r>
              <a:rPr lang="ja-JP" altLang="en-US" sz="1000">
                <a:solidFill>
                  <a:schemeClr val="tx1"/>
                </a:solidFill>
                <a:latin typeface="Meiryo UI" panose="020B0604030504040204" pitchFamily="50" charset="-128"/>
                <a:ea typeface="Meiryo UI" panose="020B0604030504040204" pitchFamily="50" charset="-128"/>
              </a:rPr>
              <a:t>　　</a:t>
            </a:r>
            <a:r>
              <a:rPr lang="en-US" altLang="ja-JP" sz="1000">
                <a:solidFill>
                  <a:schemeClr val="tx1"/>
                </a:solidFill>
                <a:latin typeface="Meiryo UI" panose="020B0604030504040204" pitchFamily="50" charset="-128"/>
                <a:ea typeface="Meiryo UI" panose="020B0604030504040204" pitchFamily="50" charset="-128"/>
              </a:rPr>
              <a:t>※</a:t>
            </a:r>
            <a:r>
              <a:rPr lang="ja-JP" altLang="en-US" sz="1000">
                <a:solidFill>
                  <a:schemeClr val="tx1"/>
                </a:solidFill>
                <a:latin typeface="Meiryo UI" panose="020B0604030504040204" pitchFamily="50" charset="-128"/>
                <a:ea typeface="Meiryo UI" panose="020B0604030504040204" pitchFamily="50" charset="-128"/>
              </a:rPr>
              <a:t>外字変換等の加工や、コード値の変換等後のデータ</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③商品レイアウトデータ</a:t>
            </a:r>
            <a:endParaRPr lang="en-US" altLang="ja-JP" sz="1000">
              <a:solidFill>
                <a:schemeClr val="tx1"/>
              </a:solidFill>
              <a:latin typeface="Meiryo UI" panose="020B0604030504040204" pitchFamily="50" charset="-128"/>
              <a:ea typeface="Meiryo UI" panose="020B0604030504040204" pitchFamily="50" charset="-128"/>
            </a:endParaRPr>
          </a:p>
          <a:p>
            <a:r>
              <a:rPr lang="en-US" altLang="ja-JP" sz="1000">
                <a:solidFill>
                  <a:schemeClr val="tx1"/>
                </a:solidFill>
                <a:latin typeface="Meiryo UI" panose="020B0604030504040204" pitchFamily="50" charset="-128"/>
                <a:ea typeface="Meiryo UI" panose="020B0604030504040204" pitchFamily="50" charset="-128"/>
              </a:rPr>
              <a:t>    ※</a:t>
            </a:r>
            <a:r>
              <a:rPr lang="ja-JP" altLang="en-US" sz="1000">
                <a:solidFill>
                  <a:schemeClr val="tx1"/>
                </a:solidFill>
                <a:latin typeface="Meiryo UI" panose="020B0604030504040204" pitchFamily="50" charset="-128"/>
                <a:ea typeface="Meiryo UI" panose="020B0604030504040204" pitchFamily="50" charset="-128"/>
              </a:rPr>
              <a:t>帳票、</a:t>
            </a:r>
            <a:r>
              <a:rPr lang="en-US" altLang="ja-JP" sz="1000">
                <a:solidFill>
                  <a:schemeClr val="tx1"/>
                </a:solidFill>
                <a:latin typeface="Meiryo UI" panose="020B0604030504040204" pitchFamily="50" charset="-128"/>
                <a:ea typeface="Meiryo UI" panose="020B0604030504040204" pitchFamily="50" charset="-128"/>
              </a:rPr>
              <a:t>PDF</a:t>
            </a:r>
            <a:r>
              <a:rPr lang="ja-JP" altLang="en-US" sz="1000">
                <a:solidFill>
                  <a:schemeClr val="tx1"/>
                </a:solidFill>
                <a:latin typeface="Meiryo UI" panose="020B0604030504040204" pitchFamily="50" charset="-128"/>
                <a:ea typeface="Meiryo UI" panose="020B0604030504040204" pitchFamily="50" charset="-128"/>
              </a:rPr>
              <a:t>、</a:t>
            </a:r>
            <a:r>
              <a:rPr lang="en-US" altLang="ja-JP" sz="1000">
                <a:solidFill>
                  <a:schemeClr val="tx1"/>
                </a:solidFill>
                <a:latin typeface="Meiryo UI" panose="020B0604030504040204" pitchFamily="50" charset="-128"/>
                <a:ea typeface="Meiryo UI" panose="020B0604030504040204" pitchFamily="50" charset="-128"/>
              </a:rPr>
              <a:t>IF</a:t>
            </a:r>
            <a:r>
              <a:rPr lang="ja-JP" altLang="en-US" sz="1000">
                <a:solidFill>
                  <a:schemeClr val="tx1"/>
                </a:solidFill>
                <a:latin typeface="Meiryo UI" panose="020B0604030504040204" pitchFamily="50" charset="-128"/>
                <a:ea typeface="Meiryo UI" panose="020B0604030504040204" pitchFamily="50" charset="-128"/>
              </a:rPr>
              <a:t>レイアウト</a:t>
            </a:r>
            <a:r>
              <a:rPr lang="en-US" altLang="ja-JP" sz="1000" err="1">
                <a:solidFill>
                  <a:schemeClr val="tx1"/>
                </a:solidFill>
                <a:latin typeface="Meiryo UI" panose="020B0604030504040204" pitchFamily="50" charset="-128"/>
                <a:ea typeface="Meiryo UI" panose="020B0604030504040204" pitchFamily="50" charset="-128"/>
              </a:rPr>
              <a:t>etc</a:t>
            </a:r>
            <a:r>
              <a:rPr lang="ja-JP" altLang="en-US" sz="1000">
                <a:solidFill>
                  <a:schemeClr val="tx1"/>
                </a:solidFill>
                <a:latin typeface="Meiryo UI" panose="020B0604030504040204" pitchFamily="50" charset="-128"/>
                <a:ea typeface="Meiryo UI" panose="020B0604030504040204" pitchFamily="50" charset="-128"/>
              </a:rPr>
              <a:t>・</a:t>
            </a:r>
            <a:endParaRPr lang="en-US" altLang="ja-JP" sz="1000">
              <a:solidFill>
                <a:schemeClr val="tx1"/>
              </a:solidFill>
              <a:latin typeface="Meiryo UI" panose="020B0604030504040204" pitchFamily="50" charset="-128"/>
              <a:ea typeface="Meiryo UI" panose="020B0604030504040204" pitchFamily="50" charset="-128"/>
            </a:endParaRPr>
          </a:p>
          <a:p>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ーーーーーーーー</a:t>
            </a:r>
            <a:endParaRPr lang="en-US" altLang="ja-JP" sz="1000">
              <a:solidFill>
                <a:schemeClr val="tx1"/>
              </a:solidFill>
              <a:latin typeface="Meiryo UI" panose="020B0604030504040204" pitchFamily="50" charset="-128"/>
              <a:ea typeface="Meiryo UI" panose="020B0604030504040204" pitchFamily="50" charset="-128"/>
            </a:endParaRPr>
          </a:p>
          <a:p>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b="1">
                <a:solidFill>
                  <a:schemeClr val="tx1"/>
                </a:solidFill>
                <a:latin typeface="Meiryo UI" panose="020B0604030504040204" pitchFamily="50" charset="-128"/>
                <a:ea typeface="Meiryo UI" panose="020B0604030504040204" pitchFamily="50" charset="-128"/>
              </a:rPr>
              <a:t>②加工データ</a:t>
            </a:r>
            <a:r>
              <a:rPr lang="en-US" altLang="ja-JP" sz="1000" b="1">
                <a:solidFill>
                  <a:schemeClr val="tx1"/>
                </a:solidFill>
                <a:latin typeface="Meiryo UI" panose="020B0604030504040204" pitchFamily="50" charset="-128"/>
                <a:ea typeface="Meiryo UI" panose="020B0604030504040204" pitchFamily="50" charset="-128"/>
              </a:rPr>
              <a:t>(</a:t>
            </a:r>
            <a:r>
              <a:rPr lang="ja-JP" altLang="en-US" sz="1000" b="1">
                <a:solidFill>
                  <a:schemeClr val="tx1"/>
                </a:solidFill>
                <a:latin typeface="Meiryo UI" panose="020B0604030504040204" pitchFamily="50" charset="-128"/>
                <a:ea typeface="Meiryo UI" panose="020B0604030504040204" pitchFamily="50" charset="-128"/>
              </a:rPr>
              <a:t>二次データ</a:t>
            </a:r>
            <a:r>
              <a:rPr lang="en-US" altLang="ja-JP" sz="1000" b="1">
                <a:solidFill>
                  <a:schemeClr val="tx1"/>
                </a:solidFill>
                <a:latin typeface="Meiryo UI" panose="020B0604030504040204" pitchFamily="50" charset="-128"/>
                <a:ea typeface="Meiryo UI" panose="020B0604030504040204" pitchFamily="50" charset="-128"/>
              </a:rPr>
              <a:t>)</a:t>
            </a:r>
          </a:p>
          <a:p>
            <a:r>
              <a:rPr lang="ja-JP" altLang="en-US" sz="1000">
                <a:solidFill>
                  <a:schemeClr val="tx1"/>
                </a:solidFill>
                <a:latin typeface="Meiryo UI" panose="020B0604030504040204" pitchFamily="50" charset="-128"/>
                <a:ea typeface="Meiryo UI" panose="020B0604030504040204" pitchFamily="50" charset="-128"/>
              </a:rPr>
              <a:t>→入力システム群かデータ共通基盤化基盤、</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どちらで保持する想定でしょうか</a:t>
            </a:r>
            <a:endParaRPr lang="en-US" altLang="ja-JP" sz="1000">
              <a:solidFill>
                <a:schemeClr val="tx1"/>
              </a:solidFill>
              <a:latin typeface="Meiryo UI" panose="020B0604030504040204" pitchFamily="50" charset="-128"/>
              <a:ea typeface="Meiryo UI" panose="020B0604030504040204" pitchFamily="50" charset="-128"/>
            </a:endParaRPr>
          </a:p>
          <a:p>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b="1">
                <a:solidFill>
                  <a:schemeClr val="tx1"/>
                </a:solidFill>
                <a:latin typeface="Meiryo UI" panose="020B0604030504040204" pitchFamily="50" charset="-128"/>
                <a:ea typeface="Meiryo UI" panose="020B0604030504040204" pitchFamily="50" charset="-128"/>
              </a:rPr>
              <a:t>③商品レイアウトデータ</a:t>
            </a:r>
            <a:endParaRPr lang="en-US" altLang="ja-JP" sz="1000" b="1">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サービス提供基盤とさらに右側、どちらで保持</a:t>
            </a:r>
            <a:endParaRPr lang="en-US" altLang="ja-JP" sz="1000">
              <a:solidFill>
                <a:schemeClr val="tx1"/>
              </a:solidFill>
              <a:latin typeface="Meiryo UI" panose="020B0604030504040204" pitchFamily="50" charset="-128"/>
              <a:ea typeface="Meiryo UI" panose="020B0604030504040204" pitchFamily="50" charset="-128"/>
            </a:endParaRPr>
          </a:p>
          <a:p>
            <a:r>
              <a:rPr lang="ja-JP" altLang="en-US" sz="1000">
                <a:solidFill>
                  <a:schemeClr val="tx1"/>
                </a:solidFill>
                <a:latin typeface="Meiryo UI" panose="020B0604030504040204" pitchFamily="50" charset="-128"/>
                <a:ea typeface="Meiryo UI" panose="020B0604030504040204" pitchFamily="50" charset="-128"/>
              </a:rPr>
              <a:t>する想定でしょうか。</a:t>
            </a:r>
            <a:endParaRPr lang="en-US" altLang="ja-JP" sz="1000">
              <a:solidFill>
                <a:schemeClr val="tx1"/>
              </a:solidFill>
              <a:latin typeface="Meiryo UI" panose="020B0604030504040204" pitchFamily="50" charset="-128"/>
              <a:ea typeface="Meiryo UI" panose="020B0604030504040204" pitchFamily="50" charset="-128"/>
            </a:endParaRPr>
          </a:p>
          <a:p>
            <a:endParaRPr lang="en-US" altLang="ja-JP" sz="1000">
              <a:solidFill>
                <a:schemeClr val="tx1"/>
              </a:solidFill>
              <a:latin typeface="Meiryo UI" panose="020B0604030504040204" pitchFamily="50" charset="-128"/>
              <a:ea typeface="Meiryo UI" panose="020B0604030504040204" pitchFamily="50" charset="-128"/>
            </a:endParaRPr>
          </a:p>
        </p:txBody>
      </p:sp>
      <p:sp>
        <p:nvSpPr>
          <p:cNvPr id="100" name="吹き出し: 線 99">
            <a:extLst>
              <a:ext uri="{FF2B5EF4-FFF2-40B4-BE49-F238E27FC236}">
                <a16:creationId xmlns:a16="http://schemas.microsoft.com/office/drawing/2014/main" id="{34FB682C-EF2B-244F-35F3-253475D11EAD}"/>
              </a:ext>
            </a:extLst>
          </p:cNvPr>
          <p:cNvSpPr/>
          <p:nvPr/>
        </p:nvSpPr>
        <p:spPr bwMode="auto">
          <a:xfrm>
            <a:off x="10186780" y="5572542"/>
            <a:ext cx="1972482" cy="656732"/>
          </a:xfrm>
          <a:prstGeom prst="borderCallout1">
            <a:avLst>
              <a:gd name="adj1" fmla="val -27198"/>
              <a:gd name="adj2" fmla="val 3256"/>
              <a:gd name="adj3" fmla="val -267965"/>
              <a:gd name="adj4" fmla="val -21242"/>
            </a:avLst>
          </a:prstGeom>
          <a:solidFill>
            <a:schemeClr val="bg1"/>
          </a:solidFill>
          <a:ln w="9525">
            <a:solidFill>
              <a:schemeClr val="tx1"/>
            </a:solidFill>
            <a:miter lim="800000"/>
            <a:headEnd/>
            <a:tailEnd/>
          </a:ln>
          <a:effectLst/>
        </p:spPr>
        <p:txBody>
          <a:bodyPr wrap="none" rtlCol="0" anchor="ctr" anchorCtr="0">
            <a:noAutofit/>
          </a:bodyPr>
          <a:lstStyle/>
          <a:p>
            <a:r>
              <a:rPr lang="en-US" altLang="ja-JP" sz="800">
                <a:solidFill>
                  <a:schemeClr val="tx1"/>
                </a:solidFill>
                <a:latin typeface="Meiryo UI" panose="020B0604030504040204" pitchFamily="50" charset="-128"/>
                <a:ea typeface="Meiryo UI" panose="020B0604030504040204" pitchFamily="50" charset="-128"/>
              </a:rPr>
              <a:t>TDB PF</a:t>
            </a:r>
            <a:r>
              <a:rPr lang="ja-JP" altLang="en-US" sz="800">
                <a:solidFill>
                  <a:schemeClr val="tx1"/>
                </a:solidFill>
                <a:latin typeface="Meiryo UI" panose="020B0604030504040204" pitchFamily="50" charset="-128"/>
                <a:ea typeface="Meiryo UI" panose="020B0604030504040204" pitchFamily="50" charset="-128"/>
              </a:rPr>
              <a:t>のシステム概要・機能概要</a:t>
            </a:r>
            <a:endParaRPr lang="en-US" altLang="ja-JP" sz="800">
              <a:solidFill>
                <a:schemeClr val="tx1"/>
              </a:solidFill>
              <a:latin typeface="Meiryo UI" panose="020B0604030504040204" pitchFamily="50" charset="-128"/>
              <a:ea typeface="Meiryo UI" panose="020B0604030504040204" pitchFamily="50" charset="-128"/>
            </a:endParaRPr>
          </a:p>
          <a:p>
            <a:r>
              <a:rPr lang="ja-JP" altLang="en-US" sz="800">
                <a:solidFill>
                  <a:schemeClr val="tx1"/>
                </a:solidFill>
                <a:latin typeface="Meiryo UI" panose="020B0604030504040204" pitchFamily="50" charset="-128"/>
                <a:ea typeface="Meiryo UI" panose="020B0604030504040204" pitchFamily="50" charset="-128"/>
              </a:rPr>
              <a:t>をご教示いただきたくお願いします。</a:t>
            </a:r>
            <a:endParaRPr lang="en-US" altLang="ja-JP" sz="800">
              <a:solidFill>
                <a:schemeClr val="tx1"/>
              </a:solidFill>
              <a:latin typeface="Meiryo UI" panose="020B0604030504040204" pitchFamily="50" charset="-128"/>
              <a:ea typeface="Meiryo UI" panose="020B0604030504040204" pitchFamily="50" charset="-128"/>
            </a:endParaRPr>
          </a:p>
          <a:p>
            <a:r>
              <a:rPr lang="en-US" altLang="ja-JP" sz="800">
                <a:solidFill>
                  <a:schemeClr val="tx1"/>
                </a:solidFill>
                <a:latin typeface="Meiryo UI" panose="020B0604030504040204" pitchFamily="50" charset="-128"/>
                <a:ea typeface="Meiryo UI" panose="020B0604030504040204" pitchFamily="50" charset="-128"/>
              </a:rPr>
              <a:t>(</a:t>
            </a:r>
            <a:r>
              <a:rPr lang="ja-JP" altLang="en-US" sz="800">
                <a:solidFill>
                  <a:schemeClr val="tx1"/>
                </a:solidFill>
                <a:latin typeface="Meiryo UI" panose="020B0604030504040204" pitchFamily="50" charset="-128"/>
                <a:ea typeface="Meiryo UI" panose="020B0604030504040204" pitchFamily="50" charset="-128"/>
              </a:rPr>
              <a:t>商品提供のプラットフォームでしょうか・・・？</a:t>
            </a:r>
            <a:r>
              <a:rPr lang="en-US" altLang="ja-JP" sz="800">
                <a:solidFill>
                  <a:schemeClr val="tx1"/>
                </a:solidFill>
                <a:latin typeface="Meiryo UI" panose="020B0604030504040204" pitchFamily="50" charset="-128"/>
                <a:ea typeface="Meiryo UI" panose="020B0604030504040204" pitchFamily="50" charset="-128"/>
              </a:rPr>
              <a:t>)</a:t>
            </a:r>
          </a:p>
        </p:txBody>
      </p:sp>
      <p:sp>
        <p:nvSpPr>
          <p:cNvPr id="6" name="タイトル 5">
            <a:extLst>
              <a:ext uri="{FF2B5EF4-FFF2-40B4-BE49-F238E27FC236}">
                <a16:creationId xmlns:a16="http://schemas.microsoft.com/office/drawing/2014/main" id="{220B6AD9-D4A4-F158-0DD0-A3FF606F524C}"/>
              </a:ext>
            </a:extLst>
          </p:cNvPr>
          <p:cNvSpPr txBox="1">
            <a:spLocks/>
          </p:cNvSpPr>
          <p:nvPr/>
        </p:nvSpPr>
        <p:spPr>
          <a:xfrm>
            <a:off x="526801" y="171336"/>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ja-JP" altLang="en-US" b="0" kern="0"/>
              <a:t>再掲</a:t>
            </a:r>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TDB</a:t>
            </a:r>
            <a:r>
              <a:rPr lang="ja-JP" altLang="en-US" b="0" kern="0"/>
              <a:t>様グランドイメージに関するご質問</a:t>
            </a:r>
          </a:p>
        </p:txBody>
      </p:sp>
    </p:spTree>
    <p:extLst>
      <p:ext uri="{BB962C8B-B14F-4D97-AF65-F5344CB8AC3E}">
        <p14:creationId xmlns:p14="http://schemas.microsoft.com/office/powerpoint/2010/main" val="2807531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AC6C5-9F47-5E41-7F73-19C613FB68C0}"/>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47AB5029-DA9B-6E8C-9411-2BCA0D269A72}"/>
              </a:ext>
            </a:extLst>
          </p:cNvPr>
          <p:cNvSpPr>
            <a:spLocks noGrp="1"/>
          </p:cNvSpPr>
          <p:nvPr>
            <p:ph type="sldNum" sz="quarter" idx="10"/>
          </p:nvPr>
        </p:nvSpPr>
        <p:spPr>
          <a:xfrm>
            <a:off x="11703050" y="6553200"/>
            <a:ext cx="488950" cy="304800"/>
          </a:xfrm>
        </p:spPr>
        <p:txBody>
          <a:bodyPr/>
          <a:lstStyle/>
          <a:p>
            <a:pPr>
              <a:defRPr/>
            </a:pPr>
            <a:fld id="{B69A64E9-DEE1-40B5-88E8-A6C3DD001D0B}" type="slidenum">
              <a:rPr lang="en-US" altLang="ja-JP" smtClean="0"/>
              <a:pPr>
                <a:defRPr/>
              </a:pPr>
              <a:t>28</a:t>
            </a:fld>
            <a:endParaRPr lang="en-US" altLang="ja-JP"/>
          </a:p>
        </p:txBody>
      </p:sp>
      <p:pic>
        <p:nvPicPr>
          <p:cNvPr id="90" name="図 89">
            <a:extLst>
              <a:ext uri="{FF2B5EF4-FFF2-40B4-BE49-F238E27FC236}">
                <a16:creationId xmlns:a16="http://schemas.microsoft.com/office/drawing/2014/main" id="{ECE6696A-0796-525B-DE06-1FE16CA09A4B}"/>
              </a:ext>
            </a:extLst>
          </p:cNvPr>
          <p:cNvPicPr>
            <a:picLocks noChangeAspect="1"/>
          </p:cNvPicPr>
          <p:nvPr/>
        </p:nvPicPr>
        <p:blipFill>
          <a:blip r:embed="rId3"/>
          <a:stretch>
            <a:fillRect/>
          </a:stretch>
        </p:blipFill>
        <p:spPr>
          <a:xfrm>
            <a:off x="1464289" y="1576474"/>
            <a:ext cx="8454282" cy="4736621"/>
          </a:xfrm>
          <a:prstGeom prst="rect">
            <a:avLst/>
          </a:prstGeom>
          <a:ln>
            <a:solidFill>
              <a:schemeClr val="tx1"/>
            </a:solidFill>
          </a:ln>
        </p:spPr>
      </p:pic>
      <p:sp>
        <p:nvSpPr>
          <p:cNvPr id="2" name="吹き出し: 線 1">
            <a:extLst>
              <a:ext uri="{FF2B5EF4-FFF2-40B4-BE49-F238E27FC236}">
                <a16:creationId xmlns:a16="http://schemas.microsoft.com/office/drawing/2014/main" id="{EE1D8129-3621-A5C4-D0C0-7C5DF06EA19E}"/>
              </a:ext>
            </a:extLst>
          </p:cNvPr>
          <p:cNvSpPr/>
          <p:nvPr/>
        </p:nvSpPr>
        <p:spPr bwMode="auto">
          <a:xfrm>
            <a:off x="9951068" y="4861614"/>
            <a:ext cx="1795846" cy="820730"/>
          </a:xfrm>
          <a:prstGeom prst="borderCallout1">
            <a:avLst>
              <a:gd name="adj1" fmla="val 18750"/>
              <a:gd name="adj2" fmla="val -8333"/>
              <a:gd name="adj3" fmla="val -5439"/>
              <a:gd name="adj4" fmla="val -74796"/>
            </a:avLst>
          </a:prstGeom>
          <a:solidFill>
            <a:schemeClr val="bg1"/>
          </a:solidFill>
          <a:ln w="9525">
            <a:solidFill>
              <a:schemeClr val="tx1"/>
            </a:solidFill>
            <a:miter lim="800000"/>
            <a:headEnd/>
            <a:tailEnd/>
          </a:ln>
          <a:effectLst/>
        </p:spPr>
        <p:txBody>
          <a:bodyPr wrap="none" rtlCol="0" anchor="ctr" anchorCtr="0">
            <a:noAutofit/>
          </a:bodyPr>
          <a:lstStyle/>
          <a:p>
            <a:r>
              <a:rPr lang="ja-JP" altLang="en-US" sz="800">
                <a:solidFill>
                  <a:schemeClr val="tx1"/>
                </a:solidFill>
                <a:latin typeface="Meiryo UI" panose="020B0604030504040204" pitchFamily="50" charset="-128"/>
                <a:ea typeface="Meiryo UI" panose="020B0604030504040204" pitchFamily="50" charset="-128"/>
              </a:rPr>
              <a:t>本システム概要</a:t>
            </a:r>
            <a:r>
              <a:rPr lang="en-US" altLang="ja-JP" sz="800">
                <a:solidFill>
                  <a:schemeClr val="tx1"/>
                </a:solidFill>
                <a:latin typeface="Meiryo UI" panose="020B0604030504040204" pitchFamily="50" charset="-128"/>
                <a:ea typeface="Meiryo UI" panose="020B0604030504040204" pitchFamily="50" charset="-128"/>
              </a:rPr>
              <a:t>/</a:t>
            </a:r>
            <a:r>
              <a:rPr lang="ja-JP" altLang="en-US" sz="800">
                <a:solidFill>
                  <a:schemeClr val="tx1"/>
                </a:solidFill>
                <a:latin typeface="Meiryo UI" panose="020B0604030504040204" pitchFamily="50" charset="-128"/>
                <a:ea typeface="Meiryo UI" panose="020B0604030504040204" pitchFamily="50" charset="-128"/>
              </a:rPr>
              <a:t>機能概要をご教示</a:t>
            </a:r>
            <a:endParaRPr lang="en-US" altLang="ja-JP" sz="800">
              <a:solidFill>
                <a:schemeClr val="tx1"/>
              </a:solidFill>
              <a:latin typeface="Meiryo UI" panose="020B0604030504040204" pitchFamily="50" charset="-128"/>
              <a:ea typeface="Meiryo UI" panose="020B0604030504040204" pitchFamily="50" charset="-128"/>
            </a:endParaRPr>
          </a:p>
          <a:p>
            <a:r>
              <a:rPr lang="ja-JP" altLang="en-US" sz="800">
                <a:solidFill>
                  <a:schemeClr val="tx1"/>
                </a:solidFill>
                <a:latin typeface="Meiryo UI" panose="020B0604030504040204" pitchFamily="50" charset="-128"/>
                <a:ea typeface="Meiryo UI" panose="020B0604030504040204" pitchFamily="50" charset="-128"/>
              </a:rPr>
              <a:t>頂きたくお願いします。</a:t>
            </a:r>
            <a:endParaRPr lang="en-US" altLang="ja-JP" sz="800">
              <a:solidFill>
                <a:schemeClr val="tx1"/>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DF2CADD7-AD71-7358-1EC2-45AAA0270481}"/>
              </a:ext>
            </a:extLst>
          </p:cNvPr>
          <p:cNvSpPr txBox="1"/>
          <p:nvPr/>
        </p:nvSpPr>
        <p:spPr>
          <a:xfrm>
            <a:off x="311211" y="1022437"/>
            <a:ext cx="11559364" cy="313932"/>
          </a:xfrm>
          <a:prstGeom prst="rect">
            <a:avLst/>
          </a:prstGeom>
          <a:noFill/>
        </p:spPr>
        <p:txBody>
          <a:bodyPr wrap="square" rtlCol="0">
            <a:spAutoFit/>
          </a:bodyPr>
          <a:lstStyle/>
          <a:p>
            <a:r>
              <a:rPr lang="en-US" altLang="ja-JP" sz="1600">
                <a:solidFill>
                  <a:schemeClr val="tx1"/>
                </a:solidFill>
                <a:latin typeface="Meiryo UI" panose="020B0604030504040204" pitchFamily="50" charset="-128"/>
                <a:ea typeface="Meiryo UI" panose="020B0604030504040204" pitchFamily="50" charset="-128"/>
              </a:rPr>
              <a:t>#2</a:t>
            </a:r>
            <a:r>
              <a:rPr lang="ja-JP" altLang="en-US" sz="1600">
                <a:solidFill>
                  <a:schemeClr val="tx1"/>
                </a:solidFill>
                <a:latin typeface="Meiryo UI" panose="020B0604030504040204" pitchFamily="50" charset="-128"/>
                <a:ea typeface="Meiryo UI" panose="020B0604030504040204" pitchFamily="50" charset="-128"/>
              </a:rPr>
              <a:t>　</a:t>
            </a:r>
            <a:r>
              <a:rPr kumimoji="1" lang="ja-JP" altLang="en-US" sz="1600" b="0">
                <a:solidFill>
                  <a:schemeClr val="tx1"/>
                </a:solidFill>
                <a:latin typeface="Meiryo UI" panose="020B0604030504040204" pitchFamily="50" charset="-128"/>
                <a:ea typeface="Meiryo UI" panose="020B0604030504040204" pitchFamily="50" charset="-128"/>
              </a:rPr>
              <a:t>各環境の役割について</a:t>
            </a:r>
            <a:r>
              <a:rPr lang="ja-JP" altLang="en-US" sz="1600">
                <a:solidFill>
                  <a:schemeClr val="tx1"/>
                </a:solidFill>
                <a:latin typeface="Meiryo UI" panose="020B0604030504040204" pitchFamily="50" charset="-128"/>
                <a:ea typeface="Meiryo UI" panose="020B0604030504040204" pitchFamily="50" charset="-128"/>
              </a:rPr>
              <a:t>　</a:t>
            </a:r>
            <a:endParaRPr lang="en-US" altLang="ja-JP" sz="1600">
              <a:solidFill>
                <a:schemeClr val="tx1"/>
              </a:solidFill>
              <a:latin typeface="Meiryo UI" panose="020B0604030504040204" pitchFamily="50" charset="-128"/>
              <a:ea typeface="Meiryo UI" panose="020B0604030504040204" pitchFamily="50" charset="-128"/>
            </a:endParaRPr>
          </a:p>
        </p:txBody>
      </p:sp>
      <p:sp>
        <p:nvSpPr>
          <p:cNvPr id="8" name="タイトル 5">
            <a:extLst>
              <a:ext uri="{FF2B5EF4-FFF2-40B4-BE49-F238E27FC236}">
                <a16:creationId xmlns:a16="http://schemas.microsoft.com/office/drawing/2014/main" id="{866B05CC-5A80-07BB-A933-6E941C185BD8}"/>
              </a:ext>
            </a:extLst>
          </p:cNvPr>
          <p:cNvSpPr txBox="1">
            <a:spLocks/>
          </p:cNvSpPr>
          <p:nvPr/>
        </p:nvSpPr>
        <p:spPr>
          <a:xfrm>
            <a:off x="526801" y="171336"/>
            <a:ext cx="10886266" cy="449263"/>
          </a:xfrm>
          <a:prstGeom prst="rect">
            <a:avLst/>
          </a:prstGeom>
        </p:spPr>
        <p:txBody>
          <a:bodyPr wrap="none" lIns="91440" tIns="45720" rIns="91440" bIns="45720" anchor="ctr"/>
          <a:lstStyle>
            <a:lvl1pPr algn="l" rtl="0" fontAlgn="base">
              <a:lnSpc>
                <a:spcPct val="100000"/>
              </a:lnSpc>
              <a:spcBef>
                <a:spcPct val="0"/>
              </a:spcBef>
              <a:spcAft>
                <a:spcPct val="0"/>
              </a:spcAft>
              <a:defRPr kumimoji="1" sz="2400" b="1" baseline="0">
                <a:solidFill>
                  <a:schemeClr val="tx1"/>
                </a:solidFill>
                <a:latin typeface="Meiryo UI" panose="020B0604030504040204" pitchFamily="50" charset="-128"/>
                <a:ea typeface="Meiryo UI" panose="020B0604030504040204" pitchFamily="50" charset="-128"/>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a:lstStyle>
          <a:p>
            <a:r>
              <a:rPr lang="en-US" altLang="ja-JP" b="0" kern="0"/>
              <a:t>【</a:t>
            </a:r>
            <a:r>
              <a:rPr lang="ja-JP" altLang="en-US" b="0" kern="0"/>
              <a:t>再掲</a:t>
            </a:r>
            <a:r>
              <a:rPr lang="en-US" altLang="ja-JP" b="0" kern="0"/>
              <a:t>】【</a:t>
            </a:r>
            <a:r>
              <a:rPr lang="en-US" altLang="ja-JP" sz="2400" b="0">
                <a:solidFill>
                  <a:schemeClr val="tx1"/>
                </a:solidFill>
                <a:latin typeface="Meiryo UI" panose="020B0604030504040204" pitchFamily="50" charset="-128"/>
                <a:ea typeface="Meiryo UI" panose="020B0604030504040204" pitchFamily="50" charset="-128"/>
              </a:rPr>
              <a:t>C2</a:t>
            </a:r>
            <a:r>
              <a:rPr lang="ja-JP" altLang="en-US" sz="2400" b="0">
                <a:solidFill>
                  <a:schemeClr val="tx1"/>
                </a:solidFill>
                <a:latin typeface="Meiryo UI" panose="020B0604030504040204" pitchFamily="50" charset="-128"/>
                <a:ea typeface="Meiryo UI" panose="020B0604030504040204" pitchFamily="50" charset="-128"/>
              </a:rPr>
              <a:t>刷新について</a:t>
            </a:r>
            <a:r>
              <a:rPr lang="en-US" altLang="ja-JP" b="0" kern="0"/>
              <a:t>】 TDB</a:t>
            </a:r>
            <a:r>
              <a:rPr lang="ja-JP" altLang="en-US" b="0" kern="0"/>
              <a:t>様グランドイメージに関するご質問</a:t>
            </a:r>
          </a:p>
        </p:txBody>
      </p:sp>
    </p:spTree>
    <p:extLst>
      <p:ext uri="{BB962C8B-B14F-4D97-AF65-F5344CB8AC3E}">
        <p14:creationId xmlns:p14="http://schemas.microsoft.com/office/powerpoint/2010/main" val="189997547"/>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0">
      <a:majorFont>
        <a:latin typeface="Arial"/>
        <a:ea typeface="HGP創英角ｺﾞｼｯｸUB"/>
        <a:cs typeface=""/>
      </a:majorFont>
      <a:minorFont>
        <a:latin typeface="Arial"/>
        <a:ea typeface="HGPｺﾞｼｯｸ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75000"/>
          </a:schemeClr>
        </a:solidFill>
        <a:ln w="9525">
          <a:noFill/>
          <a:miter lim="800000"/>
          <a:headEnd/>
          <a:tailEnd/>
        </a:ln>
        <a:effectLst/>
      </a:spPr>
      <a:bodyPr wrap="none" rtlCol="0" anchor="ctr" anchorCtr="0">
        <a:noAutofit/>
      </a:bodyPr>
      <a:lstStyle>
        <a:defPPr algn="ctr">
          <a:defRPr kumimoji="1" sz="1800">
            <a:solidFill>
              <a:schemeClr val="tx1"/>
            </a:solidFill>
          </a:defRPr>
        </a:defPPr>
      </a:lstStyle>
    </a:spDef>
    <a:lnDef>
      <a:spPr bwMode="auto">
        <a:noFill/>
        <a:ln w="9525" cap="flat" cmpd="sng" algn="ctr">
          <a:solidFill>
            <a:schemeClr val="tx1"/>
          </a:solidFill>
          <a:prstDash val="solid"/>
          <a:round/>
          <a:headEnd type="none" w="med" len="med"/>
          <a:tailEnd type="none" w="med" len="med"/>
        </a:ln>
        <a:effectLst/>
      </a:spPr>
      <a:bodyPr/>
      <a:lstStyle/>
    </a:lnDef>
    <a:txDef>
      <a:spPr>
        <a:noFill/>
      </a:spPr>
      <a:bodyPr wrap="none" rtlCol="0">
        <a:spAutoFit/>
      </a:bodyPr>
      <a:lstStyle>
        <a:defPPr>
          <a:defRPr kumimoji="1" sz="2200" smtClean="0">
            <a:solidFill>
              <a:schemeClr val="tx1"/>
            </a:solidFill>
            <a:latin typeface="+mn-ea"/>
            <a:ea typeface="+mn-ea"/>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995D72C7E938C54DA0AC1147C14C4B98" ma:contentTypeVersion="14" ma:contentTypeDescription="新しいドキュメントを作成します。" ma:contentTypeScope="" ma:versionID="c722c4cf6914df3b40ba05c18170ec58">
  <xsd:schema xmlns:xsd="http://www.w3.org/2001/XMLSchema" xmlns:xs="http://www.w3.org/2001/XMLSchema" xmlns:p="http://schemas.microsoft.com/office/2006/metadata/properties" xmlns:ns2="0871498b-d7bf-4f89-a0eb-4a927d36730a" xmlns:ns3="1efe7066-368b-4225-9612-9b09182f2c1a" targetNamespace="http://schemas.microsoft.com/office/2006/metadata/properties" ma:root="true" ma:fieldsID="671ede3b0732126d97c61daf634a1e49" ns2:_="" ns3:_="">
    <xsd:import namespace="0871498b-d7bf-4f89-a0eb-4a927d36730a"/>
    <xsd:import namespace="1efe7066-368b-4225-9612-9b09182f2c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71498b-d7bf-4f89-a0eb-4a927d3673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9dd84382-b38c-4eba-b7c2-4a66a077def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efe7066-368b-4225-9612-9b09182f2c1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01d03e3-a47d-4917-962e-08415e461d85}" ma:internalName="TaxCatchAll" ma:showField="CatchAllData" ma:web="1efe7066-368b-4225-9612-9b09182f2c1a">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efe7066-368b-4225-9612-9b09182f2c1a" xsi:nil="true"/>
    <lcf76f155ced4ddcb4097134ff3c332f xmlns="0871498b-d7bf-4f89-a0eb-4a927d36730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1D6C27-7390-4FF4-98CB-00C269C63E98}">
  <ds:schemaRefs>
    <ds:schemaRef ds:uri="0871498b-d7bf-4f89-a0eb-4a927d36730a"/>
    <ds:schemaRef ds:uri="1efe7066-368b-4225-9612-9b09182f2c1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77911C-323A-45B2-87CD-603ED2B5FE2C}">
  <ds:schemaRefs>
    <ds:schemaRef ds:uri="0871498b-d7bf-4f89-a0eb-4a927d36730a"/>
    <ds:schemaRef ds:uri="1efe7066-368b-4225-9612-9b09182f2c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90785AF-637C-4C59-8A8E-2971BE0BD92C}">
  <ds:schemaRefs>
    <ds:schemaRef ds:uri="http://schemas.microsoft.com/sharepoint/v3/contenttype/forms"/>
  </ds:schemaRefs>
</ds:datastoreItem>
</file>

<file path=docMetadata/LabelInfo.xml><?xml version="1.0" encoding="utf-8"?>
<clbl:labelList xmlns:clbl="http://schemas.microsoft.com/office/2020/mipLabelMetadata">
  <clbl:label id="{f54277c9-dafe-44aa-85a4-73d5c7c52450}" enabled="0" method="" siteId="{f54277c9-dafe-44aa-85a4-73d5c7c52450}"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28</Slides>
  <Notes>14</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標準デザイン</vt:lpstr>
      <vt:lpstr>本日のPMO議題について(3/14)</vt:lpstr>
      <vt:lpstr>PowerPoint Presentation</vt:lpstr>
      <vt:lpstr>PowerPoint Presentation</vt:lpstr>
      <vt:lpstr>PowerPoint Presentation</vt:lpstr>
      <vt:lpstr>PowerPoint Presentation</vt:lpstr>
      <vt:lpstr>【C2刷新について】 提案①C2業務課題改善業務ヒアリング進め方案 【背景・目的】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2025/4以降体制について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HIGIS 3/ﾌﾟﾚｾﾞﾝﾃｰｼｮﾝ資料/J_GrayA.ppt</dc:title>
  <dc:subject>HIGIS テンプレート</dc:subject>
  <dc:creator/>
  <cp:revision>1</cp:revision>
  <dcterms:created xsi:type="dcterms:W3CDTF">2004-05-26T10:25:15Z</dcterms:created>
  <dcterms:modified xsi:type="dcterms:W3CDTF">2025-03-13T03:33:34Z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0x010100995D72C7E938C54DA0AC1147C14C4B98</vt:lpwstr>
  </property>
  <property fmtid="{D5CDD505-2E9C-101B-9397-08002B2CF9AE}" pid="3" name="MediaServiceImageTags">
    <vt:lpwstr/>
  </property>
</Properties>
</file>